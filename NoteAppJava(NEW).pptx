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972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807813"/>
            <a:ext cx="2842895" cy="3479800"/>
          </a:xfrm>
          <a:custGeom>
            <a:avLst/>
            <a:gdLst/>
            <a:ahLst/>
            <a:cxnLst/>
            <a:rect l="l" t="t" r="r" b="b"/>
            <a:pathLst>
              <a:path w="2842895" h="3479800">
                <a:moveTo>
                  <a:pt x="0" y="3479186"/>
                </a:moveTo>
                <a:lnTo>
                  <a:pt x="0" y="0"/>
                </a:lnTo>
                <a:lnTo>
                  <a:pt x="27605" y="5365"/>
                </a:lnTo>
                <a:lnTo>
                  <a:pt x="75929" y="15331"/>
                </a:lnTo>
                <a:lnTo>
                  <a:pt x="124156" y="25852"/>
                </a:lnTo>
                <a:lnTo>
                  <a:pt x="172275" y="36928"/>
                </a:lnTo>
                <a:lnTo>
                  <a:pt x="220278" y="48556"/>
                </a:lnTo>
                <a:lnTo>
                  <a:pt x="268152" y="60735"/>
                </a:lnTo>
                <a:lnTo>
                  <a:pt x="315887" y="73463"/>
                </a:lnTo>
                <a:lnTo>
                  <a:pt x="363472" y="86739"/>
                </a:lnTo>
                <a:lnTo>
                  <a:pt x="410898" y="100560"/>
                </a:lnTo>
                <a:lnTo>
                  <a:pt x="458153" y="114926"/>
                </a:lnTo>
                <a:lnTo>
                  <a:pt x="505227" y="129835"/>
                </a:lnTo>
                <a:lnTo>
                  <a:pt x="545747" y="143105"/>
                </a:lnTo>
                <a:lnTo>
                  <a:pt x="598790" y="161274"/>
                </a:lnTo>
                <a:lnTo>
                  <a:pt x="645257" y="177800"/>
                </a:lnTo>
                <a:lnTo>
                  <a:pt x="691501" y="194864"/>
                </a:lnTo>
                <a:lnTo>
                  <a:pt x="737511" y="212461"/>
                </a:lnTo>
                <a:lnTo>
                  <a:pt x="783276" y="230592"/>
                </a:lnTo>
                <a:lnTo>
                  <a:pt x="828786" y="249254"/>
                </a:lnTo>
                <a:lnTo>
                  <a:pt x="874030" y="268446"/>
                </a:lnTo>
                <a:lnTo>
                  <a:pt x="918998" y="288165"/>
                </a:lnTo>
                <a:lnTo>
                  <a:pt x="963680" y="308412"/>
                </a:lnTo>
                <a:lnTo>
                  <a:pt x="1008063" y="329183"/>
                </a:lnTo>
                <a:lnTo>
                  <a:pt x="1052139" y="350477"/>
                </a:lnTo>
                <a:lnTo>
                  <a:pt x="1095896" y="372293"/>
                </a:lnTo>
                <a:lnTo>
                  <a:pt x="1139324" y="394629"/>
                </a:lnTo>
                <a:lnTo>
                  <a:pt x="1182412" y="417483"/>
                </a:lnTo>
                <a:lnTo>
                  <a:pt x="1225149" y="440854"/>
                </a:lnTo>
                <a:lnTo>
                  <a:pt x="1267526" y="464740"/>
                </a:lnTo>
                <a:lnTo>
                  <a:pt x="1309531" y="489140"/>
                </a:lnTo>
                <a:lnTo>
                  <a:pt x="1351155" y="514051"/>
                </a:lnTo>
                <a:lnTo>
                  <a:pt x="1392385" y="539473"/>
                </a:lnTo>
                <a:lnTo>
                  <a:pt x="1433212" y="565403"/>
                </a:lnTo>
                <a:lnTo>
                  <a:pt x="1473626" y="591840"/>
                </a:lnTo>
                <a:lnTo>
                  <a:pt x="1513615" y="618783"/>
                </a:lnTo>
                <a:lnTo>
                  <a:pt x="1553169" y="646229"/>
                </a:lnTo>
                <a:lnTo>
                  <a:pt x="1592277" y="674178"/>
                </a:lnTo>
                <a:lnTo>
                  <a:pt x="1630930" y="702627"/>
                </a:lnTo>
                <a:lnTo>
                  <a:pt x="1669115" y="731575"/>
                </a:lnTo>
                <a:lnTo>
                  <a:pt x="1706824" y="761020"/>
                </a:lnTo>
                <a:lnTo>
                  <a:pt x="1744044" y="790961"/>
                </a:lnTo>
                <a:lnTo>
                  <a:pt x="1780766" y="821395"/>
                </a:lnTo>
                <a:lnTo>
                  <a:pt x="1816979" y="852323"/>
                </a:lnTo>
                <a:lnTo>
                  <a:pt x="1852673" y="883740"/>
                </a:lnTo>
                <a:lnTo>
                  <a:pt x="1887836" y="915648"/>
                </a:lnTo>
                <a:lnTo>
                  <a:pt x="1922459" y="948042"/>
                </a:lnTo>
                <a:lnTo>
                  <a:pt x="1956530" y="980923"/>
                </a:lnTo>
                <a:lnTo>
                  <a:pt x="1990040" y="1014287"/>
                </a:lnTo>
                <a:lnTo>
                  <a:pt x="2022976" y="1048135"/>
                </a:lnTo>
                <a:lnTo>
                  <a:pt x="2055330" y="1082463"/>
                </a:lnTo>
                <a:lnTo>
                  <a:pt x="2087090" y="1117271"/>
                </a:lnTo>
                <a:lnTo>
                  <a:pt x="2118246" y="1152557"/>
                </a:lnTo>
                <a:lnTo>
                  <a:pt x="2148788" y="1188319"/>
                </a:lnTo>
                <a:lnTo>
                  <a:pt x="2178703" y="1224555"/>
                </a:lnTo>
                <a:lnTo>
                  <a:pt x="2207983" y="1261264"/>
                </a:lnTo>
                <a:lnTo>
                  <a:pt x="2236617" y="1298445"/>
                </a:lnTo>
                <a:lnTo>
                  <a:pt x="2264593" y="1336095"/>
                </a:lnTo>
                <a:lnTo>
                  <a:pt x="2294441" y="1377626"/>
                </a:lnTo>
                <a:lnTo>
                  <a:pt x="2323532" y="1419382"/>
                </a:lnTo>
                <a:lnTo>
                  <a:pt x="2351863" y="1461362"/>
                </a:lnTo>
                <a:lnTo>
                  <a:pt x="2379432" y="1503565"/>
                </a:lnTo>
                <a:lnTo>
                  <a:pt x="2406234" y="1545991"/>
                </a:lnTo>
                <a:lnTo>
                  <a:pt x="2432268" y="1588639"/>
                </a:lnTo>
                <a:lnTo>
                  <a:pt x="2457531" y="1631507"/>
                </a:lnTo>
                <a:lnTo>
                  <a:pt x="2482019" y="1674595"/>
                </a:lnTo>
                <a:lnTo>
                  <a:pt x="2505730" y="1717901"/>
                </a:lnTo>
                <a:lnTo>
                  <a:pt x="2528661" y="1761426"/>
                </a:lnTo>
                <a:lnTo>
                  <a:pt x="2550810" y="1805168"/>
                </a:lnTo>
                <a:lnTo>
                  <a:pt x="2572173" y="1849126"/>
                </a:lnTo>
                <a:lnTo>
                  <a:pt x="2592747" y="1893300"/>
                </a:lnTo>
                <a:lnTo>
                  <a:pt x="2612530" y="1937688"/>
                </a:lnTo>
                <a:lnTo>
                  <a:pt x="2631519" y="1982290"/>
                </a:lnTo>
                <a:lnTo>
                  <a:pt x="2649711" y="2027105"/>
                </a:lnTo>
                <a:lnTo>
                  <a:pt x="2667103" y="2072132"/>
                </a:lnTo>
                <a:lnTo>
                  <a:pt x="2683692" y="2117369"/>
                </a:lnTo>
                <a:lnTo>
                  <a:pt x="2699476" y="2162817"/>
                </a:lnTo>
                <a:lnTo>
                  <a:pt x="2714451" y="2208475"/>
                </a:lnTo>
                <a:lnTo>
                  <a:pt x="2728616" y="2254340"/>
                </a:lnTo>
                <a:lnTo>
                  <a:pt x="2741966" y="2300413"/>
                </a:lnTo>
                <a:lnTo>
                  <a:pt x="2754499" y="2346693"/>
                </a:lnTo>
                <a:lnTo>
                  <a:pt x="2766212" y="2393179"/>
                </a:lnTo>
                <a:lnTo>
                  <a:pt x="2777103" y="2439870"/>
                </a:lnTo>
                <a:lnTo>
                  <a:pt x="2787169" y="2486764"/>
                </a:lnTo>
                <a:lnTo>
                  <a:pt x="2796406" y="2533862"/>
                </a:lnTo>
                <a:lnTo>
                  <a:pt x="2804812" y="2581162"/>
                </a:lnTo>
                <a:lnTo>
                  <a:pt x="2812383" y="2628664"/>
                </a:lnTo>
                <a:lnTo>
                  <a:pt x="2819119" y="2676366"/>
                </a:lnTo>
                <a:lnTo>
                  <a:pt x="2825014" y="2724268"/>
                </a:lnTo>
                <a:lnTo>
                  <a:pt x="2830067" y="2772369"/>
                </a:lnTo>
                <a:lnTo>
                  <a:pt x="2834274" y="2820667"/>
                </a:lnTo>
                <a:lnTo>
                  <a:pt x="2837634" y="2869163"/>
                </a:lnTo>
                <a:lnTo>
                  <a:pt x="2840142" y="2917855"/>
                </a:lnTo>
                <a:lnTo>
                  <a:pt x="2841796" y="2966742"/>
                </a:lnTo>
                <a:lnTo>
                  <a:pt x="2842594" y="3015824"/>
                </a:lnTo>
                <a:lnTo>
                  <a:pt x="2842532" y="3065099"/>
                </a:lnTo>
                <a:lnTo>
                  <a:pt x="2841607" y="3114567"/>
                </a:lnTo>
                <a:lnTo>
                  <a:pt x="2839818" y="3164227"/>
                </a:lnTo>
                <a:lnTo>
                  <a:pt x="2837160" y="3214078"/>
                </a:lnTo>
                <a:lnTo>
                  <a:pt x="2833631" y="3264118"/>
                </a:lnTo>
                <a:lnTo>
                  <a:pt x="2829228" y="3314348"/>
                </a:lnTo>
                <a:lnTo>
                  <a:pt x="2823949" y="3364767"/>
                </a:lnTo>
                <a:lnTo>
                  <a:pt x="2817790" y="3415373"/>
                </a:lnTo>
                <a:lnTo>
                  <a:pt x="2810749" y="3466165"/>
                </a:lnTo>
                <a:lnTo>
                  <a:pt x="0" y="3479186"/>
                </a:lnTo>
                <a:close/>
              </a:path>
            </a:pathLst>
          </a:custGeom>
          <a:solidFill>
            <a:srgbClr val="B4D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6" y="6904126"/>
            <a:ext cx="2748915" cy="3382645"/>
          </a:xfrm>
          <a:custGeom>
            <a:avLst/>
            <a:gdLst/>
            <a:ahLst/>
            <a:cxnLst/>
            <a:rect l="l" t="t" r="r" b="b"/>
            <a:pathLst>
              <a:path w="2748915" h="3382645">
                <a:moveTo>
                  <a:pt x="57378" y="490397"/>
                </a:moveTo>
                <a:lnTo>
                  <a:pt x="3314" y="432600"/>
                </a:lnTo>
                <a:lnTo>
                  <a:pt x="838" y="471881"/>
                </a:lnTo>
                <a:lnTo>
                  <a:pt x="3454" y="526186"/>
                </a:lnTo>
                <a:lnTo>
                  <a:pt x="20878" y="531888"/>
                </a:lnTo>
                <a:lnTo>
                  <a:pt x="43091" y="485711"/>
                </a:lnTo>
                <a:lnTo>
                  <a:pt x="57378" y="490397"/>
                </a:lnTo>
                <a:close/>
              </a:path>
              <a:path w="2748915" h="3382645">
                <a:moveTo>
                  <a:pt x="118440" y="2314498"/>
                </a:moveTo>
                <a:lnTo>
                  <a:pt x="87198" y="2237448"/>
                </a:lnTo>
                <a:lnTo>
                  <a:pt x="37642" y="2221217"/>
                </a:lnTo>
                <a:lnTo>
                  <a:pt x="19240" y="2282012"/>
                </a:lnTo>
                <a:lnTo>
                  <a:pt x="118440" y="2314498"/>
                </a:lnTo>
                <a:close/>
              </a:path>
              <a:path w="2748915" h="3382645">
                <a:moveTo>
                  <a:pt x="214160" y="849109"/>
                </a:moveTo>
                <a:lnTo>
                  <a:pt x="67005" y="800912"/>
                </a:lnTo>
                <a:lnTo>
                  <a:pt x="34061" y="856945"/>
                </a:lnTo>
                <a:lnTo>
                  <a:pt x="184061" y="906068"/>
                </a:lnTo>
                <a:lnTo>
                  <a:pt x="214160" y="849109"/>
                </a:lnTo>
                <a:close/>
              </a:path>
              <a:path w="2748915" h="3382645">
                <a:moveTo>
                  <a:pt x="222554" y="3217240"/>
                </a:moveTo>
                <a:lnTo>
                  <a:pt x="59220" y="3163747"/>
                </a:lnTo>
                <a:lnTo>
                  <a:pt x="15900" y="3216376"/>
                </a:lnTo>
                <a:lnTo>
                  <a:pt x="1028" y="3211512"/>
                </a:lnTo>
                <a:lnTo>
                  <a:pt x="3644" y="3265817"/>
                </a:lnTo>
                <a:lnTo>
                  <a:pt x="2298" y="3332200"/>
                </a:lnTo>
                <a:lnTo>
                  <a:pt x="508" y="3358337"/>
                </a:lnTo>
                <a:lnTo>
                  <a:pt x="11125" y="3335083"/>
                </a:lnTo>
                <a:lnTo>
                  <a:pt x="133096" y="3375037"/>
                </a:lnTo>
                <a:lnTo>
                  <a:pt x="218147" y="3376155"/>
                </a:lnTo>
                <a:lnTo>
                  <a:pt x="209562" y="3333254"/>
                </a:lnTo>
                <a:lnTo>
                  <a:pt x="123202" y="3304971"/>
                </a:lnTo>
                <a:lnTo>
                  <a:pt x="170903" y="3267138"/>
                </a:lnTo>
                <a:lnTo>
                  <a:pt x="222554" y="3217240"/>
                </a:lnTo>
                <a:close/>
              </a:path>
              <a:path w="2748915" h="3382645">
                <a:moveTo>
                  <a:pt x="312661" y="2257831"/>
                </a:moveTo>
                <a:lnTo>
                  <a:pt x="202018" y="2221598"/>
                </a:lnTo>
                <a:lnTo>
                  <a:pt x="189953" y="2271103"/>
                </a:lnTo>
                <a:lnTo>
                  <a:pt x="180682" y="2268067"/>
                </a:lnTo>
                <a:lnTo>
                  <a:pt x="144767" y="2323122"/>
                </a:lnTo>
                <a:lnTo>
                  <a:pt x="162636" y="2328976"/>
                </a:lnTo>
                <a:lnTo>
                  <a:pt x="164033" y="2396248"/>
                </a:lnTo>
                <a:lnTo>
                  <a:pt x="247015" y="2423426"/>
                </a:lnTo>
                <a:lnTo>
                  <a:pt x="238340" y="2353767"/>
                </a:lnTo>
                <a:lnTo>
                  <a:pt x="206946" y="2343493"/>
                </a:lnTo>
                <a:lnTo>
                  <a:pt x="216484" y="2346604"/>
                </a:lnTo>
                <a:lnTo>
                  <a:pt x="249072" y="2290470"/>
                </a:lnTo>
                <a:lnTo>
                  <a:pt x="297014" y="2306155"/>
                </a:lnTo>
                <a:lnTo>
                  <a:pt x="312661" y="2257831"/>
                </a:lnTo>
                <a:close/>
              </a:path>
              <a:path w="2748915" h="3382645">
                <a:moveTo>
                  <a:pt x="320230" y="2193493"/>
                </a:moveTo>
                <a:lnTo>
                  <a:pt x="130644" y="2131403"/>
                </a:lnTo>
                <a:lnTo>
                  <a:pt x="130581" y="2131606"/>
                </a:lnTo>
                <a:lnTo>
                  <a:pt x="112433" y="2192248"/>
                </a:lnTo>
                <a:lnTo>
                  <a:pt x="202018" y="2221598"/>
                </a:lnTo>
                <a:lnTo>
                  <a:pt x="297281" y="2252789"/>
                </a:lnTo>
                <a:lnTo>
                  <a:pt x="320230" y="2193493"/>
                </a:lnTo>
                <a:close/>
              </a:path>
              <a:path w="2748915" h="3382645">
                <a:moveTo>
                  <a:pt x="323532" y="203377"/>
                </a:moveTo>
                <a:lnTo>
                  <a:pt x="318643" y="134950"/>
                </a:lnTo>
                <a:lnTo>
                  <a:pt x="281444" y="122770"/>
                </a:lnTo>
                <a:lnTo>
                  <a:pt x="280187" y="68910"/>
                </a:lnTo>
                <a:lnTo>
                  <a:pt x="238455" y="55232"/>
                </a:lnTo>
                <a:lnTo>
                  <a:pt x="213702" y="100584"/>
                </a:lnTo>
                <a:lnTo>
                  <a:pt x="221348" y="103098"/>
                </a:lnTo>
                <a:lnTo>
                  <a:pt x="225653" y="171323"/>
                </a:lnTo>
                <a:lnTo>
                  <a:pt x="297586" y="194881"/>
                </a:lnTo>
                <a:lnTo>
                  <a:pt x="323532" y="203377"/>
                </a:lnTo>
                <a:close/>
              </a:path>
              <a:path w="2748915" h="3382645">
                <a:moveTo>
                  <a:pt x="385826" y="277228"/>
                </a:moveTo>
                <a:lnTo>
                  <a:pt x="374904" y="220205"/>
                </a:lnTo>
                <a:lnTo>
                  <a:pt x="297586" y="194881"/>
                </a:lnTo>
                <a:lnTo>
                  <a:pt x="284111" y="243916"/>
                </a:lnTo>
                <a:lnTo>
                  <a:pt x="385826" y="277228"/>
                </a:lnTo>
                <a:close/>
              </a:path>
              <a:path w="2748915" h="3382645">
                <a:moveTo>
                  <a:pt x="482981" y="1752333"/>
                </a:moveTo>
                <a:lnTo>
                  <a:pt x="395986" y="1723847"/>
                </a:lnTo>
                <a:lnTo>
                  <a:pt x="374205" y="1770164"/>
                </a:lnTo>
                <a:lnTo>
                  <a:pt x="471373" y="1801990"/>
                </a:lnTo>
                <a:lnTo>
                  <a:pt x="473671" y="1802739"/>
                </a:lnTo>
                <a:lnTo>
                  <a:pt x="482981" y="1752333"/>
                </a:lnTo>
                <a:close/>
              </a:path>
              <a:path w="2748915" h="3382645">
                <a:moveTo>
                  <a:pt x="504037" y="382765"/>
                </a:moveTo>
                <a:lnTo>
                  <a:pt x="404723" y="350240"/>
                </a:lnTo>
                <a:lnTo>
                  <a:pt x="378218" y="408381"/>
                </a:lnTo>
                <a:lnTo>
                  <a:pt x="389394" y="412038"/>
                </a:lnTo>
                <a:lnTo>
                  <a:pt x="504037" y="382765"/>
                </a:lnTo>
                <a:close/>
              </a:path>
              <a:path w="2748915" h="3382645">
                <a:moveTo>
                  <a:pt x="524954" y="3129178"/>
                </a:moveTo>
                <a:lnTo>
                  <a:pt x="163741" y="3010890"/>
                </a:lnTo>
                <a:lnTo>
                  <a:pt x="140982" y="3070250"/>
                </a:lnTo>
                <a:lnTo>
                  <a:pt x="102755" y="3124555"/>
                </a:lnTo>
                <a:lnTo>
                  <a:pt x="137909" y="3136061"/>
                </a:lnTo>
                <a:lnTo>
                  <a:pt x="193027" y="3087293"/>
                </a:lnTo>
                <a:lnTo>
                  <a:pt x="443420" y="3169310"/>
                </a:lnTo>
                <a:lnTo>
                  <a:pt x="438658" y="3234550"/>
                </a:lnTo>
                <a:lnTo>
                  <a:pt x="489165" y="3184283"/>
                </a:lnTo>
                <a:lnTo>
                  <a:pt x="524954" y="3129178"/>
                </a:lnTo>
                <a:close/>
              </a:path>
              <a:path w="2748915" h="3382645">
                <a:moveTo>
                  <a:pt x="547331" y="3016237"/>
                </a:moveTo>
                <a:lnTo>
                  <a:pt x="545477" y="2948813"/>
                </a:lnTo>
                <a:lnTo>
                  <a:pt x="309333" y="2871470"/>
                </a:lnTo>
                <a:lnTo>
                  <a:pt x="309537" y="2938361"/>
                </a:lnTo>
                <a:lnTo>
                  <a:pt x="319773" y="2941713"/>
                </a:lnTo>
                <a:lnTo>
                  <a:pt x="292620" y="2999638"/>
                </a:lnTo>
                <a:lnTo>
                  <a:pt x="165582" y="2958033"/>
                </a:lnTo>
                <a:lnTo>
                  <a:pt x="169443" y="2945930"/>
                </a:lnTo>
                <a:lnTo>
                  <a:pt x="181038" y="2896273"/>
                </a:lnTo>
                <a:lnTo>
                  <a:pt x="137515" y="2850565"/>
                </a:lnTo>
                <a:lnTo>
                  <a:pt x="137515" y="2882023"/>
                </a:lnTo>
                <a:lnTo>
                  <a:pt x="112090" y="2940507"/>
                </a:lnTo>
                <a:lnTo>
                  <a:pt x="118275" y="2942539"/>
                </a:lnTo>
                <a:lnTo>
                  <a:pt x="96520" y="2935414"/>
                </a:lnTo>
                <a:lnTo>
                  <a:pt x="105283" y="2871482"/>
                </a:lnTo>
                <a:lnTo>
                  <a:pt x="137515" y="2882023"/>
                </a:lnTo>
                <a:lnTo>
                  <a:pt x="137515" y="2850565"/>
                </a:lnTo>
                <a:lnTo>
                  <a:pt x="88620" y="2799194"/>
                </a:lnTo>
                <a:lnTo>
                  <a:pt x="56845" y="2788780"/>
                </a:lnTo>
                <a:lnTo>
                  <a:pt x="7505" y="2839440"/>
                </a:lnTo>
                <a:lnTo>
                  <a:pt x="1079" y="2837332"/>
                </a:lnTo>
                <a:lnTo>
                  <a:pt x="1282" y="2944317"/>
                </a:lnTo>
                <a:lnTo>
                  <a:pt x="83896" y="2864472"/>
                </a:lnTo>
                <a:lnTo>
                  <a:pt x="66954" y="2925724"/>
                </a:lnTo>
                <a:lnTo>
                  <a:pt x="70167" y="2926778"/>
                </a:lnTo>
                <a:lnTo>
                  <a:pt x="46685" y="2972549"/>
                </a:lnTo>
                <a:lnTo>
                  <a:pt x="2451" y="2958058"/>
                </a:lnTo>
                <a:lnTo>
                  <a:pt x="1104" y="3024441"/>
                </a:lnTo>
                <a:lnTo>
                  <a:pt x="4254" y="3025483"/>
                </a:lnTo>
                <a:lnTo>
                  <a:pt x="1295" y="3037865"/>
                </a:lnTo>
                <a:lnTo>
                  <a:pt x="2374" y="3145129"/>
                </a:lnTo>
                <a:lnTo>
                  <a:pt x="59220" y="3163747"/>
                </a:lnTo>
                <a:lnTo>
                  <a:pt x="147599" y="3192691"/>
                </a:lnTo>
                <a:lnTo>
                  <a:pt x="153492" y="3141167"/>
                </a:lnTo>
                <a:lnTo>
                  <a:pt x="102755" y="3124555"/>
                </a:lnTo>
                <a:lnTo>
                  <a:pt x="50253" y="3040545"/>
                </a:lnTo>
                <a:lnTo>
                  <a:pt x="57658" y="3042958"/>
                </a:lnTo>
                <a:lnTo>
                  <a:pt x="82740" y="2984360"/>
                </a:lnTo>
                <a:lnTo>
                  <a:pt x="126365" y="2998647"/>
                </a:lnTo>
                <a:lnTo>
                  <a:pt x="153568" y="2954109"/>
                </a:lnTo>
                <a:lnTo>
                  <a:pt x="163029" y="2957207"/>
                </a:lnTo>
                <a:lnTo>
                  <a:pt x="157251" y="3008757"/>
                </a:lnTo>
                <a:lnTo>
                  <a:pt x="163741" y="3010890"/>
                </a:lnTo>
                <a:lnTo>
                  <a:pt x="337007" y="3067621"/>
                </a:lnTo>
                <a:lnTo>
                  <a:pt x="356908" y="3020695"/>
                </a:lnTo>
                <a:lnTo>
                  <a:pt x="372503" y="3025800"/>
                </a:lnTo>
                <a:lnTo>
                  <a:pt x="385419" y="2963214"/>
                </a:lnTo>
                <a:lnTo>
                  <a:pt x="535533" y="3012376"/>
                </a:lnTo>
                <a:lnTo>
                  <a:pt x="547331" y="3016237"/>
                </a:lnTo>
                <a:close/>
              </a:path>
              <a:path w="2748915" h="3382645">
                <a:moveTo>
                  <a:pt x="562406" y="1831797"/>
                </a:moveTo>
                <a:lnTo>
                  <a:pt x="515708" y="1816506"/>
                </a:lnTo>
                <a:lnTo>
                  <a:pt x="481660" y="1872170"/>
                </a:lnTo>
                <a:lnTo>
                  <a:pt x="546925" y="1893544"/>
                </a:lnTo>
                <a:lnTo>
                  <a:pt x="562406" y="1831797"/>
                </a:lnTo>
                <a:close/>
              </a:path>
              <a:path w="2748915" h="3382645">
                <a:moveTo>
                  <a:pt x="654519" y="1300683"/>
                </a:moveTo>
                <a:lnTo>
                  <a:pt x="639368" y="1295730"/>
                </a:lnTo>
                <a:lnTo>
                  <a:pt x="649109" y="1245463"/>
                </a:lnTo>
                <a:lnTo>
                  <a:pt x="551611" y="1213535"/>
                </a:lnTo>
                <a:lnTo>
                  <a:pt x="546011" y="1265148"/>
                </a:lnTo>
                <a:lnTo>
                  <a:pt x="576808" y="1275245"/>
                </a:lnTo>
                <a:lnTo>
                  <a:pt x="558330" y="1336001"/>
                </a:lnTo>
                <a:lnTo>
                  <a:pt x="632790" y="1360398"/>
                </a:lnTo>
                <a:lnTo>
                  <a:pt x="654519" y="1300683"/>
                </a:lnTo>
                <a:close/>
              </a:path>
              <a:path w="2748915" h="3382645">
                <a:moveTo>
                  <a:pt x="681101" y="3060039"/>
                </a:moveTo>
                <a:lnTo>
                  <a:pt x="535533" y="3012376"/>
                </a:lnTo>
                <a:lnTo>
                  <a:pt x="513054" y="3071825"/>
                </a:lnTo>
                <a:lnTo>
                  <a:pt x="535127" y="3079064"/>
                </a:lnTo>
                <a:lnTo>
                  <a:pt x="475665" y="3059582"/>
                </a:lnTo>
                <a:lnTo>
                  <a:pt x="454418" y="3106077"/>
                </a:lnTo>
                <a:lnTo>
                  <a:pt x="524954" y="3129178"/>
                </a:lnTo>
                <a:lnTo>
                  <a:pt x="564324" y="3142069"/>
                </a:lnTo>
                <a:lnTo>
                  <a:pt x="593979" y="3098342"/>
                </a:lnTo>
                <a:lnTo>
                  <a:pt x="642962" y="3114370"/>
                </a:lnTo>
                <a:lnTo>
                  <a:pt x="681101" y="3060039"/>
                </a:lnTo>
                <a:close/>
              </a:path>
              <a:path w="2748915" h="3382645">
                <a:moveTo>
                  <a:pt x="828852" y="2921343"/>
                </a:moveTo>
                <a:lnTo>
                  <a:pt x="667181" y="2868396"/>
                </a:lnTo>
                <a:lnTo>
                  <a:pt x="688530" y="2942209"/>
                </a:lnTo>
                <a:lnTo>
                  <a:pt x="815530" y="2983801"/>
                </a:lnTo>
                <a:lnTo>
                  <a:pt x="828852" y="2921343"/>
                </a:lnTo>
                <a:close/>
              </a:path>
              <a:path w="2748915" h="3382645">
                <a:moveTo>
                  <a:pt x="905217" y="1021969"/>
                </a:moveTo>
                <a:lnTo>
                  <a:pt x="796696" y="1039888"/>
                </a:lnTo>
                <a:lnTo>
                  <a:pt x="542556" y="956665"/>
                </a:lnTo>
                <a:lnTo>
                  <a:pt x="670128" y="998435"/>
                </a:lnTo>
                <a:lnTo>
                  <a:pt x="660577" y="928484"/>
                </a:lnTo>
                <a:lnTo>
                  <a:pt x="592226" y="906106"/>
                </a:lnTo>
                <a:lnTo>
                  <a:pt x="596976" y="854202"/>
                </a:lnTo>
                <a:lnTo>
                  <a:pt x="605548" y="790194"/>
                </a:lnTo>
                <a:lnTo>
                  <a:pt x="525500" y="763993"/>
                </a:lnTo>
                <a:lnTo>
                  <a:pt x="525500" y="830808"/>
                </a:lnTo>
                <a:lnTo>
                  <a:pt x="514565" y="880668"/>
                </a:lnTo>
                <a:lnTo>
                  <a:pt x="445985" y="858215"/>
                </a:lnTo>
                <a:lnTo>
                  <a:pt x="459308" y="809129"/>
                </a:lnTo>
                <a:lnTo>
                  <a:pt x="525500" y="830808"/>
                </a:lnTo>
                <a:lnTo>
                  <a:pt x="525500" y="763993"/>
                </a:lnTo>
                <a:lnTo>
                  <a:pt x="382346" y="717105"/>
                </a:lnTo>
                <a:lnTo>
                  <a:pt x="408952" y="725805"/>
                </a:lnTo>
                <a:lnTo>
                  <a:pt x="403733" y="657275"/>
                </a:lnTo>
                <a:lnTo>
                  <a:pt x="358902" y="709422"/>
                </a:lnTo>
                <a:lnTo>
                  <a:pt x="296684" y="689051"/>
                </a:lnTo>
                <a:lnTo>
                  <a:pt x="296684" y="755878"/>
                </a:lnTo>
                <a:lnTo>
                  <a:pt x="292950" y="764692"/>
                </a:lnTo>
                <a:lnTo>
                  <a:pt x="292950" y="995184"/>
                </a:lnTo>
                <a:lnTo>
                  <a:pt x="261874" y="1051826"/>
                </a:lnTo>
                <a:lnTo>
                  <a:pt x="197358" y="1030693"/>
                </a:lnTo>
                <a:lnTo>
                  <a:pt x="218821" y="970902"/>
                </a:lnTo>
                <a:lnTo>
                  <a:pt x="292950" y="995184"/>
                </a:lnTo>
                <a:lnTo>
                  <a:pt x="292950" y="764692"/>
                </a:lnTo>
                <a:lnTo>
                  <a:pt x="276796" y="802805"/>
                </a:lnTo>
                <a:lnTo>
                  <a:pt x="276174" y="802601"/>
                </a:lnTo>
                <a:lnTo>
                  <a:pt x="287032" y="752703"/>
                </a:lnTo>
                <a:lnTo>
                  <a:pt x="296684" y="755878"/>
                </a:lnTo>
                <a:lnTo>
                  <a:pt x="296684" y="689051"/>
                </a:lnTo>
                <a:lnTo>
                  <a:pt x="2108" y="592569"/>
                </a:lnTo>
                <a:lnTo>
                  <a:pt x="762" y="658939"/>
                </a:lnTo>
                <a:lnTo>
                  <a:pt x="3378" y="713257"/>
                </a:lnTo>
                <a:lnTo>
                  <a:pt x="99555" y="744766"/>
                </a:lnTo>
                <a:lnTo>
                  <a:pt x="95694" y="756856"/>
                </a:lnTo>
                <a:lnTo>
                  <a:pt x="84150" y="806526"/>
                </a:lnTo>
                <a:lnTo>
                  <a:pt x="214160" y="849109"/>
                </a:lnTo>
                <a:lnTo>
                  <a:pt x="266636" y="866305"/>
                </a:lnTo>
                <a:lnTo>
                  <a:pt x="184061" y="906068"/>
                </a:lnTo>
                <a:lnTo>
                  <a:pt x="220103" y="917879"/>
                </a:lnTo>
                <a:lnTo>
                  <a:pt x="34061" y="856945"/>
                </a:lnTo>
                <a:lnTo>
                  <a:pt x="31686" y="789343"/>
                </a:lnTo>
                <a:lnTo>
                  <a:pt x="2032" y="779627"/>
                </a:lnTo>
                <a:lnTo>
                  <a:pt x="685" y="846010"/>
                </a:lnTo>
                <a:lnTo>
                  <a:pt x="3302" y="900315"/>
                </a:lnTo>
                <a:lnTo>
                  <a:pt x="609" y="1033081"/>
                </a:lnTo>
                <a:lnTo>
                  <a:pt x="50330" y="1049375"/>
                </a:lnTo>
                <a:lnTo>
                  <a:pt x="51206" y="1103109"/>
                </a:lnTo>
                <a:lnTo>
                  <a:pt x="89801" y="1115745"/>
                </a:lnTo>
                <a:lnTo>
                  <a:pt x="111086" y="1069263"/>
                </a:lnTo>
                <a:lnTo>
                  <a:pt x="343522" y="1145387"/>
                </a:lnTo>
                <a:lnTo>
                  <a:pt x="347992" y="1267117"/>
                </a:lnTo>
                <a:lnTo>
                  <a:pt x="432308" y="1294726"/>
                </a:lnTo>
                <a:lnTo>
                  <a:pt x="451942" y="1234351"/>
                </a:lnTo>
                <a:lnTo>
                  <a:pt x="407009" y="1219631"/>
                </a:lnTo>
                <a:lnTo>
                  <a:pt x="360337" y="1150886"/>
                </a:lnTo>
                <a:lnTo>
                  <a:pt x="386715" y="1092720"/>
                </a:lnTo>
                <a:lnTo>
                  <a:pt x="421043" y="1103960"/>
                </a:lnTo>
                <a:lnTo>
                  <a:pt x="411581" y="1167676"/>
                </a:lnTo>
                <a:lnTo>
                  <a:pt x="551611" y="1213535"/>
                </a:lnTo>
                <a:lnTo>
                  <a:pt x="637400" y="1241628"/>
                </a:lnTo>
                <a:lnTo>
                  <a:pt x="670382" y="1185633"/>
                </a:lnTo>
                <a:lnTo>
                  <a:pt x="673417" y="1186611"/>
                </a:lnTo>
                <a:lnTo>
                  <a:pt x="695401" y="1126985"/>
                </a:lnTo>
                <a:lnTo>
                  <a:pt x="602234" y="1096479"/>
                </a:lnTo>
                <a:lnTo>
                  <a:pt x="615632" y="1047407"/>
                </a:lnTo>
                <a:lnTo>
                  <a:pt x="398614" y="976337"/>
                </a:lnTo>
                <a:lnTo>
                  <a:pt x="425310" y="918273"/>
                </a:lnTo>
                <a:lnTo>
                  <a:pt x="418261" y="982764"/>
                </a:lnTo>
                <a:lnTo>
                  <a:pt x="615632" y="1047407"/>
                </a:lnTo>
                <a:lnTo>
                  <a:pt x="632587" y="1052957"/>
                </a:lnTo>
                <a:lnTo>
                  <a:pt x="845439" y="1122667"/>
                </a:lnTo>
                <a:lnTo>
                  <a:pt x="877963" y="1066507"/>
                </a:lnTo>
                <a:lnTo>
                  <a:pt x="905217" y="1021969"/>
                </a:lnTo>
                <a:close/>
              </a:path>
              <a:path w="2748915" h="3382645">
                <a:moveTo>
                  <a:pt x="910894" y="1010475"/>
                </a:moveTo>
                <a:lnTo>
                  <a:pt x="908875" y="1009802"/>
                </a:lnTo>
                <a:lnTo>
                  <a:pt x="905217" y="1021969"/>
                </a:lnTo>
                <a:lnTo>
                  <a:pt x="910894" y="1010475"/>
                </a:lnTo>
                <a:close/>
              </a:path>
              <a:path w="2748915" h="3382645">
                <a:moveTo>
                  <a:pt x="943952" y="1088110"/>
                </a:moveTo>
                <a:lnTo>
                  <a:pt x="845439" y="1122667"/>
                </a:lnTo>
                <a:lnTo>
                  <a:pt x="929779" y="1150289"/>
                </a:lnTo>
                <a:lnTo>
                  <a:pt x="943952" y="1088110"/>
                </a:lnTo>
                <a:close/>
              </a:path>
              <a:path w="2748915" h="3382645">
                <a:moveTo>
                  <a:pt x="1042314" y="1307414"/>
                </a:moveTo>
                <a:lnTo>
                  <a:pt x="1034719" y="1304925"/>
                </a:lnTo>
                <a:lnTo>
                  <a:pt x="1034415" y="1238021"/>
                </a:lnTo>
                <a:lnTo>
                  <a:pt x="761669" y="1148689"/>
                </a:lnTo>
                <a:lnTo>
                  <a:pt x="937196" y="1206169"/>
                </a:lnTo>
                <a:lnTo>
                  <a:pt x="946289" y="1155700"/>
                </a:lnTo>
                <a:lnTo>
                  <a:pt x="632587" y="1052957"/>
                </a:lnTo>
                <a:lnTo>
                  <a:pt x="621919" y="1102918"/>
                </a:lnTo>
                <a:lnTo>
                  <a:pt x="695401" y="1126985"/>
                </a:lnTo>
                <a:lnTo>
                  <a:pt x="733285" y="1139405"/>
                </a:lnTo>
                <a:lnTo>
                  <a:pt x="711555" y="1199095"/>
                </a:lnTo>
                <a:lnTo>
                  <a:pt x="693356" y="1259954"/>
                </a:lnTo>
                <a:lnTo>
                  <a:pt x="719912" y="1268653"/>
                </a:lnTo>
                <a:lnTo>
                  <a:pt x="979703" y="1353731"/>
                </a:lnTo>
                <a:lnTo>
                  <a:pt x="1042314" y="1307414"/>
                </a:lnTo>
                <a:close/>
              </a:path>
              <a:path w="2748915" h="3382645">
                <a:moveTo>
                  <a:pt x="1073251" y="502361"/>
                </a:moveTo>
                <a:lnTo>
                  <a:pt x="1066190" y="446595"/>
                </a:lnTo>
                <a:lnTo>
                  <a:pt x="987831" y="420928"/>
                </a:lnTo>
                <a:lnTo>
                  <a:pt x="944651" y="460248"/>
                </a:lnTo>
                <a:lnTo>
                  <a:pt x="1073251" y="502361"/>
                </a:lnTo>
                <a:close/>
              </a:path>
              <a:path w="2748915" h="3382645">
                <a:moveTo>
                  <a:pt x="1152118" y="2212022"/>
                </a:moveTo>
                <a:lnTo>
                  <a:pt x="1044409" y="2176754"/>
                </a:lnTo>
                <a:lnTo>
                  <a:pt x="1010691" y="2232520"/>
                </a:lnTo>
                <a:lnTo>
                  <a:pt x="941298" y="2209800"/>
                </a:lnTo>
                <a:lnTo>
                  <a:pt x="974775" y="2153958"/>
                </a:lnTo>
                <a:lnTo>
                  <a:pt x="1002741" y="2163102"/>
                </a:lnTo>
                <a:lnTo>
                  <a:pt x="1043940" y="2056320"/>
                </a:lnTo>
                <a:lnTo>
                  <a:pt x="998689" y="2041499"/>
                </a:lnTo>
                <a:lnTo>
                  <a:pt x="972896" y="2099868"/>
                </a:lnTo>
                <a:lnTo>
                  <a:pt x="919314" y="2082330"/>
                </a:lnTo>
                <a:lnTo>
                  <a:pt x="899058" y="2129142"/>
                </a:lnTo>
                <a:lnTo>
                  <a:pt x="943521" y="2143709"/>
                </a:lnTo>
                <a:lnTo>
                  <a:pt x="885469" y="2124697"/>
                </a:lnTo>
                <a:lnTo>
                  <a:pt x="885469" y="2258339"/>
                </a:lnTo>
                <a:lnTo>
                  <a:pt x="837196" y="2242528"/>
                </a:lnTo>
                <a:lnTo>
                  <a:pt x="866089" y="2185174"/>
                </a:lnTo>
                <a:lnTo>
                  <a:pt x="884656" y="2191258"/>
                </a:lnTo>
                <a:lnTo>
                  <a:pt x="872197" y="2253983"/>
                </a:lnTo>
                <a:lnTo>
                  <a:pt x="885469" y="2258339"/>
                </a:lnTo>
                <a:lnTo>
                  <a:pt x="885469" y="2124697"/>
                </a:lnTo>
                <a:lnTo>
                  <a:pt x="679564" y="2057260"/>
                </a:lnTo>
                <a:lnTo>
                  <a:pt x="664083" y="2119007"/>
                </a:lnTo>
                <a:lnTo>
                  <a:pt x="680046" y="2124252"/>
                </a:lnTo>
                <a:lnTo>
                  <a:pt x="659980" y="2184489"/>
                </a:lnTo>
                <a:lnTo>
                  <a:pt x="655916" y="2183155"/>
                </a:lnTo>
                <a:lnTo>
                  <a:pt x="637895" y="2230704"/>
                </a:lnTo>
                <a:lnTo>
                  <a:pt x="944549" y="2331135"/>
                </a:lnTo>
                <a:lnTo>
                  <a:pt x="962736" y="2283650"/>
                </a:lnTo>
                <a:lnTo>
                  <a:pt x="1074801" y="2320340"/>
                </a:lnTo>
                <a:lnTo>
                  <a:pt x="1152118" y="2212022"/>
                </a:lnTo>
                <a:close/>
              </a:path>
              <a:path w="2748915" h="3382645">
                <a:moveTo>
                  <a:pt x="1226273" y="2557043"/>
                </a:moveTo>
                <a:lnTo>
                  <a:pt x="566242" y="2340876"/>
                </a:lnTo>
                <a:lnTo>
                  <a:pt x="597230" y="2404478"/>
                </a:lnTo>
                <a:lnTo>
                  <a:pt x="1066330" y="2558110"/>
                </a:lnTo>
                <a:lnTo>
                  <a:pt x="1147279" y="2584627"/>
                </a:lnTo>
                <a:lnTo>
                  <a:pt x="1188529" y="2598128"/>
                </a:lnTo>
                <a:lnTo>
                  <a:pt x="1226273" y="2557043"/>
                </a:lnTo>
                <a:close/>
              </a:path>
              <a:path w="2748915" h="3382645">
                <a:moveTo>
                  <a:pt x="1307426" y="2516797"/>
                </a:moveTo>
                <a:lnTo>
                  <a:pt x="1157668" y="2467749"/>
                </a:lnTo>
                <a:lnTo>
                  <a:pt x="1157605" y="2467953"/>
                </a:lnTo>
                <a:lnTo>
                  <a:pt x="1151636" y="2532596"/>
                </a:lnTo>
                <a:lnTo>
                  <a:pt x="1226273" y="2557043"/>
                </a:lnTo>
                <a:lnTo>
                  <a:pt x="1303616" y="2582367"/>
                </a:lnTo>
                <a:lnTo>
                  <a:pt x="1307426" y="2516797"/>
                </a:lnTo>
                <a:close/>
              </a:path>
              <a:path w="2748915" h="3382645">
                <a:moveTo>
                  <a:pt x="1309065" y="579589"/>
                </a:moveTo>
                <a:lnTo>
                  <a:pt x="1306398" y="525259"/>
                </a:lnTo>
                <a:lnTo>
                  <a:pt x="1297978" y="522503"/>
                </a:lnTo>
                <a:lnTo>
                  <a:pt x="1272006" y="567448"/>
                </a:lnTo>
                <a:lnTo>
                  <a:pt x="1309065" y="579589"/>
                </a:lnTo>
                <a:close/>
              </a:path>
              <a:path w="2748915" h="3382645">
                <a:moveTo>
                  <a:pt x="1440091" y="2814155"/>
                </a:moveTo>
                <a:lnTo>
                  <a:pt x="1424914" y="2742374"/>
                </a:lnTo>
                <a:lnTo>
                  <a:pt x="1401724" y="2734780"/>
                </a:lnTo>
                <a:lnTo>
                  <a:pt x="1413116" y="2671686"/>
                </a:lnTo>
                <a:lnTo>
                  <a:pt x="1147279" y="2584627"/>
                </a:lnTo>
                <a:lnTo>
                  <a:pt x="1123518" y="2643657"/>
                </a:lnTo>
                <a:lnTo>
                  <a:pt x="1387017" y="2729966"/>
                </a:lnTo>
                <a:lnTo>
                  <a:pt x="1022972" y="2610739"/>
                </a:lnTo>
                <a:lnTo>
                  <a:pt x="1066330" y="2558110"/>
                </a:lnTo>
                <a:lnTo>
                  <a:pt x="543153" y="2386774"/>
                </a:lnTo>
                <a:lnTo>
                  <a:pt x="566242" y="2340876"/>
                </a:lnTo>
                <a:lnTo>
                  <a:pt x="450202" y="2302878"/>
                </a:lnTo>
                <a:lnTo>
                  <a:pt x="467601" y="2241766"/>
                </a:lnTo>
                <a:lnTo>
                  <a:pt x="482727" y="2246719"/>
                </a:lnTo>
                <a:lnTo>
                  <a:pt x="482663" y="2246909"/>
                </a:lnTo>
                <a:lnTo>
                  <a:pt x="460502" y="2306243"/>
                </a:lnTo>
                <a:lnTo>
                  <a:pt x="566242" y="2340876"/>
                </a:lnTo>
                <a:lnTo>
                  <a:pt x="1138593" y="2528316"/>
                </a:lnTo>
                <a:lnTo>
                  <a:pt x="1157605" y="2467953"/>
                </a:lnTo>
                <a:lnTo>
                  <a:pt x="1157617" y="2467737"/>
                </a:lnTo>
                <a:lnTo>
                  <a:pt x="955370" y="2401506"/>
                </a:lnTo>
                <a:lnTo>
                  <a:pt x="952601" y="2333777"/>
                </a:lnTo>
                <a:lnTo>
                  <a:pt x="499516" y="2185390"/>
                </a:lnTo>
                <a:lnTo>
                  <a:pt x="390779" y="2216594"/>
                </a:lnTo>
                <a:lnTo>
                  <a:pt x="315544" y="2125141"/>
                </a:lnTo>
                <a:lnTo>
                  <a:pt x="319938" y="2126577"/>
                </a:lnTo>
                <a:lnTo>
                  <a:pt x="339585" y="2079574"/>
                </a:lnTo>
                <a:lnTo>
                  <a:pt x="525703" y="2140508"/>
                </a:lnTo>
                <a:lnTo>
                  <a:pt x="577049" y="2090521"/>
                </a:lnTo>
                <a:lnTo>
                  <a:pt x="606209" y="2100059"/>
                </a:lnTo>
                <a:lnTo>
                  <a:pt x="654240" y="2048967"/>
                </a:lnTo>
                <a:lnTo>
                  <a:pt x="364197" y="1953983"/>
                </a:lnTo>
                <a:lnTo>
                  <a:pt x="339813" y="2012810"/>
                </a:lnTo>
                <a:lnTo>
                  <a:pt x="453986" y="2050211"/>
                </a:lnTo>
                <a:lnTo>
                  <a:pt x="218262" y="1973008"/>
                </a:lnTo>
                <a:lnTo>
                  <a:pt x="195211" y="2018906"/>
                </a:lnTo>
                <a:lnTo>
                  <a:pt x="135255" y="1945817"/>
                </a:lnTo>
                <a:lnTo>
                  <a:pt x="218262" y="1973008"/>
                </a:lnTo>
                <a:lnTo>
                  <a:pt x="339813" y="2012810"/>
                </a:lnTo>
                <a:lnTo>
                  <a:pt x="314693" y="1937766"/>
                </a:lnTo>
                <a:lnTo>
                  <a:pt x="383679" y="1840090"/>
                </a:lnTo>
                <a:lnTo>
                  <a:pt x="394144" y="1843532"/>
                </a:lnTo>
                <a:lnTo>
                  <a:pt x="383095" y="1906714"/>
                </a:lnTo>
                <a:lnTo>
                  <a:pt x="387756" y="1908251"/>
                </a:lnTo>
                <a:lnTo>
                  <a:pt x="368401" y="1955355"/>
                </a:lnTo>
                <a:lnTo>
                  <a:pt x="504647" y="1999970"/>
                </a:lnTo>
                <a:lnTo>
                  <a:pt x="487654" y="1940966"/>
                </a:lnTo>
                <a:lnTo>
                  <a:pt x="530352" y="1954936"/>
                </a:lnTo>
                <a:lnTo>
                  <a:pt x="553300" y="1895640"/>
                </a:lnTo>
                <a:lnTo>
                  <a:pt x="441490" y="1859026"/>
                </a:lnTo>
                <a:lnTo>
                  <a:pt x="471373" y="1801990"/>
                </a:lnTo>
                <a:lnTo>
                  <a:pt x="365315" y="1767255"/>
                </a:lnTo>
                <a:lnTo>
                  <a:pt x="345935" y="1827720"/>
                </a:lnTo>
                <a:lnTo>
                  <a:pt x="195059" y="1845132"/>
                </a:lnTo>
                <a:lnTo>
                  <a:pt x="149720" y="1883740"/>
                </a:lnTo>
                <a:lnTo>
                  <a:pt x="67614" y="1803387"/>
                </a:lnTo>
                <a:lnTo>
                  <a:pt x="118148" y="1753120"/>
                </a:lnTo>
                <a:lnTo>
                  <a:pt x="1651" y="1714969"/>
                </a:lnTo>
                <a:lnTo>
                  <a:pt x="596" y="1741347"/>
                </a:lnTo>
                <a:lnTo>
                  <a:pt x="28359" y="1790534"/>
                </a:lnTo>
                <a:lnTo>
                  <a:pt x="304" y="1781352"/>
                </a:lnTo>
                <a:lnTo>
                  <a:pt x="2908" y="1835658"/>
                </a:lnTo>
                <a:lnTo>
                  <a:pt x="228" y="1968411"/>
                </a:lnTo>
                <a:lnTo>
                  <a:pt x="1485" y="2089099"/>
                </a:lnTo>
                <a:lnTo>
                  <a:pt x="110477" y="2124799"/>
                </a:lnTo>
                <a:lnTo>
                  <a:pt x="141427" y="2068106"/>
                </a:lnTo>
                <a:lnTo>
                  <a:pt x="167627" y="2023237"/>
                </a:lnTo>
                <a:lnTo>
                  <a:pt x="191020" y="2030895"/>
                </a:lnTo>
                <a:lnTo>
                  <a:pt x="193776" y="2031809"/>
                </a:lnTo>
                <a:lnTo>
                  <a:pt x="209956" y="2037118"/>
                </a:lnTo>
                <a:lnTo>
                  <a:pt x="210870" y="2090851"/>
                </a:lnTo>
                <a:lnTo>
                  <a:pt x="219329" y="2093633"/>
                </a:lnTo>
                <a:lnTo>
                  <a:pt x="193700" y="2152053"/>
                </a:lnTo>
                <a:lnTo>
                  <a:pt x="320230" y="2193493"/>
                </a:lnTo>
                <a:lnTo>
                  <a:pt x="348729" y="2202840"/>
                </a:lnTo>
                <a:lnTo>
                  <a:pt x="348678" y="2203031"/>
                </a:lnTo>
                <a:lnTo>
                  <a:pt x="329234" y="2263254"/>
                </a:lnTo>
                <a:lnTo>
                  <a:pt x="350761" y="2270315"/>
                </a:lnTo>
                <a:lnTo>
                  <a:pt x="356730" y="2325713"/>
                </a:lnTo>
                <a:lnTo>
                  <a:pt x="338950" y="2386711"/>
                </a:lnTo>
                <a:lnTo>
                  <a:pt x="332206" y="2384501"/>
                </a:lnTo>
                <a:lnTo>
                  <a:pt x="308025" y="2443403"/>
                </a:lnTo>
                <a:lnTo>
                  <a:pt x="389267" y="2403195"/>
                </a:lnTo>
                <a:lnTo>
                  <a:pt x="372173" y="2464409"/>
                </a:lnTo>
                <a:lnTo>
                  <a:pt x="343369" y="2575255"/>
                </a:lnTo>
                <a:lnTo>
                  <a:pt x="216509" y="2533713"/>
                </a:lnTo>
                <a:lnTo>
                  <a:pt x="216509" y="2600528"/>
                </a:lnTo>
                <a:lnTo>
                  <a:pt x="199936" y="2648547"/>
                </a:lnTo>
                <a:lnTo>
                  <a:pt x="170319" y="2638856"/>
                </a:lnTo>
                <a:lnTo>
                  <a:pt x="184404" y="2590012"/>
                </a:lnTo>
                <a:lnTo>
                  <a:pt x="216509" y="2600528"/>
                </a:lnTo>
                <a:lnTo>
                  <a:pt x="216509" y="2533713"/>
                </a:lnTo>
                <a:lnTo>
                  <a:pt x="195618" y="2526868"/>
                </a:lnTo>
                <a:lnTo>
                  <a:pt x="198234" y="2460904"/>
                </a:lnTo>
                <a:lnTo>
                  <a:pt x="48653" y="2411920"/>
                </a:lnTo>
                <a:lnTo>
                  <a:pt x="23075" y="2350084"/>
                </a:lnTo>
                <a:lnTo>
                  <a:pt x="76" y="2342553"/>
                </a:lnTo>
                <a:lnTo>
                  <a:pt x="2679" y="2396858"/>
                </a:lnTo>
                <a:lnTo>
                  <a:pt x="0" y="2529611"/>
                </a:lnTo>
                <a:lnTo>
                  <a:pt x="84810" y="2557399"/>
                </a:lnTo>
                <a:lnTo>
                  <a:pt x="78092" y="2608656"/>
                </a:lnTo>
                <a:lnTo>
                  <a:pt x="125399" y="2624150"/>
                </a:lnTo>
                <a:lnTo>
                  <a:pt x="125666" y="2691041"/>
                </a:lnTo>
                <a:lnTo>
                  <a:pt x="280047" y="2741612"/>
                </a:lnTo>
                <a:lnTo>
                  <a:pt x="311175" y="2631541"/>
                </a:lnTo>
                <a:lnTo>
                  <a:pt x="381990" y="2708173"/>
                </a:lnTo>
                <a:lnTo>
                  <a:pt x="421652" y="2667711"/>
                </a:lnTo>
                <a:lnTo>
                  <a:pt x="407098" y="2662948"/>
                </a:lnTo>
                <a:lnTo>
                  <a:pt x="419188" y="2600083"/>
                </a:lnTo>
                <a:lnTo>
                  <a:pt x="400989" y="2594127"/>
                </a:lnTo>
                <a:lnTo>
                  <a:pt x="409155" y="2529979"/>
                </a:lnTo>
                <a:lnTo>
                  <a:pt x="399148" y="2526703"/>
                </a:lnTo>
                <a:lnTo>
                  <a:pt x="399211" y="2526284"/>
                </a:lnTo>
                <a:lnTo>
                  <a:pt x="406565" y="2475674"/>
                </a:lnTo>
                <a:lnTo>
                  <a:pt x="416877" y="2479052"/>
                </a:lnTo>
                <a:lnTo>
                  <a:pt x="441464" y="2420302"/>
                </a:lnTo>
                <a:lnTo>
                  <a:pt x="527278" y="2448407"/>
                </a:lnTo>
                <a:lnTo>
                  <a:pt x="514007" y="2510866"/>
                </a:lnTo>
                <a:lnTo>
                  <a:pt x="707758" y="2574328"/>
                </a:lnTo>
                <a:lnTo>
                  <a:pt x="735203" y="2636761"/>
                </a:lnTo>
                <a:lnTo>
                  <a:pt x="652551" y="2676512"/>
                </a:lnTo>
                <a:lnTo>
                  <a:pt x="661352" y="2679408"/>
                </a:lnTo>
                <a:lnTo>
                  <a:pt x="651383" y="2742946"/>
                </a:lnTo>
                <a:lnTo>
                  <a:pt x="673087" y="2750058"/>
                </a:lnTo>
                <a:lnTo>
                  <a:pt x="661784" y="2799804"/>
                </a:lnTo>
                <a:lnTo>
                  <a:pt x="666534" y="2801366"/>
                </a:lnTo>
                <a:lnTo>
                  <a:pt x="650354" y="2862884"/>
                </a:lnTo>
                <a:lnTo>
                  <a:pt x="667181" y="2868396"/>
                </a:lnTo>
                <a:lnTo>
                  <a:pt x="712990" y="2883395"/>
                </a:lnTo>
                <a:lnTo>
                  <a:pt x="723582" y="2820060"/>
                </a:lnTo>
                <a:lnTo>
                  <a:pt x="739254" y="2825178"/>
                </a:lnTo>
                <a:lnTo>
                  <a:pt x="761822" y="2779115"/>
                </a:lnTo>
                <a:lnTo>
                  <a:pt x="834428" y="2802890"/>
                </a:lnTo>
                <a:lnTo>
                  <a:pt x="852297" y="2741930"/>
                </a:lnTo>
                <a:lnTo>
                  <a:pt x="784542" y="2719743"/>
                </a:lnTo>
                <a:lnTo>
                  <a:pt x="825855" y="2733268"/>
                </a:lnTo>
                <a:lnTo>
                  <a:pt x="833628" y="2668994"/>
                </a:lnTo>
                <a:lnTo>
                  <a:pt x="890943" y="2687764"/>
                </a:lnTo>
                <a:lnTo>
                  <a:pt x="926490" y="2645956"/>
                </a:lnTo>
                <a:lnTo>
                  <a:pt x="1053604" y="2687586"/>
                </a:lnTo>
                <a:lnTo>
                  <a:pt x="1021689" y="2730589"/>
                </a:lnTo>
                <a:lnTo>
                  <a:pt x="946531" y="2705976"/>
                </a:lnTo>
                <a:lnTo>
                  <a:pt x="918083" y="2763469"/>
                </a:lnTo>
                <a:lnTo>
                  <a:pt x="936929" y="2769654"/>
                </a:lnTo>
                <a:lnTo>
                  <a:pt x="937221" y="2836557"/>
                </a:lnTo>
                <a:lnTo>
                  <a:pt x="1014298" y="2861805"/>
                </a:lnTo>
                <a:lnTo>
                  <a:pt x="1011847" y="2794190"/>
                </a:lnTo>
                <a:lnTo>
                  <a:pt x="1055217" y="2808389"/>
                </a:lnTo>
                <a:lnTo>
                  <a:pt x="1146556" y="2838297"/>
                </a:lnTo>
                <a:lnTo>
                  <a:pt x="1116711" y="2761716"/>
                </a:lnTo>
                <a:lnTo>
                  <a:pt x="1150556" y="2772791"/>
                </a:lnTo>
                <a:lnTo>
                  <a:pt x="1199832" y="2735478"/>
                </a:lnTo>
                <a:lnTo>
                  <a:pt x="1440091" y="2814155"/>
                </a:lnTo>
                <a:close/>
              </a:path>
              <a:path w="2748915" h="3382645">
                <a:moveTo>
                  <a:pt x="1441462" y="2560688"/>
                </a:moveTo>
                <a:lnTo>
                  <a:pt x="1409598" y="2550261"/>
                </a:lnTo>
                <a:lnTo>
                  <a:pt x="1382141" y="2474442"/>
                </a:lnTo>
                <a:lnTo>
                  <a:pt x="1363078" y="2535021"/>
                </a:lnTo>
                <a:lnTo>
                  <a:pt x="1367129" y="2536355"/>
                </a:lnTo>
                <a:lnTo>
                  <a:pt x="1367078" y="2536558"/>
                </a:lnTo>
                <a:lnTo>
                  <a:pt x="1351534" y="2598064"/>
                </a:lnTo>
                <a:lnTo>
                  <a:pt x="1343329" y="2595372"/>
                </a:lnTo>
                <a:lnTo>
                  <a:pt x="1306017" y="2636609"/>
                </a:lnTo>
                <a:lnTo>
                  <a:pt x="1393507" y="2665260"/>
                </a:lnTo>
                <a:lnTo>
                  <a:pt x="1415084" y="2618892"/>
                </a:lnTo>
                <a:lnTo>
                  <a:pt x="1421561" y="2621000"/>
                </a:lnTo>
                <a:lnTo>
                  <a:pt x="1441462" y="2560688"/>
                </a:lnTo>
                <a:close/>
              </a:path>
              <a:path w="2748915" h="3382645">
                <a:moveTo>
                  <a:pt x="1568246" y="3096679"/>
                </a:moveTo>
                <a:lnTo>
                  <a:pt x="1463992" y="3062541"/>
                </a:lnTo>
                <a:lnTo>
                  <a:pt x="1509547" y="3077451"/>
                </a:lnTo>
                <a:lnTo>
                  <a:pt x="1523034" y="3028416"/>
                </a:lnTo>
                <a:lnTo>
                  <a:pt x="1301356" y="2955823"/>
                </a:lnTo>
                <a:lnTo>
                  <a:pt x="1405978" y="2990075"/>
                </a:lnTo>
                <a:lnTo>
                  <a:pt x="1425486" y="2929648"/>
                </a:lnTo>
                <a:lnTo>
                  <a:pt x="1055217" y="2808389"/>
                </a:lnTo>
                <a:lnTo>
                  <a:pt x="1080262" y="2883408"/>
                </a:lnTo>
                <a:lnTo>
                  <a:pt x="1172171" y="2913519"/>
                </a:lnTo>
                <a:lnTo>
                  <a:pt x="1146797" y="2958655"/>
                </a:lnTo>
                <a:lnTo>
                  <a:pt x="1003096" y="2911589"/>
                </a:lnTo>
                <a:lnTo>
                  <a:pt x="998778" y="2976994"/>
                </a:lnTo>
                <a:lnTo>
                  <a:pt x="1086650" y="3005785"/>
                </a:lnTo>
                <a:lnTo>
                  <a:pt x="1080566" y="3070593"/>
                </a:lnTo>
                <a:lnTo>
                  <a:pt x="1158278" y="3096044"/>
                </a:lnTo>
                <a:lnTo>
                  <a:pt x="1324876" y="3150603"/>
                </a:lnTo>
                <a:lnTo>
                  <a:pt x="1333868" y="3086735"/>
                </a:lnTo>
                <a:lnTo>
                  <a:pt x="1321295" y="3082620"/>
                </a:lnTo>
                <a:lnTo>
                  <a:pt x="1346784" y="3024162"/>
                </a:lnTo>
                <a:lnTo>
                  <a:pt x="1400454" y="3041739"/>
                </a:lnTo>
                <a:lnTo>
                  <a:pt x="1388592" y="3104654"/>
                </a:lnTo>
                <a:lnTo>
                  <a:pt x="1408264" y="3111106"/>
                </a:lnTo>
                <a:lnTo>
                  <a:pt x="1551076" y="3157867"/>
                </a:lnTo>
                <a:lnTo>
                  <a:pt x="1568246" y="3096679"/>
                </a:lnTo>
                <a:close/>
              </a:path>
              <a:path w="2748915" h="3382645">
                <a:moveTo>
                  <a:pt x="1979028" y="1614195"/>
                </a:moveTo>
                <a:lnTo>
                  <a:pt x="1724863" y="1530959"/>
                </a:lnTo>
                <a:lnTo>
                  <a:pt x="1696440" y="1588465"/>
                </a:lnTo>
                <a:lnTo>
                  <a:pt x="1786432" y="1617941"/>
                </a:lnTo>
                <a:lnTo>
                  <a:pt x="1768538" y="1665528"/>
                </a:lnTo>
                <a:lnTo>
                  <a:pt x="1786585" y="1671447"/>
                </a:lnTo>
                <a:lnTo>
                  <a:pt x="1800898" y="1742960"/>
                </a:lnTo>
                <a:lnTo>
                  <a:pt x="1790141" y="1739430"/>
                </a:lnTo>
                <a:lnTo>
                  <a:pt x="1759661" y="1796262"/>
                </a:lnTo>
                <a:lnTo>
                  <a:pt x="1809648" y="1812645"/>
                </a:lnTo>
                <a:lnTo>
                  <a:pt x="1753260" y="1794167"/>
                </a:lnTo>
                <a:lnTo>
                  <a:pt x="1722361" y="1837499"/>
                </a:lnTo>
                <a:lnTo>
                  <a:pt x="1799590" y="1862797"/>
                </a:lnTo>
                <a:lnTo>
                  <a:pt x="1830019" y="1872754"/>
                </a:lnTo>
                <a:lnTo>
                  <a:pt x="1851444" y="1826336"/>
                </a:lnTo>
                <a:lnTo>
                  <a:pt x="1860219" y="1829193"/>
                </a:lnTo>
                <a:lnTo>
                  <a:pt x="1877009" y="1767878"/>
                </a:lnTo>
                <a:lnTo>
                  <a:pt x="1822704" y="1750098"/>
                </a:lnTo>
                <a:lnTo>
                  <a:pt x="1856663" y="1694395"/>
                </a:lnTo>
                <a:lnTo>
                  <a:pt x="1869516" y="1698599"/>
                </a:lnTo>
                <a:lnTo>
                  <a:pt x="1886419" y="1650682"/>
                </a:lnTo>
                <a:lnTo>
                  <a:pt x="1885251" y="1650301"/>
                </a:lnTo>
                <a:lnTo>
                  <a:pt x="1979028" y="1614195"/>
                </a:lnTo>
                <a:close/>
              </a:path>
              <a:path w="2748915" h="3382645">
                <a:moveTo>
                  <a:pt x="2059241" y="2134920"/>
                </a:moveTo>
                <a:lnTo>
                  <a:pt x="2019287" y="2121839"/>
                </a:lnTo>
                <a:lnTo>
                  <a:pt x="2013191" y="2066391"/>
                </a:lnTo>
                <a:lnTo>
                  <a:pt x="1530807" y="1908416"/>
                </a:lnTo>
                <a:lnTo>
                  <a:pt x="1772361" y="1987511"/>
                </a:lnTo>
                <a:lnTo>
                  <a:pt x="1789506" y="1926310"/>
                </a:lnTo>
                <a:lnTo>
                  <a:pt x="1783791" y="1924443"/>
                </a:lnTo>
                <a:lnTo>
                  <a:pt x="1799590" y="1862797"/>
                </a:lnTo>
                <a:lnTo>
                  <a:pt x="971042" y="1591449"/>
                </a:lnTo>
                <a:lnTo>
                  <a:pt x="946213" y="1650136"/>
                </a:lnTo>
                <a:lnTo>
                  <a:pt x="940600" y="1648294"/>
                </a:lnTo>
                <a:lnTo>
                  <a:pt x="914781" y="1706651"/>
                </a:lnTo>
                <a:lnTo>
                  <a:pt x="866140" y="1810994"/>
                </a:lnTo>
                <a:lnTo>
                  <a:pt x="905052" y="1823745"/>
                </a:lnTo>
                <a:lnTo>
                  <a:pt x="935507" y="1766900"/>
                </a:lnTo>
                <a:lnTo>
                  <a:pt x="952944" y="1772615"/>
                </a:lnTo>
                <a:lnTo>
                  <a:pt x="972350" y="1725510"/>
                </a:lnTo>
                <a:lnTo>
                  <a:pt x="1002728" y="1735455"/>
                </a:lnTo>
                <a:lnTo>
                  <a:pt x="1041539" y="1681365"/>
                </a:lnTo>
                <a:lnTo>
                  <a:pt x="1084453" y="1695424"/>
                </a:lnTo>
                <a:lnTo>
                  <a:pt x="1077150" y="1759839"/>
                </a:lnTo>
                <a:lnTo>
                  <a:pt x="1107376" y="1769745"/>
                </a:lnTo>
                <a:lnTo>
                  <a:pt x="1098867" y="1820392"/>
                </a:lnTo>
                <a:lnTo>
                  <a:pt x="1134046" y="1831924"/>
                </a:lnTo>
                <a:lnTo>
                  <a:pt x="1128153" y="1896808"/>
                </a:lnTo>
                <a:lnTo>
                  <a:pt x="1195552" y="1918893"/>
                </a:lnTo>
                <a:lnTo>
                  <a:pt x="1195552" y="1919084"/>
                </a:lnTo>
                <a:lnTo>
                  <a:pt x="1194790" y="1985454"/>
                </a:lnTo>
                <a:lnTo>
                  <a:pt x="1330794" y="2029993"/>
                </a:lnTo>
                <a:lnTo>
                  <a:pt x="1398866" y="1985479"/>
                </a:lnTo>
                <a:lnTo>
                  <a:pt x="1448765" y="2001812"/>
                </a:lnTo>
                <a:lnTo>
                  <a:pt x="1448714" y="2001989"/>
                </a:lnTo>
                <a:lnTo>
                  <a:pt x="1430121" y="2062518"/>
                </a:lnTo>
                <a:lnTo>
                  <a:pt x="1405445" y="2054440"/>
                </a:lnTo>
                <a:lnTo>
                  <a:pt x="1377772" y="2098840"/>
                </a:lnTo>
                <a:lnTo>
                  <a:pt x="1425829" y="2114588"/>
                </a:lnTo>
                <a:lnTo>
                  <a:pt x="1421003" y="2179815"/>
                </a:lnTo>
                <a:lnTo>
                  <a:pt x="1507985" y="2208301"/>
                </a:lnTo>
                <a:lnTo>
                  <a:pt x="1536306" y="2217572"/>
                </a:lnTo>
                <a:lnTo>
                  <a:pt x="1547050" y="2154275"/>
                </a:lnTo>
                <a:lnTo>
                  <a:pt x="1502410" y="2139658"/>
                </a:lnTo>
                <a:lnTo>
                  <a:pt x="1541145" y="2098890"/>
                </a:lnTo>
                <a:lnTo>
                  <a:pt x="1543608" y="2032876"/>
                </a:lnTo>
                <a:lnTo>
                  <a:pt x="1603006" y="2052320"/>
                </a:lnTo>
                <a:lnTo>
                  <a:pt x="1603006" y="2052523"/>
                </a:lnTo>
                <a:lnTo>
                  <a:pt x="1605127" y="2119833"/>
                </a:lnTo>
                <a:lnTo>
                  <a:pt x="1596771" y="2170557"/>
                </a:lnTo>
                <a:lnTo>
                  <a:pt x="1589925" y="2168309"/>
                </a:lnTo>
                <a:lnTo>
                  <a:pt x="1549184" y="2221788"/>
                </a:lnTo>
                <a:lnTo>
                  <a:pt x="1908810" y="2339568"/>
                </a:lnTo>
                <a:lnTo>
                  <a:pt x="1915071" y="2274798"/>
                </a:lnTo>
                <a:lnTo>
                  <a:pt x="1909000" y="2272817"/>
                </a:lnTo>
                <a:lnTo>
                  <a:pt x="1924875" y="2224557"/>
                </a:lnTo>
                <a:lnTo>
                  <a:pt x="1771319" y="2174265"/>
                </a:lnTo>
                <a:lnTo>
                  <a:pt x="1837347" y="2129066"/>
                </a:lnTo>
                <a:lnTo>
                  <a:pt x="1890814" y="2079764"/>
                </a:lnTo>
                <a:lnTo>
                  <a:pt x="1992528" y="2113076"/>
                </a:lnTo>
                <a:lnTo>
                  <a:pt x="2028723" y="2191740"/>
                </a:lnTo>
                <a:lnTo>
                  <a:pt x="2057311" y="2201113"/>
                </a:lnTo>
                <a:lnTo>
                  <a:pt x="2059241" y="2134920"/>
                </a:lnTo>
                <a:close/>
              </a:path>
              <a:path w="2748915" h="3382645">
                <a:moveTo>
                  <a:pt x="2159266" y="1552956"/>
                </a:moveTo>
                <a:lnTo>
                  <a:pt x="1955888" y="1486357"/>
                </a:lnTo>
                <a:lnTo>
                  <a:pt x="2088515" y="1529778"/>
                </a:lnTo>
                <a:lnTo>
                  <a:pt x="2084959" y="1394980"/>
                </a:lnTo>
                <a:lnTo>
                  <a:pt x="2048891" y="1383169"/>
                </a:lnTo>
                <a:lnTo>
                  <a:pt x="2045004" y="1395260"/>
                </a:lnTo>
                <a:lnTo>
                  <a:pt x="2032825" y="1444726"/>
                </a:lnTo>
                <a:lnTo>
                  <a:pt x="1969490" y="1423987"/>
                </a:lnTo>
                <a:lnTo>
                  <a:pt x="2015820" y="1439151"/>
                </a:lnTo>
                <a:lnTo>
                  <a:pt x="2034755" y="1391894"/>
                </a:lnTo>
                <a:lnTo>
                  <a:pt x="2040407" y="1326934"/>
                </a:lnTo>
                <a:lnTo>
                  <a:pt x="1937969" y="1293393"/>
                </a:lnTo>
                <a:lnTo>
                  <a:pt x="1955190" y="1299019"/>
                </a:lnTo>
                <a:lnTo>
                  <a:pt x="1958721" y="1233360"/>
                </a:lnTo>
                <a:lnTo>
                  <a:pt x="1847761" y="1197025"/>
                </a:lnTo>
                <a:lnTo>
                  <a:pt x="1917712" y="1219923"/>
                </a:lnTo>
                <a:lnTo>
                  <a:pt x="1903818" y="1148562"/>
                </a:lnTo>
                <a:lnTo>
                  <a:pt x="1688084" y="1077912"/>
                </a:lnTo>
                <a:lnTo>
                  <a:pt x="1681962" y="1022464"/>
                </a:lnTo>
                <a:lnTo>
                  <a:pt x="1765985" y="1049972"/>
                </a:lnTo>
                <a:lnTo>
                  <a:pt x="1763356" y="982281"/>
                </a:lnTo>
                <a:lnTo>
                  <a:pt x="1650136" y="945210"/>
                </a:lnTo>
                <a:lnTo>
                  <a:pt x="1637411" y="874217"/>
                </a:lnTo>
                <a:lnTo>
                  <a:pt x="1543659" y="843521"/>
                </a:lnTo>
                <a:lnTo>
                  <a:pt x="1495818" y="774395"/>
                </a:lnTo>
                <a:lnTo>
                  <a:pt x="1481950" y="823302"/>
                </a:lnTo>
                <a:lnTo>
                  <a:pt x="1458341" y="882396"/>
                </a:lnTo>
                <a:lnTo>
                  <a:pt x="1399794" y="863219"/>
                </a:lnTo>
                <a:lnTo>
                  <a:pt x="1403311" y="797547"/>
                </a:lnTo>
                <a:lnTo>
                  <a:pt x="1340434" y="776960"/>
                </a:lnTo>
                <a:lnTo>
                  <a:pt x="1343748" y="724585"/>
                </a:lnTo>
                <a:lnTo>
                  <a:pt x="1349921" y="726605"/>
                </a:lnTo>
                <a:lnTo>
                  <a:pt x="1372946" y="667334"/>
                </a:lnTo>
                <a:lnTo>
                  <a:pt x="1346187" y="658571"/>
                </a:lnTo>
                <a:lnTo>
                  <a:pt x="1337856" y="589026"/>
                </a:lnTo>
                <a:lnTo>
                  <a:pt x="620102" y="353961"/>
                </a:lnTo>
                <a:lnTo>
                  <a:pt x="833945" y="423989"/>
                </a:lnTo>
                <a:lnTo>
                  <a:pt x="920280" y="398805"/>
                </a:lnTo>
                <a:lnTo>
                  <a:pt x="896670" y="324256"/>
                </a:lnTo>
                <a:lnTo>
                  <a:pt x="802297" y="293357"/>
                </a:lnTo>
                <a:lnTo>
                  <a:pt x="657783" y="312839"/>
                </a:lnTo>
                <a:lnTo>
                  <a:pt x="607148" y="296265"/>
                </a:lnTo>
                <a:lnTo>
                  <a:pt x="603859" y="228358"/>
                </a:lnTo>
                <a:lnTo>
                  <a:pt x="548894" y="277177"/>
                </a:lnTo>
                <a:lnTo>
                  <a:pt x="566851" y="283070"/>
                </a:lnTo>
                <a:lnTo>
                  <a:pt x="428929" y="237896"/>
                </a:lnTo>
                <a:lnTo>
                  <a:pt x="399237" y="281622"/>
                </a:lnTo>
                <a:lnTo>
                  <a:pt x="170243" y="206629"/>
                </a:lnTo>
                <a:lnTo>
                  <a:pt x="156527" y="148678"/>
                </a:lnTo>
                <a:lnTo>
                  <a:pt x="66954" y="119341"/>
                </a:lnTo>
                <a:lnTo>
                  <a:pt x="73355" y="54622"/>
                </a:lnTo>
                <a:lnTo>
                  <a:pt x="44729" y="45250"/>
                </a:lnTo>
                <a:lnTo>
                  <a:pt x="115773" y="15062"/>
                </a:lnTo>
                <a:lnTo>
                  <a:pt x="69799" y="0"/>
                </a:lnTo>
                <a:lnTo>
                  <a:pt x="19532" y="36995"/>
                </a:lnTo>
                <a:lnTo>
                  <a:pt x="42583" y="44551"/>
                </a:lnTo>
                <a:lnTo>
                  <a:pt x="2336" y="31369"/>
                </a:lnTo>
                <a:lnTo>
                  <a:pt x="3594" y="152057"/>
                </a:lnTo>
                <a:lnTo>
                  <a:pt x="42113" y="164680"/>
                </a:lnTo>
                <a:lnTo>
                  <a:pt x="749" y="231305"/>
                </a:lnTo>
                <a:lnTo>
                  <a:pt x="914" y="284810"/>
                </a:lnTo>
                <a:lnTo>
                  <a:pt x="3517" y="339115"/>
                </a:lnTo>
                <a:lnTo>
                  <a:pt x="32854" y="348729"/>
                </a:lnTo>
                <a:lnTo>
                  <a:pt x="58737" y="303745"/>
                </a:lnTo>
                <a:lnTo>
                  <a:pt x="210299" y="353377"/>
                </a:lnTo>
                <a:lnTo>
                  <a:pt x="242189" y="297002"/>
                </a:lnTo>
                <a:lnTo>
                  <a:pt x="259930" y="302818"/>
                </a:lnTo>
                <a:lnTo>
                  <a:pt x="323811" y="390563"/>
                </a:lnTo>
                <a:lnTo>
                  <a:pt x="336842" y="394830"/>
                </a:lnTo>
                <a:lnTo>
                  <a:pt x="367855" y="338175"/>
                </a:lnTo>
                <a:lnTo>
                  <a:pt x="376745" y="341071"/>
                </a:lnTo>
                <a:lnTo>
                  <a:pt x="407758" y="284429"/>
                </a:lnTo>
                <a:lnTo>
                  <a:pt x="421449" y="288912"/>
                </a:lnTo>
                <a:lnTo>
                  <a:pt x="417817" y="354520"/>
                </a:lnTo>
                <a:lnTo>
                  <a:pt x="504037" y="382765"/>
                </a:lnTo>
                <a:lnTo>
                  <a:pt x="628053" y="423379"/>
                </a:lnTo>
                <a:lnTo>
                  <a:pt x="572236" y="471919"/>
                </a:lnTo>
                <a:lnTo>
                  <a:pt x="781126" y="540334"/>
                </a:lnTo>
                <a:lnTo>
                  <a:pt x="800912" y="600265"/>
                </a:lnTo>
                <a:lnTo>
                  <a:pt x="866470" y="621741"/>
                </a:lnTo>
                <a:lnTo>
                  <a:pt x="922286" y="586562"/>
                </a:lnTo>
                <a:lnTo>
                  <a:pt x="1089647" y="641375"/>
                </a:lnTo>
                <a:lnTo>
                  <a:pt x="1088885" y="694575"/>
                </a:lnTo>
                <a:lnTo>
                  <a:pt x="1106297" y="700278"/>
                </a:lnTo>
                <a:lnTo>
                  <a:pt x="1161135" y="664794"/>
                </a:lnTo>
                <a:lnTo>
                  <a:pt x="1227531" y="686523"/>
                </a:lnTo>
                <a:lnTo>
                  <a:pt x="1260322" y="630453"/>
                </a:lnTo>
                <a:lnTo>
                  <a:pt x="1273632" y="634809"/>
                </a:lnTo>
                <a:lnTo>
                  <a:pt x="1253921" y="695172"/>
                </a:lnTo>
                <a:lnTo>
                  <a:pt x="1239139" y="743788"/>
                </a:lnTo>
                <a:lnTo>
                  <a:pt x="1291704" y="761009"/>
                </a:lnTo>
                <a:lnTo>
                  <a:pt x="1288199" y="826668"/>
                </a:lnTo>
                <a:lnTo>
                  <a:pt x="1293761" y="895311"/>
                </a:lnTo>
                <a:lnTo>
                  <a:pt x="1573720" y="987018"/>
                </a:lnTo>
                <a:lnTo>
                  <a:pt x="1568856" y="1038860"/>
                </a:lnTo>
                <a:lnTo>
                  <a:pt x="1433461" y="994511"/>
                </a:lnTo>
                <a:lnTo>
                  <a:pt x="1405178" y="1052080"/>
                </a:lnTo>
                <a:lnTo>
                  <a:pt x="1516786" y="1088631"/>
                </a:lnTo>
                <a:lnTo>
                  <a:pt x="1496885" y="1148930"/>
                </a:lnTo>
                <a:lnTo>
                  <a:pt x="1457972" y="1136180"/>
                </a:lnTo>
                <a:lnTo>
                  <a:pt x="1422006" y="1177861"/>
                </a:lnTo>
                <a:lnTo>
                  <a:pt x="1369745" y="1160741"/>
                </a:lnTo>
                <a:lnTo>
                  <a:pt x="1376413" y="1229741"/>
                </a:lnTo>
                <a:lnTo>
                  <a:pt x="1380426" y="1231061"/>
                </a:lnTo>
                <a:lnTo>
                  <a:pt x="1361135" y="1224737"/>
                </a:lnTo>
                <a:lnTo>
                  <a:pt x="1326007" y="1280058"/>
                </a:lnTo>
                <a:lnTo>
                  <a:pt x="1311097" y="1275168"/>
                </a:lnTo>
                <a:lnTo>
                  <a:pt x="1281391" y="1318895"/>
                </a:lnTo>
                <a:lnTo>
                  <a:pt x="1379143" y="1350924"/>
                </a:lnTo>
                <a:lnTo>
                  <a:pt x="1233678" y="1303274"/>
                </a:lnTo>
                <a:lnTo>
                  <a:pt x="1206258" y="1361109"/>
                </a:lnTo>
                <a:lnTo>
                  <a:pt x="1212189" y="1363052"/>
                </a:lnTo>
                <a:lnTo>
                  <a:pt x="1230261" y="1489252"/>
                </a:lnTo>
                <a:lnTo>
                  <a:pt x="1038009" y="1426298"/>
                </a:lnTo>
                <a:lnTo>
                  <a:pt x="1038009" y="1493113"/>
                </a:lnTo>
                <a:lnTo>
                  <a:pt x="1020889" y="1554314"/>
                </a:lnTo>
                <a:lnTo>
                  <a:pt x="890117" y="1511490"/>
                </a:lnTo>
                <a:lnTo>
                  <a:pt x="899909" y="1447888"/>
                </a:lnTo>
                <a:lnTo>
                  <a:pt x="1038009" y="1493113"/>
                </a:lnTo>
                <a:lnTo>
                  <a:pt x="1038009" y="1426298"/>
                </a:lnTo>
                <a:lnTo>
                  <a:pt x="884377" y="1375981"/>
                </a:lnTo>
                <a:lnTo>
                  <a:pt x="1198105" y="1478711"/>
                </a:lnTo>
                <a:lnTo>
                  <a:pt x="1188364" y="1422069"/>
                </a:lnTo>
                <a:lnTo>
                  <a:pt x="1059954" y="1380020"/>
                </a:lnTo>
                <a:lnTo>
                  <a:pt x="1134948" y="1404569"/>
                </a:lnTo>
                <a:lnTo>
                  <a:pt x="1212189" y="1363052"/>
                </a:lnTo>
                <a:lnTo>
                  <a:pt x="1042314" y="1307414"/>
                </a:lnTo>
                <a:lnTo>
                  <a:pt x="1022184" y="1367650"/>
                </a:lnTo>
                <a:lnTo>
                  <a:pt x="719912" y="1268653"/>
                </a:lnTo>
                <a:lnTo>
                  <a:pt x="716114" y="1320863"/>
                </a:lnTo>
                <a:lnTo>
                  <a:pt x="714184" y="1320228"/>
                </a:lnTo>
                <a:lnTo>
                  <a:pt x="689356" y="1378915"/>
                </a:lnTo>
                <a:lnTo>
                  <a:pt x="780288" y="1408696"/>
                </a:lnTo>
                <a:lnTo>
                  <a:pt x="756462" y="1467713"/>
                </a:lnTo>
                <a:lnTo>
                  <a:pt x="588137" y="1412582"/>
                </a:lnTo>
                <a:lnTo>
                  <a:pt x="568566" y="1459636"/>
                </a:lnTo>
                <a:lnTo>
                  <a:pt x="563283" y="1524723"/>
                </a:lnTo>
                <a:lnTo>
                  <a:pt x="580326" y="1597126"/>
                </a:lnTo>
                <a:lnTo>
                  <a:pt x="612508" y="1607654"/>
                </a:lnTo>
                <a:lnTo>
                  <a:pt x="611987" y="1660944"/>
                </a:lnTo>
                <a:lnTo>
                  <a:pt x="657009" y="1555419"/>
                </a:lnTo>
                <a:lnTo>
                  <a:pt x="604024" y="1538071"/>
                </a:lnTo>
                <a:lnTo>
                  <a:pt x="632510" y="1480578"/>
                </a:lnTo>
                <a:lnTo>
                  <a:pt x="654926" y="1554734"/>
                </a:lnTo>
                <a:lnTo>
                  <a:pt x="657009" y="1555419"/>
                </a:lnTo>
                <a:lnTo>
                  <a:pt x="810514" y="1605686"/>
                </a:lnTo>
                <a:lnTo>
                  <a:pt x="835482" y="1547063"/>
                </a:lnTo>
                <a:lnTo>
                  <a:pt x="971042" y="1591449"/>
                </a:lnTo>
                <a:lnTo>
                  <a:pt x="1675511" y="1822157"/>
                </a:lnTo>
                <a:lnTo>
                  <a:pt x="1677466" y="1769338"/>
                </a:lnTo>
                <a:lnTo>
                  <a:pt x="1675244" y="1768614"/>
                </a:lnTo>
                <a:lnTo>
                  <a:pt x="1711147" y="1713560"/>
                </a:lnTo>
                <a:lnTo>
                  <a:pt x="1547647" y="1660017"/>
                </a:lnTo>
                <a:lnTo>
                  <a:pt x="1558785" y="1596834"/>
                </a:lnTo>
                <a:lnTo>
                  <a:pt x="1543926" y="1591970"/>
                </a:lnTo>
                <a:lnTo>
                  <a:pt x="1578648" y="1549895"/>
                </a:lnTo>
                <a:lnTo>
                  <a:pt x="1475790" y="1516202"/>
                </a:lnTo>
                <a:lnTo>
                  <a:pt x="1454162" y="1562569"/>
                </a:lnTo>
                <a:lnTo>
                  <a:pt x="1455572" y="1563039"/>
                </a:lnTo>
                <a:lnTo>
                  <a:pt x="1529880" y="1587385"/>
                </a:lnTo>
                <a:lnTo>
                  <a:pt x="1505699" y="1646275"/>
                </a:lnTo>
                <a:lnTo>
                  <a:pt x="1430934" y="1621790"/>
                </a:lnTo>
                <a:lnTo>
                  <a:pt x="1455572" y="1563039"/>
                </a:lnTo>
                <a:lnTo>
                  <a:pt x="1232369" y="1489951"/>
                </a:lnTo>
                <a:lnTo>
                  <a:pt x="1337983" y="1524520"/>
                </a:lnTo>
                <a:lnTo>
                  <a:pt x="1328813" y="1468069"/>
                </a:lnTo>
                <a:lnTo>
                  <a:pt x="1317218" y="1464271"/>
                </a:lnTo>
                <a:lnTo>
                  <a:pt x="1332585" y="1402499"/>
                </a:lnTo>
                <a:lnTo>
                  <a:pt x="1360766" y="1411719"/>
                </a:lnTo>
                <a:lnTo>
                  <a:pt x="1427873" y="1433690"/>
                </a:lnTo>
                <a:lnTo>
                  <a:pt x="1451190" y="1374521"/>
                </a:lnTo>
                <a:lnTo>
                  <a:pt x="1479232" y="1383703"/>
                </a:lnTo>
                <a:lnTo>
                  <a:pt x="1463382" y="1445323"/>
                </a:lnTo>
                <a:lnTo>
                  <a:pt x="1360766" y="1411719"/>
                </a:lnTo>
                <a:lnTo>
                  <a:pt x="1355458" y="1476794"/>
                </a:lnTo>
                <a:lnTo>
                  <a:pt x="1357972" y="1477632"/>
                </a:lnTo>
                <a:lnTo>
                  <a:pt x="1337983" y="1524520"/>
                </a:lnTo>
                <a:lnTo>
                  <a:pt x="1417510" y="1550568"/>
                </a:lnTo>
                <a:lnTo>
                  <a:pt x="1439062" y="1504175"/>
                </a:lnTo>
                <a:lnTo>
                  <a:pt x="1475790" y="1516202"/>
                </a:lnTo>
                <a:lnTo>
                  <a:pt x="1488554" y="1520380"/>
                </a:lnTo>
                <a:lnTo>
                  <a:pt x="1512557" y="1461439"/>
                </a:lnTo>
                <a:lnTo>
                  <a:pt x="1565567" y="1478800"/>
                </a:lnTo>
                <a:lnTo>
                  <a:pt x="1545551" y="1539049"/>
                </a:lnTo>
                <a:lnTo>
                  <a:pt x="1578648" y="1549895"/>
                </a:lnTo>
                <a:lnTo>
                  <a:pt x="1600593" y="1557070"/>
                </a:lnTo>
                <a:lnTo>
                  <a:pt x="1636725" y="1502092"/>
                </a:lnTo>
                <a:lnTo>
                  <a:pt x="1637423" y="1502321"/>
                </a:lnTo>
                <a:lnTo>
                  <a:pt x="1654060" y="1440954"/>
                </a:lnTo>
                <a:lnTo>
                  <a:pt x="1640116" y="1436395"/>
                </a:lnTo>
                <a:lnTo>
                  <a:pt x="1647101" y="1438668"/>
                </a:lnTo>
                <a:lnTo>
                  <a:pt x="1652104" y="1386852"/>
                </a:lnTo>
                <a:lnTo>
                  <a:pt x="1636293" y="1435138"/>
                </a:lnTo>
                <a:lnTo>
                  <a:pt x="1492491" y="1388033"/>
                </a:lnTo>
                <a:lnTo>
                  <a:pt x="1504327" y="1338453"/>
                </a:lnTo>
                <a:lnTo>
                  <a:pt x="1485011" y="1332128"/>
                </a:lnTo>
                <a:lnTo>
                  <a:pt x="1487779" y="1266215"/>
                </a:lnTo>
                <a:lnTo>
                  <a:pt x="1479207" y="1263408"/>
                </a:lnTo>
                <a:lnTo>
                  <a:pt x="1490052" y="1200150"/>
                </a:lnTo>
                <a:lnTo>
                  <a:pt x="1426210" y="1179245"/>
                </a:lnTo>
                <a:lnTo>
                  <a:pt x="1474812" y="1195146"/>
                </a:lnTo>
                <a:lnTo>
                  <a:pt x="1559420" y="1102601"/>
                </a:lnTo>
                <a:lnTo>
                  <a:pt x="1776514" y="1240510"/>
                </a:lnTo>
                <a:lnTo>
                  <a:pt x="1775802" y="1173454"/>
                </a:lnTo>
                <a:lnTo>
                  <a:pt x="1826374" y="1190028"/>
                </a:lnTo>
                <a:lnTo>
                  <a:pt x="1825764" y="1256639"/>
                </a:lnTo>
                <a:lnTo>
                  <a:pt x="1842033" y="1261973"/>
                </a:lnTo>
                <a:lnTo>
                  <a:pt x="1812455" y="1305725"/>
                </a:lnTo>
                <a:lnTo>
                  <a:pt x="1932863" y="1345171"/>
                </a:lnTo>
                <a:lnTo>
                  <a:pt x="1929015" y="1357274"/>
                </a:lnTo>
                <a:lnTo>
                  <a:pt x="1918563" y="1407299"/>
                </a:lnTo>
                <a:lnTo>
                  <a:pt x="1923605" y="1408963"/>
                </a:lnTo>
                <a:lnTo>
                  <a:pt x="1908187" y="1470723"/>
                </a:lnTo>
                <a:lnTo>
                  <a:pt x="1937029" y="1480185"/>
                </a:lnTo>
                <a:lnTo>
                  <a:pt x="1936584" y="1533474"/>
                </a:lnTo>
                <a:lnTo>
                  <a:pt x="1937880" y="1533893"/>
                </a:lnTo>
                <a:lnTo>
                  <a:pt x="1907209" y="1590675"/>
                </a:lnTo>
                <a:lnTo>
                  <a:pt x="1979028" y="1614195"/>
                </a:lnTo>
                <a:lnTo>
                  <a:pt x="2086914" y="1649526"/>
                </a:lnTo>
                <a:lnTo>
                  <a:pt x="2159266" y="1552956"/>
                </a:lnTo>
                <a:close/>
              </a:path>
              <a:path w="2748915" h="3382645">
                <a:moveTo>
                  <a:pt x="2295271" y="3094228"/>
                </a:moveTo>
                <a:lnTo>
                  <a:pt x="1833092" y="2942869"/>
                </a:lnTo>
                <a:lnTo>
                  <a:pt x="1812404" y="2989110"/>
                </a:lnTo>
                <a:lnTo>
                  <a:pt x="1830070" y="2941878"/>
                </a:lnTo>
                <a:lnTo>
                  <a:pt x="1786242" y="2980982"/>
                </a:lnTo>
                <a:lnTo>
                  <a:pt x="1780832" y="2925749"/>
                </a:lnTo>
                <a:lnTo>
                  <a:pt x="1756613" y="2917825"/>
                </a:lnTo>
                <a:lnTo>
                  <a:pt x="1750047" y="2848851"/>
                </a:lnTo>
                <a:lnTo>
                  <a:pt x="1662150" y="2820060"/>
                </a:lnTo>
                <a:lnTo>
                  <a:pt x="1622310" y="2873832"/>
                </a:lnTo>
                <a:lnTo>
                  <a:pt x="1668399" y="2888932"/>
                </a:lnTo>
                <a:lnTo>
                  <a:pt x="1199832" y="2735478"/>
                </a:lnTo>
                <a:lnTo>
                  <a:pt x="1218895" y="2795168"/>
                </a:lnTo>
                <a:lnTo>
                  <a:pt x="1256969" y="2807652"/>
                </a:lnTo>
                <a:lnTo>
                  <a:pt x="1146556" y="2838297"/>
                </a:lnTo>
                <a:lnTo>
                  <a:pt x="1425486" y="2929648"/>
                </a:lnTo>
                <a:lnTo>
                  <a:pt x="1506296" y="2956115"/>
                </a:lnTo>
                <a:lnTo>
                  <a:pt x="1523847" y="2961856"/>
                </a:lnTo>
                <a:lnTo>
                  <a:pt x="1558455" y="2906395"/>
                </a:lnTo>
                <a:lnTo>
                  <a:pt x="1580603" y="2913634"/>
                </a:lnTo>
                <a:lnTo>
                  <a:pt x="1597355" y="2985935"/>
                </a:lnTo>
                <a:lnTo>
                  <a:pt x="1506296" y="2956115"/>
                </a:lnTo>
                <a:lnTo>
                  <a:pt x="1463954" y="3009061"/>
                </a:lnTo>
                <a:lnTo>
                  <a:pt x="1523034" y="3028416"/>
                </a:lnTo>
                <a:lnTo>
                  <a:pt x="1554480" y="3038716"/>
                </a:lnTo>
                <a:lnTo>
                  <a:pt x="1566062" y="3095955"/>
                </a:lnTo>
                <a:lnTo>
                  <a:pt x="1568246" y="3096679"/>
                </a:lnTo>
                <a:lnTo>
                  <a:pt x="1601787" y="3107664"/>
                </a:lnTo>
                <a:lnTo>
                  <a:pt x="1587855" y="3169920"/>
                </a:lnTo>
                <a:lnTo>
                  <a:pt x="1657540" y="3192742"/>
                </a:lnTo>
                <a:lnTo>
                  <a:pt x="1657959" y="3072612"/>
                </a:lnTo>
                <a:lnTo>
                  <a:pt x="1727200" y="3095282"/>
                </a:lnTo>
                <a:lnTo>
                  <a:pt x="1742109" y="3153613"/>
                </a:lnTo>
                <a:lnTo>
                  <a:pt x="1768754" y="3162338"/>
                </a:lnTo>
                <a:lnTo>
                  <a:pt x="1797977" y="3118459"/>
                </a:lnTo>
                <a:lnTo>
                  <a:pt x="1802206" y="3119844"/>
                </a:lnTo>
                <a:lnTo>
                  <a:pt x="1821103" y="3059214"/>
                </a:lnTo>
                <a:lnTo>
                  <a:pt x="1930730" y="3028302"/>
                </a:lnTo>
                <a:lnTo>
                  <a:pt x="1799691" y="2985401"/>
                </a:lnTo>
                <a:lnTo>
                  <a:pt x="1812264" y="2989503"/>
                </a:lnTo>
                <a:lnTo>
                  <a:pt x="1930730" y="3028302"/>
                </a:lnTo>
                <a:lnTo>
                  <a:pt x="2292172" y="3146666"/>
                </a:lnTo>
                <a:lnTo>
                  <a:pt x="2292197" y="3146247"/>
                </a:lnTo>
                <a:lnTo>
                  <a:pt x="2295271" y="3094228"/>
                </a:lnTo>
                <a:close/>
              </a:path>
              <a:path w="2748915" h="3382645">
                <a:moveTo>
                  <a:pt x="2312136" y="2284565"/>
                </a:moveTo>
                <a:lnTo>
                  <a:pt x="2253157" y="2198433"/>
                </a:lnTo>
                <a:lnTo>
                  <a:pt x="2150580" y="2164842"/>
                </a:lnTo>
                <a:lnTo>
                  <a:pt x="2111260" y="2218779"/>
                </a:lnTo>
                <a:lnTo>
                  <a:pt x="2312136" y="2284565"/>
                </a:lnTo>
                <a:close/>
              </a:path>
              <a:path w="2748915" h="3382645">
                <a:moveTo>
                  <a:pt x="2340076" y="1722056"/>
                </a:moveTo>
                <a:lnTo>
                  <a:pt x="2323185" y="1716519"/>
                </a:lnTo>
                <a:lnTo>
                  <a:pt x="2324392" y="1717433"/>
                </a:lnTo>
                <a:lnTo>
                  <a:pt x="2340076" y="1722056"/>
                </a:lnTo>
                <a:close/>
              </a:path>
              <a:path w="2748915" h="3382645">
                <a:moveTo>
                  <a:pt x="2343378" y="2976346"/>
                </a:moveTo>
                <a:lnTo>
                  <a:pt x="2279662" y="2955480"/>
                </a:lnTo>
                <a:lnTo>
                  <a:pt x="2244052" y="3010636"/>
                </a:lnTo>
                <a:lnTo>
                  <a:pt x="2300224" y="3029039"/>
                </a:lnTo>
                <a:lnTo>
                  <a:pt x="2335314" y="3040519"/>
                </a:lnTo>
                <a:lnTo>
                  <a:pt x="2343378" y="2976346"/>
                </a:lnTo>
                <a:close/>
              </a:path>
              <a:path w="2748915" h="3382645">
                <a:moveTo>
                  <a:pt x="2396756" y="2499372"/>
                </a:moveTo>
                <a:lnTo>
                  <a:pt x="1507985" y="2208301"/>
                </a:lnTo>
                <a:lnTo>
                  <a:pt x="1525384" y="2280818"/>
                </a:lnTo>
                <a:lnTo>
                  <a:pt x="1587500" y="2301163"/>
                </a:lnTo>
                <a:lnTo>
                  <a:pt x="1584159" y="2353513"/>
                </a:lnTo>
                <a:lnTo>
                  <a:pt x="1609267" y="2361742"/>
                </a:lnTo>
                <a:lnTo>
                  <a:pt x="1649780" y="2375001"/>
                </a:lnTo>
                <a:lnTo>
                  <a:pt x="1662709" y="2325801"/>
                </a:lnTo>
                <a:lnTo>
                  <a:pt x="1676501" y="2330310"/>
                </a:lnTo>
                <a:lnTo>
                  <a:pt x="1657197" y="2377440"/>
                </a:lnTo>
                <a:lnTo>
                  <a:pt x="2009444" y="2492794"/>
                </a:lnTo>
                <a:lnTo>
                  <a:pt x="2021395" y="2443276"/>
                </a:lnTo>
                <a:lnTo>
                  <a:pt x="2058987" y="2455583"/>
                </a:lnTo>
                <a:lnTo>
                  <a:pt x="2050351" y="2506192"/>
                </a:lnTo>
                <a:lnTo>
                  <a:pt x="2125675" y="2530868"/>
                </a:lnTo>
                <a:lnTo>
                  <a:pt x="2128075" y="2478214"/>
                </a:lnTo>
                <a:lnTo>
                  <a:pt x="2209076" y="2504732"/>
                </a:lnTo>
                <a:lnTo>
                  <a:pt x="2158923" y="2541752"/>
                </a:lnTo>
                <a:lnTo>
                  <a:pt x="2353119" y="2605354"/>
                </a:lnTo>
                <a:lnTo>
                  <a:pt x="2371763" y="2558008"/>
                </a:lnTo>
                <a:lnTo>
                  <a:pt x="2377503" y="2559888"/>
                </a:lnTo>
                <a:lnTo>
                  <a:pt x="2396756" y="2499372"/>
                </a:lnTo>
                <a:close/>
              </a:path>
              <a:path w="2748915" h="3382645">
                <a:moveTo>
                  <a:pt x="2416137" y="2385441"/>
                </a:moveTo>
                <a:lnTo>
                  <a:pt x="2408390" y="2382913"/>
                </a:lnTo>
                <a:lnTo>
                  <a:pt x="2410485" y="2316772"/>
                </a:lnTo>
                <a:lnTo>
                  <a:pt x="2406764" y="2248738"/>
                </a:lnTo>
                <a:lnTo>
                  <a:pt x="2312136" y="2284565"/>
                </a:lnTo>
                <a:lnTo>
                  <a:pt x="2057387" y="2201138"/>
                </a:lnTo>
                <a:lnTo>
                  <a:pt x="2057311" y="2201303"/>
                </a:lnTo>
                <a:lnTo>
                  <a:pt x="2032508" y="2259812"/>
                </a:lnTo>
                <a:lnTo>
                  <a:pt x="1958619" y="2235606"/>
                </a:lnTo>
                <a:lnTo>
                  <a:pt x="1944103" y="2284311"/>
                </a:lnTo>
                <a:lnTo>
                  <a:pt x="2014093" y="2307234"/>
                </a:lnTo>
                <a:lnTo>
                  <a:pt x="1990140" y="2366200"/>
                </a:lnTo>
                <a:lnTo>
                  <a:pt x="2060448" y="2389225"/>
                </a:lnTo>
                <a:lnTo>
                  <a:pt x="2102421" y="2336177"/>
                </a:lnTo>
                <a:lnTo>
                  <a:pt x="2202243" y="2368867"/>
                </a:lnTo>
                <a:lnTo>
                  <a:pt x="2060448" y="2389225"/>
                </a:lnTo>
                <a:lnTo>
                  <a:pt x="2263889" y="2455849"/>
                </a:lnTo>
                <a:lnTo>
                  <a:pt x="2283790" y="2395563"/>
                </a:lnTo>
                <a:lnTo>
                  <a:pt x="2363279" y="2421610"/>
                </a:lnTo>
                <a:lnTo>
                  <a:pt x="2340533" y="2480957"/>
                </a:lnTo>
                <a:lnTo>
                  <a:pt x="2385682" y="2495740"/>
                </a:lnTo>
                <a:lnTo>
                  <a:pt x="2401595" y="2434132"/>
                </a:lnTo>
                <a:lnTo>
                  <a:pt x="2394000" y="2431656"/>
                </a:lnTo>
                <a:lnTo>
                  <a:pt x="2416137" y="2385441"/>
                </a:lnTo>
                <a:close/>
              </a:path>
              <a:path w="2748915" h="3382645">
                <a:moveTo>
                  <a:pt x="2428062" y="2008543"/>
                </a:moveTo>
                <a:lnTo>
                  <a:pt x="2402294" y="2006930"/>
                </a:lnTo>
                <a:lnTo>
                  <a:pt x="2393010" y="2006257"/>
                </a:lnTo>
                <a:lnTo>
                  <a:pt x="2387130" y="2005571"/>
                </a:lnTo>
                <a:lnTo>
                  <a:pt x="2362593" y="1997519"/>
                </a:lnTo>
                <a:lnTo>
                  <a:pt x="2347658" y="1983613"/>
                </a:lnTo>
                <a:lnTo>
                  <a:pt x="2341702" y="1965972"/>
                </a:lnTo>
                <a:lnTo>
                  <a:pt x="2342045" y="1964563"/>
                </a:lnTo>
                <a:lnTo>
                  <a:pt x="2346401" y="1946986"/>
                </a:lnTo>
                <a:lnTo>
                  <a:pt x="2351938" y="1939658"/>
                </a:lnTo>
                <a:lnTo>
                  <a:pt x="2365679" y="1926120"/>
                </a:lnTo>
                <a:lnTo>
                  <a:pt x="2370975" y="1919109"/>
                </a:lnTo>
                <a:lnTo>
                  <a:pt x="2387104" y="1893773"/>
                </a:lnTo>
                <a:lnTo>
                  <a:pt x="2403868" y="1868195"/>
                </a:lnTo>
                <a:lnTo>
                  <a:pt x="2407348" y="1861388"/>
                </a:lnTo>
                <a:lnTo>
                  <a:pt x="2331555" y="1836572"/>
                </a:lnTo>
                <a:lnTo>
                  <a:pt x="2338819" y="1829231"/>
                </a:lnTo>
                <a:lnTo>
                  <a:pt x="2340051" y="1839353"/>
                </a:lnTo>
                <a:lnTo>
                  <a:pt x="2407348" y="1861388"/>
                </a:lnTo>
                <a:lnTo>
                  <a:pt x="2411603" y="1853069"/>
                </a:lnTo>
                <a:lnTo>
                  <a:pt x="2416975" y="1842554"/>
                </a:lnTo>
                <a:lnTo>
                  <a:pt x="2422093" y="1817027"/>
                </a:lnTo>
                <a:lnTo>
                  <a:pt x="2414346" y="1795614"/>
                </a:lnTo>
                <a:lnTo>
                  <a:pt x="2410930" y="1786623"/>
                </a:lnTo>
                <a:lnTo>
                  <a:pt x="2385949" y="1765185"/>
                </a:lnTo>
                <a:lnTo>
                  <a:pt x="2355913" y="1745729"/>
                </a:lnTo>
                <a:lnTo>
                  <a:pt x="2329053" y="1720723"/>
                </a:lnTo>
                <a:lnTo>
                  <a:pt x="2328468" y="1720532"/>
                </a:lnTo>
                <a:lnTo>
                  <a:pt x="2324392" y="1717433"/>
                </a:lnTo>
                <a:lnTo>
                  <a:pt x="2294839" y="1708734"/>
                </a:lnTo>
                <a:lnTo>
                  <a:pt x="2310866" y="1713992"/>
                </a:lnTo>
                <a:lnTo>
                  <a:pt x="2305570" y="1713039"/>
                </a:lnTo>
                <a:lnTo>
                  <a:pt x="2288476" y="1707426"/>
                </a:lnTo>
                <a:lnTo>
                  <a:pt x="2284158" y="1705241"/>
                </a:lnTo>
                <a:lnTo>
                  <a:pt x="2254237" y="1680108"/>
                </a:lnTo>
                <a:lnTo>
                  <a:pt x="2236203" y="1645437"/>
                </a:lnTo>
                <a:lnTo>
                  <a:pt x="2233371" y="1632648"/>
                </a:lnTo>
                <a:lnTo>
                  <a:pt x="2293213" y="1597317"/>
                </a:lnTo>
                <a:lnTo>
                  <a:pt x="2287041" y="1580642"/>
                </a:lnTo>
                <a:lnTo>
                  <a:pt x="2281745" y="1563725"/>
                </a:lnTo>
                <a:lnTo>
                  <a:pt x="2277338" y="1546555"/>
                </a:lnTo>
                <a:lnTo>
                  <a:pt x="2273820" y="1529130"/>
                </a:lnTo>
                <a:lnTo>
                  <a:pt x="2273846" y="1520863"/>
                </a:lnTo>
                <a:lnTo>
                  <a:pt x="2272588" y="1512798"/>
                </a:lnTo>
                <a:lnTo>
                  <a:pt x="2254135" y="1476387"/>
                </a:lnTo>
                <a:lnTo>
                  <a:pt x="2246871" y="1469517"/>
                </a:lnTo>
                <a:lnTo>
                  <a:pt x="2235009" y="1460868"/>
                </a:lnTo>
                <a:lnTo>
                  <a:pt x="2227732" y="1457159"/>
                </a:lnTo>
                <a:lnTo>
                  <a:pt x="2219947" y="1454607"/>
                </a:lnTo>
                <a:lnTo>
                  <a:pt x="2213902" y="1453959"/>
                </a:lnTo>
                <a:lnTo>
                  <a:pt x="2213064" y="1453680"/>
                </a:lnTo>
                <a:lnTo>
                  <a:pt x="2203780" y="1455407"/>
                </a:lnTo>
                <a:lnTo>
                  <a:pt x="2194039" y="1458137"/>
                </a:lnTo>
                <a:lnTo>
                  <a:pt x="2183295" y="1460741"/>
                </a:lnTo>
                <a:lnTo>
                  <a:pt x="2220087" y="1549209"/>
                </a:lnTo>
                <a:lnTo>
                  <a:pt x="2217191" y="1557769"/>
                </a:lnTo>
                <a:lnTo>
                  <a:pt x="2207755" y="1585544"/>
                </a:lnTo>
                <a:lnTo>
                  <a:pt x="2183142" y="1622894"/>
                </a:lnTo>
                <a:lnTo>
                  <a:pt x="2154644" y="1648561"/>
                </a:lnTo>
                <a:lnTo>
                  <a:pt x="2120925" y="1666887"/>
                </a:lnTo>
                <a:lnTo>
                  <a:pt x="2083879" y="1676844"/>
                </a:lnTo>
                <a:lnTo>
                  <a:pt x="2079955" y="1675561"/>
                </a:lnTo>
                <a:lnTo>
                  <a:pt x="2075751" y="1674177"/>
                </a:lnTo>
                <a:lnTo>
                  <a:pt x="2079701" y="1675815"/>
                </a:lnTo>
                <a:lnTo>
                  <a:pt x="2079523" y="1676006"/>
                </a:lnTo>
                <a:lnTo>
                  <a:pt x="2077986" y="1677581"/>
                </a:lnTo>
                <a:lnTo>
                  <a:pt x="2082571" y="1677009"/>
                </a:lnTo>
                <a:lnTo>
                  <a:pt x="2196452" y="1724253"/>
                </a:lnTo>
                <a:lnTo>
                  <a:pt x="2182012" y="1779866"/>
                </a:lnTo>
                <a:lnTo>
                  <a:pt x="2184882" y="1784299"/>
                </a:lnTo>
                <a:lnTo>
                  <a:pt x="2189543" y="1791182"/>
                </a:lnTo>
                <a:lnTo>
                  <a:pt x="2193836" y="1798256"/>
                </a:lnTo>
                <a:lnTo>
                  <a:pt x="2203589" y="1824990"/>
                </a:lnTo>
                <a:lnTo>
                  <a:pt x="2210028" y="1853692"/>
                </a:lnTo>
                <a:lnTo>
                  <a:pt x="2222639" y="1879269"/>
                </a:lnTo>
                <a:lnTo>
                  <a:pt x="2250910" y="1896656"/>
                </a:lnTo>
                <a:lnTo>
                  <a:pt x="2257018" y="1902536"/>
                </a:lnTo>
                <a:lnTo>
                  <a:pt x="2261527" y="1913890"/>
                </a:lnTo>
                <a:lnTo>
                  <a:pt x="2265210" y="1927593"/>
                </a:lnTo>
                <a:lnTo>
                  <a:pt x="2268842" y="1940585"/>
                </a:lnTo>
                <a:lnTo>
                  <a:pt x="2277516" y="1967293"/>
                </a:lnTo>
                <a:lnTo>
                  <a:pt x="2294610" y="2020785"/>
                </a:lnTo>
                <a:lnTo>
                  <a:pt x="2303526" y="2047290"/>
                </a:lnTo>
                <a:lnTo>
                  <a:pt x="2383447" y="2076145"/>
                </a:lnTo>
                <a:lnTo>
                  <a:pt x="2422410" y="2017115"/>
                </a:lnTo>
                <a:lnTo>
                  <a:pt x="2428062" y="2008543"/>
                </a:lnTo>
                <a:close/>
              </a:path>
              <a:path w="2748915" h="3382645">
                <a:moveTo>
                  <a:pt x="2564396" y="2674543"/>
                </a:moveTo>
                <a:lnTo>
                  <a:pt x="2439708" y="2633713"/>
                </a:lnTo>
                <a:lnTo>
                  <a:pt x="2439708" y="2700540"/>
                </a:lnTo>
                <a:lnTo>
                  <a:pt x="2417584" y="2760103"/>
                </a:lnTo>
                <a:lnTo>
                  <a:pt x="2421623" y="2748064"/>
                </a:lnTo>
                <a:lnTo>
                  <a:pt x="2439708" y="2700540"/>
                </a:lnTo>
                <a:lnTo>
                  <a:pt x="2439708" y="2633713"/>
                </a:lnTo>
                <a:lnTo>
                  <a:pt x="2431021" y="2630868"/>
                </a:lnTo>
                <a:lnTo>
                  <a:pt x="2382405" y="2681757"/>
                </a:lnTo>
                <a:lnTo>
                  <a:pt x="2426538" y="2696222"/>
                </a:lnTo>
                <a:lnTo>
                  <a:pt x="2324354" y="2662758"/>
                </a:lnTo>
                <a:lnTo>
                  <a:pt x="2331580" y="2731935"/>
                </a:lnTo>
                <a:lnTo>
                  <a:pt x="2414892" y="2759214"/>
                </a:lnTo>
                <a:lnTo>
                  <a:pt x="2423604" y="2815526"/>
                </a:lnTo>
                <a:lnTo>
                  <a:pt x="2459151" y="2827185"/>
                </a:lnTo>
                <a:lnTo>
                  <a:pt x="2362860" y="2795638"/>
                </a:lnTo>
                <a:lnTo>
                  <a:pt x="2383142" y="2869095"/>
                </a:lnTo>
                <a:lnTo>
                  <a:pt x="2537002" y="2919488"/>
                </a:lnTo>
                <a:lnTo>
                  <a:pt x="2546350" y="2855734"/>
                </a:lnTo>
                <a:lnTo>
                  <a:pt x="2463482" y="2828594"/>
                </a:lnTo>
                <a:lnTo>
                  <a:pt x="2478036" y="2779915"/>
                </a:lnTo>
                <a:lnTo>
                  <a:pt x="2491219" y="2784221"/>
                </a:lnTo>
                <a:lnTo>
                  <a:pt x="2525357" y="2795397"/>
                </a:lnTo>
                <a:lnTo>
                  <a:pt x="2540711" y="2733624"/>
                </a:lnTo>
                <a:lnTo>
                  <a:pt x="2545105" y="2735046"/>
                </a:lnTo>
                <a:lnTo>
                  <a:pt x="2564396" y="2674543"/>
                </a:lnTo>
                <a:close/>
              </a:path>
              <a:path w="2748915" h="3382645">
                <a:moveTo>
                  <a:pt x="2606459" y="2821965"/>
                </a:moveTo>
                <a:lnTo>
                  <a:pt x="2491219" y="2784221"/>
                </a:lnTo>
                <a:lnTo>
                  <a:pt x="2477376" y="2833141"/>
                </a:lnTo>
                <a:lnTo>
                  <a:pt x="2536202" y="2852407"/>
                </a:lnTo>
                <a:lnTo>
                  <a:pt x="2606459" y="2821965"/>
                </a:lnTo>
                <a:close/>
              </a:path>
              <a:path w="2748915" h="3382645">
                <a:moveTo>
                  <a:pt x="2705722" y="2266264"/>
                </a:moveTo>
                <a:lnTo>
                  <a:pt x="2700540" y="2230907"/>
                </a:lnTo>
                <a:lnTo>
                  <a:pt x="2699397" y="2223084"/>
                </a:lnTo>
                <a:lnTo>
                  <a:pt x="2674416" y="2222360"/>
                </a:lnTo>
                <a:lnTo>
                  <a:pt x="2661602" y="2206599"/>
                </a:lnTo>
                <a:lnTo>
                  <a:pt x="2651036" y="2184920"/>
                </a:lnTo>
                <a:lnTo>
                  <a:pt x="2632824" y="2166404"/>
                </a:lnTo>
                <a:lnTo>
                  <a:pt x="2604097" y="2176056"/>
                </a:lnTo>
                <a:lnTo>
                  <a:pt x="2574861" y="2183117"/>
                </a:lnTo>
                <a:lnTo>
                  <a:pt x="2545118" y="2187600"/>
                </a:lnTo>
                <a:lnTo>
                  <a:pt x="2514879" y="2189518"/>
                </a:lnTo>
                <a:lnTo>
                  <a:pt x="2484577" y="2188845"/>
                </a:lnTo>
                <a:lnTo>
                  <a:pt x="2454681" y="2185581"/>
                </a:lnTo>
                <a:lnTo>
                  <a:pt x="2425179" y="2179726"/>
                </a:lnTo>
                <a:lnTo>
                  <a:pt x="2396071" y="2171268"/>
                </a:lnTo>
                <a:lnTo>
                  <a:pt x="2468765" y="2292908"/>
                </a:lnTo>
                <a:lnTo>
                  <a:pt x="2484831" y="2281174"/>
                </a:lnTo>
                <a:lnTo>
                  <a:pt x="2501061" y="2270823"/>
                </a:lnTo>
                <a:lnTo>
                  <a:pt x="2519769" y="2265159"/>
                </a:lnTo>
                <a:lnTo>
                  <a:pt x="2543238" y="2267483"/>
                </a:lnTo>
                <a:lnTo>
                  <a:pt x="2568664" y="2275802"/>
                </a:lnTo>
                <a:lnTo>
                  <a:pt x="2584005" y="2279497"/>
                </a:lnTo>
                <a:lnTo>
                  <a:pt x="2604973" y="2282342"/>
                </a:lnTo>
                <a:lnTo>
                  <a:pt x="2626347" y="2283079"/>
                </a:lnTo>
                <a:lnTo>
                  <a:pt x="2647683" y="2281707"/>
                </a:lnTo>
                <a:lnTo>
                  <a:pt x="2668574" y="2278240"/>
                </a:lnTo>
                <a:lnTo>
                  <a:pt x="2688996" y="2272677"/>
                </a:lnTo>
                <a:lnTo>
                  <a:pt x="2705722" y="2266264"/>
                </a:lnTo>
                <a:close/>
              </a:path>
              <a:path w="2748915" h="3382645">
                <a:moveTo>
                  <a:pt x="2738564" y="3359683"/>
                </a:moveTo>
                <a:lnTo>
                  <a:pt x="2630919" y="3324428"/>
                </a:lnTo>
                <a:lnTo>
                  <a:pt x="2650909" y="3264154"/>
                </a:lnTo>
                <a:lnTo>
                  <a:pt x="2717609" y="3285998"/>
                </a:lnTo>
                <a:lnTo>
                  <a:pt x="2704109" y="3228124"/>
                </a:lnTo>
                <a:lnTo>
                  <a:pt x="2599931" y="3194012"/>
                </a:lnTo>
                <a:lnTo>
                  <a:pt x="2621483" y="3134245"/>
                </a:lnTo>
                <a:lnTo>
                  <a:pt x="2619032" y="3133445"/>
                </a:lnTo>
                <a:lnTo>
                  <a:pt x="2626449" y="3069056"/>
                </a:lnTo>
                <a:lnTo>
                  <a:pt x="2480208" y="3021165"/>
                </a:lnTo>
                <a:lnTo>
                  <a:pt x="2597620" y="3059607"/>
                </a:lnTo>
                <a:lnTo>
                  <a:pt x="2596959" y="3005937"/>
                </a:lnTo>
                <a:lnTo>
                  <a:pt x="2691028" y="2969933"/>
                </a:lnTo>
                <a:lnTo>
                  <a:pt x="2200287" y="2809214"/>
                </a:lnTo>
                <a:lnTo>
                  <a:pt x="2208949" y="2745232"/>
                </a:lnTo>
                <a:lnTo>
                  <a:pt x="2114969" y="2714460"/>
                </a:lnTo>
                <a:lnTo>
                  <a:pt x="2167305" y="2731592"/>
                </a:lnTo>
                <a:lnTo>
                  <a:pt x="2180069" y="2682316"/>
                </a:lnTo>
                <a:lnTo>
                  <a:pt x="2193493" y="2686710"/>
                </a:lnTo>
                <a:lnTo>
                  <a:pt x="2218867" y="2628214"/>
                </a:lnTo>
                <a:lnTo>
                  <a:pt x="2324354" y="2662758"/>
                </a:lnTo>
                <a:lnTo>
                  <a:pt x="2359634" y="2674302"/>
                </a:lnTo>
                <a:lnTo>
                  <a:pt x="2360041" y="2607627"/>
                </a:lnTo>
                <a:lnTo>
                  <a:pt x="1949450" y="2473160"/>
                </a:lnTo>
                <a:lnTo>
                  <a:pt x="1949450" y="2847352"/>
                </a:lnTo>
                <a:lnTo>
                  <a:pt x="1934197" y="2909163"/>
                </a:lnTo>
                <a:lnTo>
                  <a:pt x="1925205" y="2906217"/>
                </a:lnTo>
                <a:lnTo>
                  <a:pt x="1949450" y="2847352"/>
                </a:lnTo>
                <a:lnTo>
                  <a:pt x="1949450" y="2473160"/>
                </a:lnTo>
                <a:lnTo>
                  <a:pt x="1609267" y="2361742"/>
                </a:lnTo>
                <a:lnTo>
                  <a:pt x="1594624" y="2423757"/>
                </a:lnTo>
                <a:lnTo>
                  <a:pt x="1659051" y="2444864"/>
                </a:lnTo>
                <a:lnTo>
                  <a:pt x="1648040" y="2508072"/>
                </a:lnTo>
                <a:lnTo>
                  <a:pt x="1749628" y="2541346"/>
                </a:lnTo>
                <a:lnTo>
                  <a:pt x="1729841" y="2588323"/>
                </a:lnTo>
                <a:lnTo>
                  <a:pt x="1724279" y="2586494"/>
                </a:lnTo>
                <a:lnTo>
                  <a:pt x="1705521" y="2647175"/>
                </a:lnTo>
                <a:lnTo>
                  <a:pt x="1727263" y="2654312"/>
                </a:lnTo>
                <a:lnTo>
                  <a:pt x="1727212" y="2654503"/>
                </a:lnTo>
                <a:lnTo>
                  <a:pt x="1711325" y="2715895"/>
                </a:lnTo>
                <a:lnTo>
                  <a:pt x="1800199" y="2745003"/>
                </a:lnTo>
                <a:lnTo>
                  <a:pt x="1789760" y="2795041"/>
                </a:lnTo>
                <a:lnTo>
                  <a:pt x="1864448" y="2819514"/>
                </a:lnTo>
                <a:lnTo>
                  <a:pt x="1850555" y="2881769"/>
                </a:lnTo>
                <a:lnTo>
                  <a:pt x="1856917" y="2883865"/>
                </a:lnTo>
                <a:lnTo>
                  <a:pt x="1837651" y="2944355"/>
                </a:lnTo>
                <a:lnTo>
                  <a:pt x="2266772" y="3084893"/>
                </a:lnTo>
                <a:lnTo>
                  <a:pt x="2300224" y="3029039"/>
                </a:lnTo>
                <a:lnTo>
                  <a:pt x="2049399" y="2946895"/>
                </a:lnTo>
                <a:lnTo>
                  <a:pt x="2236266" y="3008084"/>
                </a:lnTo>
                <a:lnTo>
                  <a:pt x="2247900" y="2945079"/>
                </a:lnTo>
                <a:lnTo>
                  <a:pt x="2124100" y="2904540"/>
                </a:lnTo>
                <a:lnTo>
                  <a:pt x="2221534" y="2936443"/>
                </a:lnTo>
                <a:lnTo>
                  <a:pt x="2230539" y="2885948"/>
                </a:lnTo>
                <a:lnTo>
                  <a:pt x="2302687" y="2909582"/>
                </a:lnTo>
                <a:lnTo>
                  <a:pt x="2285682" y="2957449"/>
                </a:lnTo>
                <a:lnTo>
                  <a:pt x="2340318" y="2975343"/>
                </a:lnTo>
                <a:lnTo>
                  <a:pt x="2380361" y="2935008"/>
                </a:lnTo>
                <a:lnTo>
                  <a:pt x="2416365" y="3000248"/>
                </a:lnTo>
                <a:lnTo>
                  <a:pt x="2435364" y="3006471"/>
                </a:lnTo>
                <a:lnTo>
                  <a:pt x="2444889" y="2956141"/>
                </a:lnTo>
                <a:lnTo>
                  <a:pt x="2459050" y="2960776"/>
                </a:lnTo>
                <a:lnTo>
                  <a:pt x="2437104" y="3007042"/>
                </a:lnTo>
                <a:lnTo>
                  <a:pt x="2442540" y="3008833"/>
                </a:lnTo>
                <a:lnTo>
                  <a:pt x="2448839" y="3077705"/>
                </a:lnTo>
                <a:lnTo>
                  <a:pt x="2470658" y="3084855"/>
                </a:lnTo>
                <a:lnTo>
                  <a:pt x="2455037" y="3146552"/>
                </a:lnTo>
                <a:lnTo>
                  <a:pt x="2527579" y="3170326"/>
                </a:lnTo>
                <a:lnTo>
                  <a:pt x="2402979" y="3129508"/>
                </a:lnTo>
                <a:lnTo>
                  <a:pt x="2374341" y="3173577"/>
                </a:lnTo>
                <a:lnTo>
                  <a:pt x="2437231" y="3194177"/>
                </a:lnTo>
                <a:lnTo>
                  <a:pt x="2469223" y="3204667"/>
                </a:lnTo>
                <a:lnTo>
                  <a:pt x="2426297" y="3257410"/>
                </a:lnTo>
                <a:lnTo>
                  <a:pt x="2423426" y="3256470"/>
                </a:lnTo>
                <a:lnTo>
                  <a:pt x="2437231" y="3194177"/>
                </a:lnTo>
                <a:lnTo>
                  <a:pt x="1930730" y="3028302"/>
                </a:lnTo>
                <a:lnTo>
                  <a:pt x="1917192" y="3090684"/>
                </a:lnTo>
                <a:lnTo>
                  <a:pt x="2049462" y="3134017"/>
                </a:lnTo>
                <a:lnTo>
                  <a:pt x="2003209" y="3185668"/>
                </a:lnTo>
                <a:lnTo>
                  <a:pt x="2298319" y="3282315"/>
                </a:lnTo>
                <a:lnTo>
                  <a:pt x="2325954" y="3224555"/>
                </a:lnTo>
                <a:lnTo>
                  <a:pt x="2342057" y="3229838"/>
                </a:lnTo>
                <a:lnTo>
                  <a:pt x="2328278" y="3292132"/>
                </a:lnTo>
                <a:lnTo>
                  <a:pt x="2472779" y="3339452"/>
                </a:lnTo>
                <a:lnTo>
                  <a:pt x="2486012" y="3276981"/>
                </a:lnTo>
                <a:lnTo>
                  <a:pt x="2525052" y="3289770"/>
                </a:lnTo>
                <a:lnTo>
                  <a:pt x="2504871" y="3349968"/>
                </a:lnTo>
                <a:lnTo>
                  <a:pt x="1977859" y="3177375"/>
                </a:lnTo>
                <a:lnTo>
                  <a:pt x="1985441" y="3233305"/>
                </a:lnTo>
                <a:lnTo>
                  <a:pt x="2036991" y="3250196"/>
                </a:lnTo>
                <a:lnTo>
                  <a:pt x="2038883" y="3317633"/>
                </a:lnTo>
                <a:lnTo>
                  <a:pt x="1954999" y="3356978"/>
                </a:lnTo>
                <a:lnTo>
                  <a:pt x="1939429" y="3285058"/>
                </a:lnTo>
                <a:lnTo>
                  <a:pt x="1902650" y="3273018"/>
                </a:lnTo>
                <a:lnTo>
                  <a:pt x="1884311" y="3200184"/>
                </a:lnTo>
                <a:lnTo>
                  <a:pt x="1720570" y="3146564"/>
                </a:lnTo>
                <a:lnTo>
                  <a:pt x="1657540" y="3192742"/>
                </a:lnTo>
                <a:lnTo>
                  <a:pt x="1658150" y="3192945"/>
                </a:lnTo>
                <a:lnTo>
                  <a:pt x="1408264" y="3111106"/>
                </a:lnTo>
                <a:lnTo>
                  <a:pt x="1390078" y="3171964"/>
                </a:lnTo>
                <a:lnTo>
                  <a:pt x="1398752" y="3174822"/>
                </a:lnTo>
                <a:lnTo>
                  <a:pt x="1389494" y="3225228"/>
                </a:lnTo>
                <a:lnTo>
                  <a:pt x="1407528" y="3231146"/>
                </a:lnTo>
                <a:lnTo>
                  <a:pt x="1401178" y="3295866"/>
                </a:lnTo>
                <a:lnTo>
                  <a:pt x="1415186" y="3300463"/>
                </a:lnTo>
                <a:lnTo>
                  <a:pt x="1314488" y="3267481"/>
                </a:lnTo>
                <a:lnTo>
                  <a:pt x="1341259" y="3209429"/>
                </a:lnTo>
                <a:lnTo>
                  <a:pt x="1352791" y="3213201"/>
                </a:lnTo>
                <a:lnTo>
                  <a:pt x="1363103" y="3163125"/>
                </a:lnTo>
                <a:lnTo>
                  <a:pt x="1158278" y="3096044"/>
                </a:lnTo>
                <a:lnTo>
                  <a:pt x="1182306" y="3157372"/>
                </a:lnTo>
                <a:lnTo>
                  <a:pt x="1261770" y="3183407"/>
                </a:lnTo>
                <a:lnTo>
                  <a:pt x="1246403" y="3245180"/>
                </a:lnTo>
                <a:lnTo>
                  <a:pt x="1259662" y="3249536"/>
                </a:lnTo>
                <a:lnTo>
                  <a:pt x="1252296" y="3313925"/>
                </a:lnTo>
                <a:lnTo>
                  <a:pt x="1305306" y="3331299"/>
                </a:lnTo>
                <a:lnTo>
                  <a:pt x="1292491" y="3380549"/>
                </a:lnTo>
                <a:lnTo>
                  <a:pt x="1409776" y="3378873"/>
                </a:lnTo>
                <a:lnTo>
                  <a:pt x="1414411" y="3367024"/>
                </a:lnTo>
                <a:lnTo>
                  <a:pt x="1435557" y="3373945"/>
                </a:lnTo>
                <a:lnTo>
                  <a:pt x="1463230" y="3316198"/>
                </a:lnTo>
                <a:lnTo>
                  <a:pt x="1422933" y="3303003"/>
                </a:lnTo>
                <a:lnTo>
                  <a:pt x="1448943" y="3244710"/>
                </a:lnTo>
                <a:lnTo>
                  <a:pt x="1470469" y="3251746"/>
                </a:lnTo>
                <a:lnTo>
                  <a:pt x="1488643" y="3204260"/>
                </a:lnTo>
                <a:lnTo>
                  <a:pt x="1565097" y="3229292"/>
                </a:lnTo>
                <a:lnTo>
                  <a:pt x="1563166" y="3282099"/>
                </a:lnTo>
                <a:lnTo>
                  <a:pt x="1578038" y="3286976"/>
                </a:lnTo>
                <a:lnTo>
                  <a:pt x="1551317" y="3345040"/>
                </a:lnTo>
                <a:lnTo>
                  <a:pt x="1551444" y="3345091"/>
                </a:lnTo>
                <a:lnTo>
                  <a:pt x="1614792" y="3365830"/>
                </a:lnTo>
                <a:lnTo>
                  <a:pt x="1637906" y="3306584"/>
                </a:lnTo>
                <a:lnTo>
                  <a:pt x="1652651" y="3311410"/>
                </a:lnTo>
                <a:lnTo>
                  <a:pt x="1638084" y="3373463"/>
                </a:lnTo>
                <a:lnTo>
                  <a:pt x="1551444" y="3345091"/>
                </a:lnTo>
                <a:lnTo>
                  <a:pt x="1541500" y="3381921"/>
                </a:lnTo>
                <a:lnTo>
                  <a:pt x="1844763" y="3374326"/>
                </a:lnTo>
                <a:lnTo>
                  <a:pt x="2032317" y="3382302"/>
                </a:lnTo>
                <a:lnTo>
                  <a:pt x="2415324" y="3374098"/>
                </a:lnTo>
                <a:lnTo>
                  <a:pt x="2602865" y="3382060"/>
                </a:lnTo>
                <a:lnTo>
                  <a:pt x="2726563" y="3382480"/>
                </a:lnTo>
                <a:lnTo>
                  <a:pt x="2738564" y="3359683"/>
                </a:lnTo>
                <a:close/>
              </a:path>
              <a:path w="2748915" h="3382645">
                <a:moveTo>
                  <a:pt x="2748902" y="2512276"/>
                </a:moveTo>
                <a:lnTo>
                  <a:pt x="2729065" y="2461222"/>
                </a:lnTo>
                <a:lnTo>
                  <a:pt x="2706967" y="2423058"/>
                </a:lnTo>
                <a:lnTo>
                  <a:pt x="2597747" y="2403411"/>
                </a:lnTo>
                <a:lnTo>
                  <a:pt x="2587536" y="2455799"/>
                </a:lnTo>
                <a:lnTo>
                  <a:pt x="2590266" y="2504275"/>
                </a:lnTo>
                <a:lnTo>
                  <a:pt x="2602344" y="2549842"/>
                </a:lnTo>
                <a:lnTo>
                  <a:pt x="2620137" y="2593492"/>
                </a:lnTo>
                <a:lnTo>
                  <a:pt x="2640063" y="2636215"/>
                </a:lnTo>
                <a:lnTo>
                  <a:pt x="2658503" y="2679014"/>
                </a:lnTo>
                <a:lnTo>
                  <a:pt x="2688717" y="2703626"/>
                </a:lnTo>
                <a:lnTo>
                  <a:pt x="2700020" y="2705087"/>
                </a:lnTo>
                <a:lnTo>
                  <a:pt x="2709837" y="2704681"/>
                </a:lnTo>
                <a:lnTo>
                  <a:pt x="2741549" y="2683472"/>
                </a:lnTo>
                <a:lnTo>
                  <a:pt x="2747835" y="2658389"/>
                </a:lnTo>
                <a:lnTo>
                  <a:pt x="2725369" y="2649004"/>
                </a:lnTo>
                <a:lnTo>
                  <a:pt x="2696375" y="2633751"/>
                </a:lnTo>
                <a:lnTo>
                  <a:pt x="2687231" y="2627084"/>
                </a:lnTo>
                <a:lnTo>
                  <a:pt x="2681935" y="2619248"/>
                </a:lnTo>
                <a:lnTo>
                  <a:pt x="2682722" y="2611056"/>
                </a:lnTo>
                <a:lnTo>
                  <a:pt x="2688044" y="2601112"/>
                </a:lnTo>
                <a:lnTo>
                  <a:pt x="2695943" y="2591168"/>
                </a:lnTo>
                <a:lnTo>
                  <a:pt x="2732963" y="2557297"/>
                </a:lnTo>
                <a:lnTo>
                  <a:pt x="2747314" y="2535732"/>
                </a:lnTo>
                <a:lnTo>
                  <a:pt x="2748902" y="2512276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921" y="9732040"/>
            <a:ext cx="153727" cy="1583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393" y="9923945"/>
            <a:ext cx="129186" cy="14582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991917" y="8788695"/>
            <a:ext cx="210185" cy="217804"/>
          </a:xfrm>
          <a:custGeom>
            <a:avLst/>
            <a:gdLst/>
            <a:ahLst/>
            <a:cxnLst/>
            <a:rect l="l" t="t" r="r" b="b"/>
            <a:pathLst>
              <a:path w="210185" h="217804">
                <a:moveTo>
                  <a:pt x="50746" y="217503"/>
                </a:moveTo>
                <a:lnTo>
                  <a:pt x="27086" y="189170"/>
                </a:lnTo>
                <a:lnTo>
                  <a:pt x="8636" y="160296"/>
                </a:lnTo>
                <a:lnTo>
                  <a:pt x="0" y="128413"/>
                </a:lnTo>
                <a:lnTo>
                  <a:pt x="5780" y="91051"/>
                </a:lnTo>
                <a:lnTo>
                  <a:pt x="7652" y="91663"/>
                </a:lnTo>
                <a:lnTo>
                  <a:pt x="99040" y="101228"/>
                </a:lnTo>
                <a:lnTo>
                  <a:pt x="90778" y="0"/>
                </a:lnTo>
                <a:lnTo>
                  <a:pt x="139985" y="47661"/>
                </a:lnTo>
                <a:lnTo>
                  <a:pt x="153172" y="59544"/>
                </a:lnTo>
                <a:lnTo>
                  <a:pt x="164798" y="69027"/>
                </a:lnTo>
                <a:lnTo>
                  <a:pt x="209881" y="102218"/>
                </a:lnTo>
                <a:lnTo>
                  <a:pt x="160669" y="129664"/>
                </a:lnTo>
                <a:lnTo>
                  <a:pt x="119461" y="155061"/>
                </a:lnTo>
                <a:lnTo>
                  <a:pt x="84419" y="185116"/>
                </a:lnTo>
                <a:lnTo>
                  <a:pt x="67255" y="201156"/>
                </a:lnTo>
                <a:lnTo>
                  <a:pt x="50746" y="217503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706" y="7756875"/>
            <a:ext cx="182056" cy="15416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5982" y="9168571"/>
            <a:ext cx="78187" cy="120685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889919" y="7957011"/>
            <a:ext cx="147320" cy="43180"/>
          </a:xfrm>
          <a:custGeom>
            <a:avLst/>
            <a:gdLst/>
            <a:ahLst/>
            <a:cxnLst/>
            <a:rect l="l" t="t" r="r" b="b"/>
            <a:pathLst>
              <a:path w="147319" h="43179">
                <a:moveTo>
                  <a:pt x="4480" y="16459"/>
                </a:moveTo>
                <a:lnTo>
                  <a:pt x="45054" y="1175"/>
                </a:lnTo>
                <a:lnTo>
                  <a:pt x="65384" y="0"/>
                </a:lnTo>
                <a:lnTo>
                  <a:pt x="72143" y="467"/>
                </a:lnTo>
                <a:lnTo>
                  <a:pt x="110981" y="12104"/>
                </a:lnTo>
                <a:lnTo>
                  <a:pt x="142710" y="37343"/>
                </a:lnTo>
                <a:lnTo>
                  <a:pt x="146801" y="42782"/>
                </a:lnTo>
                <a:lnTo>
                  <a:pt x="4480" y="16459"/>
                </a:lnTo>
                <a:close/>
              </a:path>
              <a:path w="147319" h="43179">
                <a:moveTo>
                  <a:pt x="1251" y="18655"/>
                </a:moveTo>
                <a:lnTo>
                  <a:pt x="0" y="15630"/>
                </a:lnTo>
                <a:lnTo>
                  <a:pt x="4480" y="16459"/>
                </a:lnTo>
                <a:lnTo>
                  <a:pt x="1251" y="18655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4323" y="7937073"/>
            <a:ext cx="95888" cy="77278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30276" y="6874078"/>
            <a:ext cx="2490470" cy="2953385"/>
          </a:xfrm>
          <a:custGeom>
            <a:avLst/>
            <a:gdLst/>
            <a:ahLst/>
            <a:cxnLst/>
            <a:rect l="l" t="t" r="r" b="b"/>
            <a:pathLst>
              <a:path w="2490470" h="2953384">
                <a:moveTo>
                  <a:pt x="66840" y="2948317"/>
                </a:moveTo>
                <a:lnTo>
                  <a:pt x="63436" y="2938183"/>
                </a:lnTo>
                <a:lnTo>
                  <a:pt x="42722" y="2953308"/>
                </a:lnTo>
                <a:lnTo>
                  <a:pt x="66840" y="2948317"/>
                </a:lnTo>
                <a:close/>
              </a:path>
              <a:path w="2490470" h="2953384">
                <a:moveTo>
                  <a:pt x="123850" y="15976"/>
                </a:moveTo>
                <a:lnTo>
                  <a:pt x="119786" y="11087"/>
                </a:lnTo>
                <a:lnTo>
                  <a:pt x="116674" y="3848"/>
                </a:lnTo>
                <a:lnTo>
                  <a:pt x="111404" y="1866"/>
                </a:lnTo>
                <a:lnTo>
                  <a:pt x="107035" y="0"/>
                </a:lnTo>
                <a:lnTo>
                  <a:pt x="100330" y="3721"/>
                </a:lnTo>
                <a:lnTo>
                  <a:pt x="94627" y="4965"/>
                </a:lnTo>
                <a:lnTo>
                  <a:pt x="98513" y="10604"/>
                </a:lnTo>
                <a:lnTo>
                  <a:pt x="101168" y="18694"/>
                </a:lnTo>
                <a:lnTo>
                  <a:pt x="110502" y="23253"/>
                </a:lnTo>
                <a:lnTo>
                  <a:pt x="117932" y="18084"/>
                </a:lnTo>
                <a:lnTo>
                  <a:pt x="123850" y="15976"/>
                </a:lnTo>
                <a:close/>
              </a:path>
              <a:path w="2490470" h="2953384">
                <a:moveTo>
                  <a:pt x="154457" y="1262761"/>
                </a:moveTo>
                <a:lnTo>
                  <a:pt x="135661" y="1273962"/>
                </a:lnTo>
                <a:lnTo>
                  <a:pt x="120332" y="1283550"/>
                </a:lnTo>
                <a:lnTo>
                  <a:pt x="107061" y="1290802"/>
                </a:lnTo>
                <a:lnTo>
                  <a:pt x="94449" y="1294993"/>
                </a:lnTo>
                <a:lnTo>
                  <a:pt x="79590" y="1295755"/>
                </a:lnTo>
                <a:lnTo>
                  <a:pt x="48920" y="1292440"/>
                </a:lnTo>
                <a:lnTo>
                  <a:pt x="35471" y="1293215"/>
                </a:lnTo>
                <a:lnTo>
                  <a:pt x="3441" y="1314259"/>
                </a:lnTo>
                <a:lnTo>
                  <a:pt x="0" y="1329334"/>
                </a:lnTo>
                <a:lnTo>
                  <a:pt x="1562" y="1336916"/>
                </a:lnTo>
                <a:lnTo>
                  <a:pt x="43497" y="1369161"/>
                </a:lnTo>
                <a:lnTo>
                  <a:pt x="96608" y="1382509"/>
                </a:lnTo>
                <a:lnTo>
                  <a:pt x="94970" y="1381975"/>
                </a:lnTo>
                <a:lnTo>
                  <a:pt x="112572" y="1385404"/>
                </a:lnTo>
                <a:lnTo>
                  <a:pt x="111633" y="1387436"/>
                </a:lnTo>
                <a:lnTo>
                  <a:pt x="115125" y="1385900"/>
                </a:lnTo>
                <a:lnTo>
                  <a:pt x="112712" y="1385112"/>
                </a:lnTo>
                <a:lnTo>
                  <a:pt x="125564" y="1357376"/>
                </a:lnTo>
                <a:lnTo>
                  <a:pt x="133858" y="1335684"/>
                </a:lnTo>
                <a:lnTo>
                  <a:pt x="136804" y="1326400"/>
                </a:lnTo>
                <a:lnTo>
                  <a:pt x="140233" y="1315605"/>
                </a:lnTo>
                <a:lnTo>
                  <a:pt x="144233" y="1302981"/>
                </a:lnTo>
                <a:lnTo>
                  <a:pt x="147574" y="1292479"/>
                </a:lnTo>
                <a:lnTo>
                  <a:pt x="154457" y="1262761"/>
                </a:lnTo>
                <a:close/>
              </a:path>
              <a:path w="2490470" h="2953384">
                <a:moveTo>
                  <a:pt x="201587" y="177939"/>
                </a:moveTo>
                <a:lnTo>
                  <a:pt x="191389" y="181330"/>
                </a:lnTo>
                <a:lnTo>
                  <a:pt x="198120" y="187579"/>
                </a:lnTo>
                <a:lnTo>
                  <a:pt x="201587" y="177939"/>
                </a:lnTo>
                <a:close/>
              </a:path>
              <a:path w="2490470" h="2953384">
                <a:moveTo>
                  <a:pt x="283057" y="63817"/>
                </a:moveTo>
                <a:lnTo>
                  <a:pt x="274408" y="52197"/>
                </a:lnTo>
                <a:lnTo>
                  <a:pt x="273291" y="66840"/>
                </a:lnTo>
                <a:lnTo>
                  <a:pt x="283057" y="63817"/>
                </a:lnTo>
                <a:close/>
              </a:path>
              <a:path w="2490470" h="2953384">
                <a:moveTo>
                  <a:pt x="369735" y="477634"/>
                </a:moveTo>
                <a:lnTo>
                  <a:pt x="366255" y="476491"/>
                </a:lnTo>
                <a:lnTo>
                  <a:pt x="360718" y="474002"/>
                </a:lnTo>
                <a:lnTo>
                  <a:pt x="354787" y="471932"/>
                </a:lnTo>
                <a:lnTo>
                  <a:pt x="354660" y="472135"/>
                </a:lnTo>
                <a:lnTo>
                  <a:pt x="351917" y="472732"/>
                </a:lnTo>
                <a:lnTo>
                  <a:pt x="369735" y="477634"/>
                </a:lnTo>
                <a:close/>
              </a:path>
              <a:path w="2490470" h="2953384">
                <a:moveTo>
                  <a:pt x="852563" y="788784"/>
                </a:moveTo>
                <a:lnTo>
                  <a:pt x="843711" y="782332"/>
                </a:lnTo>
                <a:lnTo>
                  <a:pt x="839381" y="777494"/>
                </a:lnTo>
                <a:lnTo>
                  <a:pt x="823010" y="792861"/>
                </a:lnTo>
                <a:lnTo>
                  <a:pt x="836701" y="807745"/>
                </a:lnTo>
                <a:lnTo>
                  <a:pt x="841794" y="802449"/>
                </a:lnTo>
                <a:lnTo>
                  <a:pt x="849452" y="798093"/>
                </a:lnTo>
                <a:lnTo>
                  <a:pt x="851509" y="791794"/>
                </a:lnTo>
                <a:lnTo>
                  <a:pt x="852563" y="788784"/>
                </a:lnTo>
                <a:close/>
              </a:path>
              <a:path w="2490470" h="2953384">
                <a:moveTo>
                  <a:pt x="890536" y="1247495"/>
                </a:moveTo>
                <a:lnTo>
                  <a:pt x="868121" y="1212392"/>
                </a:lnTo>
                <a:lnTo>
                  <a:pt x="861199" y="1215351"/>
                </a:lnTo>
                <a:lnTo>
                  <a:pt x="854113" y="1232204"/>
                </a:lnTo>
                <a:lnTo>
                  <a:pt x="854227" y="1234084"/>
                </a:lnTo>
                <a:lnTo>
                  <a:pt x="873277" y="1254734"/>
                </a:lnTo>
                <a:lnTo>
                  <a:pt x="880795" y="1250035"/>
                </a:lnTo>
                <a:lnTo>
                  <a:pt x="890536" y="1247495"/>
                </a:lnTo>
                <a:close/>
              </a:path>
              <a:path w="2490470" h="2953384">
                <a:moveTo>
                  <a:pt x="940117" y="1839429"/>
                </a:moveTo>
                <a:lnTo>
                  <a:pt x="903249" y="1838299"/>
                </a:lnTo>
                <a:lnTo>
                  <a:pt x="875703" y="1850834"/>
                </a:lnTo>
                <a:lnTo>
                  <a:pt x="855167" y="1872437"/>
                </a:lnTo>
                <a:lnTo>
                  <a:pt x="839317" y="1898472"/>
                </a:lnTo>
                <a:lnTo>
                  <a:pt x="892136" y="2142452"/>
                </a:lnTo>
                <a:lnTo>
                  <a:pt x="922921" y="2106930"/>
                </a:lnTo>
                <a:lnTo>
                  <a:pt x="934974" y="2055507"/>
                </a:lnTo>
                <a:lnTo>
                  <a:pt x="925728" y="2015324"/>
                </a:lnTo>
                <a:lnTo>
                  <a:pt x="919772" y="1993366"/>
                </a:lnTo>
                <a:lnTo>
                  <a:pt x="916051" y="1971154"/>
                </a:lnTo>
                <a:lnTo>
                  <a:pt x="914565" y="1948675"/>
                </a:lnTo>
                <a:lnTo>
                  <a:pt x="915314" y="1925942"/>
                </a:lnTo>
                <a:lnTo>
                  <a:pt x="918260" y="1903374"/>
                </a:lnTo>
                <a:lnTo>
                  <a:pt x="923378" y="1881441"/>
                </a:lnTo>
                <a:lnTo>
                  <a:pt x="930668" y="1860130"/>
                </a:lnTo>
                <a:lnTo>
                  <a:pt x="940117" y="1839429"/>
                </a:lnTo>
                <a:close/>
              </a:path>
              <a:path w="2490470" h="2953384">
                <a:moveTo>
                  <a:pt x="959777" y="544512"/>
                </a:moveTo>
                <a:lnTo>
                  <a:pt x="944079" y="546227"/>
                </a:lnTo>
                <a:lnTo>
                  <a:pt x="936180" y="546938"/>
                </a:lnTo>
                <a:lnTo>
                  <a:pt x="937526" y="549681"/>
                </a:lnTo>
                <a:lnTo>
                  <a:pt x="959777" y="544512"/>
                </a:lnTo>
                <a:close/>
              </a:path>
              <a:path w="2490470" h="2953384">
                <a:moveTo>
                  <a:pt x="1021867" y="1021092"/>
                </a:moveTo>
                <a:lnTo>
                  <a:pt x="998613" y="998283"/>
                </a:lnTo>
                <a:lnTo>
                  <a:pt x="990523" y="1010831"/>
                </a:lnTo>
                <a:lnTo>
                  <a:pt x="1021867" y="1021092"/>
                </a:lnTo>
                <a:close/>
              </a:path>
              <a:path w="2490470" h="2953384">
                <a:moveTo>
                  <a:pt x="1025093" y="1319657"/>
                </a:moveTo>
                <a:lnTo>
                  <a:pt x="1003477" y="1297952"/>
                </a:lnTo>
                <a:lnTo>
                  <a:pt x="978789" y="1288948"/>
                </a:lnTo>
                <a:lnTo>
                  <a:pt x="951052" y="1286281"/>
                </a:lnTo>
                <a:lnTo>
                  <a:pt x="920318" y="1283589"/>
                </a:lnTo>
                <a:lnTo>
                  <a:pt x="925156" y="1289050"/>
                </a:lnTo>
                <a:lnTo>
                  <a:pt x="960831" y="1313713"/>
                </a:lnTo>
                <a:lnTo>
                  <a:pt x="1003427" y="1322108"/>
                </a:lnTo>
                <a:lnTo>
                  <a:pt x="1010691" y="1321790"/>
                </a:lnTo>
                <a:lnTo>
                  <a:pt x="1017905" y="1320965"/>
                </a:lnTo>
                <a:lnTo>
                  <a:pt x="1025093" y="1319657"/>
                </a:lnTo>
                <a:close/>
              </a:path>
              <a:path w="2490470" h="2953384">
                <a:moveTo>
                  <a:pt x="1074343" y="983856"/>
                </a:moveTo>
                <a:lnTo>
                  <a:pt x="1073861" y="983284"/>
                </a:lnTo>
                <a:lnTo>
                  <a:pt x="1073035" y="982116"/>
                </a:lnTo>
                <a:lnTo>
                  <a:pt x="1073099" y="982357"/>
                </a:lnTo>
                <a:lnTo>
                  <a:pt x="1072870" y="982065"/>
                </a:lnTo>
                <a:lnTo>
                  <a:pt x="1069721" y="980655"/>
                </a:lnTo>
                <a:lnTo>
                  <a:pt x="1066800" y="979131"/>
                </a:lnTo>
                <a:lnTo>
                  <a:pt x="1063904" y="977696"/>
                </a:lnTo>
                <a:lnTo>
                  <a:pt x="1073391" y="983310"/>
                </a:lnTo>
                <a:lnTo>
                  <a:pt x="1073505" y="983640"/>
                </a:lnTo>
                <a:lnTo>
                  <a:pt x="1074318" y="983907"/>
                </a:lnTo>
                <a:close/>
              </a:path>
              <a:path w="2490470" h="2953384">
                <a:moveTo>
                  <a:pt x="1080770" y="1008278"/>
                </a:moveTo>
                <a:lnTo>
                  <a:pt x="1078725" y="999693"/>
                </a:lnTo>
                <a:lnTo>
                  <a:pt x="1075728" y="990854"/>
                </a:lnTo>
                <a:lnTo>
                  <a:pt x="1073746" y="984389"/>
                </a:lnTo>
                <a:lnTo>
                  <a:pt x="1027633" y="1022997"/>
                </a:lnTo>
                <a:lnTo>
                  <a:pt x="1021867" y="1021092"/>
                </a:lnTo>
                <a:lnTo>
                  <a:pt x="1025575" y="1024737"/>
                </a:lnTo>
                <a:lnTo>
                  <a:pt x="1026121" y="1024432"/>
                </a:lnTo>
                <a:lnTo>
                  <a:pt x="1028547" y="1023289"/>
                </a:lnTo>
                <a:lnTo>
                  <a:pt x="1032014" y="1035177"/>
                </a:lnTo>
                <a:lnTo>
                  <a:pt x="1037323" y="1045413"/>
                </a:lnTo>
                <a:lnTo>
                  <a:pt x="1045540" y="1051331"/>
                </a:lnTo>
                <a:lnTo>
                  <a:pt x="1057694" y="1050264"/>
                </a:lnTo>
                <a:lnTo>
                  <a:pt x="1066114" y="1043584"/>
                </a:lnTo>
                <a:lnTo>
                  <a:pt x="1071372" y="1037310"/>
                </a:lnTo>
                <a:lnTo>
                  <a:pt x="1072718" y="1035697"/>
                </a:lnTo>
                <a:lnTo>
                  <a:pt x="1077531" y="1026591"/>
                </a:lnTo>
                <a:lnTo>
                  <a:pt x="1080541" y="1016279"/>
                </a:lnTo>
                <a:lnTo>
                  <a:pt x="1080770" y="1008278"/>
                </a:lnTo>
                <a:close/>
              </a:path>
              <a:path w="2490470" h="2953384">
                <a:moveTo>
                  <a:pt x="1161770" y="597344"/>
                </a:moveTo>
                <a:lnTo>
                  <a:pt x="1159344" y="579653"/>
                </a:lnTo>
                <a:lnTo>
                  <a:pt x="1152779" y="565518"/>
                </a:lnTo>
                <a:lnTo>
                  <a:pt x="1140053" y="558406"/>
                </a:lnTo>
                <a:lnTo>
                  <a:pt x="1118997" y="560730"/>
                </a:lnTo>
                <a:lnTo>
                  <a:pt x="1115618" y="561733"/>
                </a:lnTo>
                <a:lnTo>
                  <a:pt x="1110780" y="565886"/>
                </a:lnTo>
                <a:lnTo>
                  <a:pt x="1110678" y="568655"/>
                </a:lnTo>
                <a:lnTo>
                  <a:pt x="1114031" y="584034"/>
                </a:lnTo>
                <a:lnTo>
                  <a:pt x="1113523" y="584911"/>
                </a:lnTo>
                <a:lnTo>
                  <a:pt x="1124699" y="593051"/>
                </a:lnTo>
                <a:lnTo>
                  <a:pt x="1138529" y="595655"/>
                </a:lnTo>
                <a:lnTo>
                  <a:pt x="1152664" y="597725"/>
                </a:lnTo>
                <a:lnTo>
                  <a:pt x="1156677" y="597992"/>
                </a:lnTo>
                <a:lnTo>
                  <a:pt x="1160640" y="597636"/>
                </a:lnTo>
                <a:lnTo>
                  <a:pt x="1161770" y="597344"/>
                </a:lnTo>
                <a:close/>
              </a:path>
              <a:path w="2490470" h="2953384">
                <a:moveTo>
                  <a:pt x="1164539" y="596633"/>
                </a:moveTo>
                <a:lnTo>
                  <a:pt x="1161770" y="597344"/>
                </a:lnTo>
                <a:lnTo>
                  <a:pt x="1162240" y="598157"/>
                </a:lnTo>
                <a:lnTo>
                  <a:pt x="1164539" y="596633"/>
                </a:lnTo>
                <a:close/>
              </a:path>
              <a:path w="2490470" h="2953384">
                <a:moveTo>
                  <a:pt x="1312913" y="777189"/>
                </a:moveTo>
                <a:lnTo>
                  <a:pt x="1310754" y="762279"/>
                </a:lnTo>
                <a:lnTo>
                  <a:pt x="1306830" y="760006"/>
                </a:lnTo>
                <a:lnTo>
                  <a:pt x="1305280" y="758710"/>
                </a:lnTo>
                <a:lnTo>
                  <a:pt x="1292161" y="753948"/>
                </a:lnTo>
                <a:lnTo>
                  <a:pt x="1288110" y="753960"/>
                </a:lnTo>
                <a:lnTo>
                  <a:pt x="1265428" y="774534"/>
                </a:lnTo>
                <a:lnTo>
                  <a:pt x="1266380" y="781024"/>
                </a:lnTo>
                <a:lnTo>
                  <a:pt x="1268298" y="789419"/>
                </a:lnTo>
                <a:lnTo>
                  <a:pt x="1270317" y="799985"/>
                </a:lnTo>
                <a:lnTo>
                  <a:pt x="1280668" y="795172"/>
                </a:lnTo>
                <a:lnTo>
                  <a:pt x="1290840" y="790028"/>
                </a:lnTo>
                <a:lnTo>
                  <a:pt x="1300835" y="784555"/>
                </a:lnTo>
                <a:lnTo>
                  <a:pt x="1310652" y="778751"/>
                </a:lnTo>
                <a:lnTo>
                  <a:pt x="1312913" y="777189"/>
                </a:lnTo>
                <a:close/>
              </a:path>
              <a:path w="2490470" h="2953384">
                <a:moveTo>
                  <a:pt x="1403159" y="912939"/>
                </a:moveTo>
                <a:lnTo>
                  <a:pt x="1398524" y="913218"/>
                </a:lnTo>
                <a:lnTo>
                  <a:pt x="1399603" y="916000"/>
                </a:lnTo>
                <a:lnTo>
                  <a:pt x="1403159" y="912939"/>
                </a:lnTo>
                <a:close/>
              </a:path>
              <a:path w="2490470" h="2953384">
                <a:moveTo>
                  <a:pt x="1410639" y="820712"/>
                </a:moveTo>
                <a:lnTo>
                  <a:pt x="1407058" y="815492"/>
                </a:lnTo>
                <a:lnTo>
                  <a:pt x="1403007" y="810666"/>
                </a:lnTo>
                <a:lnTo>
                  <a:pt x="1398511" y="806221"/>
                </a:lnTo>
                <a:lnTo>
                  <a:pt x="1397127" y="805078"/>
                </a:lnTo>
                <a:lnTo>
                  <a:pt x="1389341" y="808697"/>
                </a:lnTo>
                <a:lnTo>
                  <a:pt x="1390459" y="815479"/>
                </a:lnTo>
                <a:lnTo>
                  <a:pt x="1391894" y="821359"/>
                </a:lnTo>
                <a:lnTo>
                  <a:pt x="1393774" y="827151"/>
                </a:lnTo>
                <a:lnTo>
                  <a:pt x="1410639" y="820712"/>
                </a:lnTo>
                <a:close/>
              </a:path>
              <a:path w="2490470" h="2953384">
                <a:moveTo>
                  <a:pt x="1447914" y="901522"/>
                </a:moveTo>
                <a:lnTo>
                  <a:pt x="1447901" y="900684"/>
                </a:lnTo>
                <a:lnTo>
                  <a:pt x="1444320" y="895350"/>
                </a:lnTo>
                <a:lnTo>
                  <a:pt x="1439824" y="890930"/>
                </a:lnTo>
                <a:lnTo>
                  <a:pt x="1434439" y="887425"/>
                </a:lnTo>
                <a:lnTo>
                  <a:pt x="1425435" y="894156"/>
                </a:lnTo>
                <a:lnTo>
                  <a:pt x="1416723" y="901280"/>
                </a:lnTo>
                <a:lnTo>
                  <a:pt x="1403159" y="912939"/>
                </a:lnTo>
                <a:lnTo>
                  <a:pt x="1431937" y="911212"/>
                </a:lnTo>
                <a:lnTo>
                  <a:pt x="1444028" y="910221"/>
                </a:lnTo>
                <a:lnTo>
                  <a:pt x="1443443" y="910031"/>
                </a:lnTo>
                <a:lnTo>
                  <a:pt x="1446326" y="907923"/>
                </a:lnTo>
                <a:lnTo>
                  <a:pt x="1447914" y="901522"/>
                </a:lnTo>
                <a:close/>
              </a:path>
              <a:path w="2490470" h="2953384">
                <a:moveTo>
                  <a:pt x="1703641" y="1132408"/>
                </a:moveTo>
                <a:lnTo>
                  <a:pt x="1696808" y="1124750"/>
                </a:lnTo>
                <a:lnTo>
                  <a:pt x="1693392" y="1132725"/>
                </a:lnTo>
                <a:lnTo>
                  <a:pt x="1703641" y="1132408"/>
                </a:lnTo>
                <a:close/>
              </a:path>
              <a:path w="2490470" h="2953384">
                <a:moveTo>
                  <a:pt x="1867636" y="2005749"/>
                </a:moveTo>
                <a:lnTo>
                  <a:pt x="1848916" y="1999615"/>
                </a:lnTo>
                <a:lnTo>
                  <a:pt x="1853069" y="2001354"/>
                </a:lnTo>
                <a:lnTo>
                  <a:pt x="1858683" y="2003806"/>
                </a:lnTo>
                <a:lnTo>
                  <a:pt x="1864690" y="2006028"/>
                </a:lnTo>
                <a:lnTo>
                  <a:pt x="1865668" y="2005888"/>
                </a:lnTo>
                <a:lnTo>
                  <a:pt x="1866646" y="2005787"/>
                </a:lnTo>
                <a:lnTo>
                  <a:pt x="1867636" y="2005749"/>
                </a:lnTo>
                <a:close/>
              </a:path>
              <a:path w="2490470" h="2953384">
                <a:moveTo>
                  <a:pt x="1907057" y="1782038"/>
                </a:moveTo>
                <a:lnTo>
                  <a:pt x="1872221" y="1770037"/>
                </a:lnTo>
                <a:lnTo>
                  <a:pt x="1872462" y="1777834"/>
                </a:lnTo>
                <a:lnTo>
                  <a:pt x="1870202" y="1790674"/>
                </a:lnTo>
                <a:lnTo>
                  <a:pt x="1906905" y="1799704"/>
                </a:lnTo>
                <a:lnTo>
                  <a:pt x="1906905" y="1790446"/>
                </a:lnTo>
                <a:lnTo>
                  <a:pt x="1907057" y="1782038"/>
                </a:lnTo>
                <a:close/>
              </a:path>
              <a:path w="2490470" h="2953384">
                <a:moveTo>
                  <a:pt x="2049068" y="1810867"/>
                </a:moveTo>
                <a:lnTo>
                  <a:pt x="2008479" y="1813979"/>
                </a:lnTo>
                <a:lnTo>
                  <a:pt x="2004898" y="1814791"/>
                </a:lnTo>
                <a:lnTo>
                  <a:pt x="2004174" y="1814550"/>
                </a:lnTo>
                <a:lnTo>
                  <a:pt x="2002536" y="1824799"/>
                </a:lnTo>
                <a:lnTo>
                  <a:pt x="1999132" y="1833765"/>
                </a:lnTo>
                <a:lnTo>
                  <a:pt x="2000580" y="1834248"/>
                </a:lnTo>
                <a:lnTo>
                  <a:pt x="2014918" y="1840992"/>
                </a:lnTo>
                <a:lnTo>
                  <a:pt x="2022551" y="1843481"/>
                </a:lnTo>
                <a:lnTo>
                  <a:pt x="2027605" y="1843087"/>
                </a:lnTo>
                <a:lnTo>
                  <a:pt x="2026704" y="1842795"/>
                </a:lnTo>
                <a:lnTo>
                  <a:pt x="2033397" y="1834908"/>
                </a:lnTo>
                <a:lnTo>
                  <a:pt x="2039810" y="1826221"/>
                </a:lnTo>
                <a:lnTo>
                  <a:pt x="2045919" y="1816595"/>
                </a:lnTo>
                <a:lnTo>
                  <a:pt x="2049068" y="1810867"/>
                </a:lnTo>
                <a:close/>
              </a:path>
              <a:path w="2490470" h="2953384">
                <a:moveTo>
                  <a:pt x="2052358" y="1810842"/>
                </a:moveTo>
                <a:lnTo>
                  <a:pt x="2050859" y="1807616"/>
                </a:lnTo>
                <a:lnTo>
                  <a:pt x="2049068" y="1810867"/>
                </a:lnTo>
                <a:lnTo>
                  <a:pt x="2052358" y="1810842"/>
                </a:lnTo>
                <a:close/>
              </a:path>
              <a:path w="2490470" h="2953384">
                <a:moveTo>
                  <a:pt x="2056384" y="2183219"/>
                </a:moveTo>
                <a:lnTo>
                  <a:pt x="2048662" y="2165172"/>
                </a:lnTo>
                <a:lnTo>
                  <a:pt x="2045830" y="2167547"/>
                </a:lnTo>
                <a:lnTo>
                  <a:pt x="2040318" y="2170480"/>
                </a:lnTo>
                <a:lnTo>
                  <a:pt x="2040661" y="2172081"/>
                </a:lnTo>
                <a:lnTo>
                  <a:pt x="2042617" y="2178532"/>
                </a:lnTo>
                <a:lnTo>
                  <a:pt x="2045093" y="2184768"/>
                </a:lnTo>
                <a:lnTo>
                  <a:pt x="2048116" y="2190775"/>
                </a:lnTo>
                <a:lnTo>
                  <a:pt x="2056384" y="2183219"/>
                </a:lnTo>
                <a:close/>
              </a:path>
              <a:path w="2490470" h="2953384">
                <a:moveTo>
                  <a:pt x="2149843" y="2165616"/>
                </a:moveTo>
                <a:lnTo>
                  <a:pt x="2148370" y="2160968"/>
                </a:lnTo>
                <a:lnTo>
                  <a:pt x="2148217" y="2157425"/>
                </a:lnTo>
                <a:lnTo>
                  <a:pt x="2133168" y="2159660"/>
                </a:lnTo>
                <a:lnTo>
                  <a:pt x="2138172" y="2168525"/>
                </a:lnTo>
                <a:lnTo>
                  <a:pt x="2141524" y="2168372"/>
                </a:lnTo>
                <a:lnTo>
                  <a:pt x="2146452" y="2169858"/>
                </a:lnTo>
                <a:lnTo>
                  <a:pt x="2149843" y="2165616"/>
                </a:lnTo>
                <a:close/>
              </a:path>
              <a:path w="2490470" h="2953384">
                <a:moveTo>
                  <a:pt x="2351036" y="2127072"/>
                </a:moveTo>
                <a:lnTo>
                  <a:pt x="2349233" y="2125357"/>
                </a:lnTo>
                <a:lnTo>
                  <a:pt x="2346337" y="2123033"/>
                </a:lnTo>
                <a:lnTo>
                  <a:pt x="2343124" y="2121319"/>
                </a:lnTo>
                <a:lnTo>
                  <a:pt x="2339581" y="2120201"/>
                </a:lnTo>
                <a:lnTo>
                  <a:pt x="2337943" y="2134552"/>
                </a:lnTo>
                <a:lnTo>
                  <a:pt x="2348776" y="2133993"/>
                </a:lnTo>
                <a:lnTo>
                  <a:pt x="2349220" y="2131085"/>
                </a:lnTo>
                <a:lnTo>
                  <a:pt x="2351036" y="2127072"/>
                </a:lnTo>
                <a:close/>
              </a:path>
              <a:path w="2490470" h="2953384">
                <a:moveTo>
                  <a:pt x="2391384" y="1873427"/>
                </a:moveTo>
                <a:lnTo>
                  <a:pt x="2384158" y="1870379"/>
                </a:lnTo>
                <a:lnTo>
                  <a:pt x="2384475" y="1879688"/>
                </a:lnTo>
                <a:lnTo>
                  <a:pt x="2391384" y="1873427"/>
                </a:lnTo>
                <a:close/>
              </a:path>
              <a:path w="2490470" h="2953384">
                <a:moveTo>
                  <a:pt x="2400858" y="2564815"/>
                </a:moveTo>
                <a:lnTo>
                  <a:pt x="2397912" y="2559748"/>
                </a:lnTo>
                <a:lnTo>
                  <a:pt x="2393886" y="2558732"/>
                </a:lnTo>
                <a:lnTo>
                  <a:pt x="2390952" y="2557030"/>
                </a:lnTo>
                <a:lnTo>
                  <a:pt x="2388209" y="2571508"/>
                </a:lnTo>
                <a:lnTo>
                  <a:pt x="2397874" y="2571064"/>
                </a:lnTo>
                <a:lnTo>
                  <a:pt x="2398534" y="2568105"/>
                </a:lnTo>
                <a:lnTo>
                  <a:pt x="2400858" y="2564815"/>
                </a:lnTo>
                <a:close/>
              </a:path>
              <a:path w="2490470" h="2953384">
                <a:moveTo>
                  <a:pt x="2451150" y="1983613"/>
                </a:moveTo>
                <a:lnTo>
                  <a:pt x="2447899" y="1977936"/>
                </a:lnTo>
                <a:lnTo>
                  <a:pt x="2443302" y="1976742"/>
                </a:lnTo>
                <a:lnTo>
                  <a:pt x="2439949" y="1974837"/>
                </a:lnTo>
                <a:lnTo>
                  <a:pt x="2434412" y="1991702"/>
                </a:lnTo>
                <a:lnTo>
                  <a:pt x="2446731" y="1990445"/>
                </a:lnTo>
                <a:lnTo>
                  <a:pt x="2447734" y="1987346"/>
                </a:lnTo>
                <a:lnTo>
                  <a:pt x="2451150" y="1983613"/>
                </a:lnTo>
                <a:close/>
              </a:path>
              <a:path w="2490470" h="2953384">
                <a:moveTo>
                  <a:pt x="2490343" y="2074418"/>
                </a:moveTo>
                <a:lnTo>
                  <a:pt x="2486660" y="2046490"/>
                </a:lnTo>
                <a:lnTo>
                  <a:pt x="2478925" y="2047265"/>
                </a:lnTo>
                <a:lnTo>
                  <a:pt x="2471305" y="2048535"/>
                </a:lnTo>
                <a:lnTo>
                  <a:pt x="2463774" y="2050313"/>
                </a:lnTo>
                <a:lnTo>
                  <a:pt x="2456332" y="2052574"/>
                </a:lnTo>
                <a:lnTo>
                  <a:pt x="2453944" y="2053590"/>
                </a:lnTo>
                <a:lnTo>
                  <a:pt x="2455735" y="2072855"/>
                </a:lnTo>
                <a:lnTo>
                  <a:pt x="2457920" y="2073579"/>
                </a:lnTo>
                <a:lnTo>
                  <a:pt x="2466009" y="2074481"/>
                </a:lnTo>
                <a:lnTo>
                  <a:pt x="2474112" y="2074926"/>
                </a:lnTo>
                <a:lnTo>
                  <a:pt x="2482227" y="2074913"/>
                </a:lnTo>
                <a:lnTo>
                  <a:pt x="2490343" y="2074418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8623" y="8427973"/>
            <a:ext cx="74255" cy="7159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8260029"/>
            <a:ext cx="811530" cy="665480"/>
          </a:xfrm>
          <a:custGeom>
            <a:avLst/>
            <a:gdLst/>
            <a:ahLst/>
            <a:cxnLst/>
            <a:rect l="l" t="t" r="r" b="b"/>
            <a:pathLst>
              <a:path w="811530" h="665479">
                <a:moveTo>
                  <a:pt x="9042" y="46596"/>
                </a:moveTo>
                <a:lnTo>
                  <a:pt x="3594" y="39649"/>
                </a:lnTo>
                <a:lnTo>
                  <a:pt x="127" y="31216"/>
                </a:lnTo>
                <a:lnTo>
                  <a:pt x="0" y="31381"/>
                </a:lnTo>
                <a:lnTo>
                  <a:pt x="0" y="62191"/>
                </a:lnTo>
                <a:lnTo>
                  <a:pt x="4762" y="57277"/>
                </a:lnTo>
                <a:lnTo>
                  <a:pt x="7658" y="50444"/>
                </a:lnTo>
                <a:lnTo>
                  <a:pt x="9042" y="46596"/>
                </a:lnTo>
                <a:close/>
              </a:path>
              <a:path w="811530" h="665479">
                <a:moveTo>
                  <a:pt x="245389" y="0"/>
                </a:moveTo>
                <a:lnTo>
                  <a:pt x="241947" y="1562"/>
                </a:lnTo>
                <a:lnTo>
                  <a:pt x="243967" y="3048"/>
                </a:lnTo>
                <a:lnTo>
                  <a:pt x="244309" y="2324"/>
                </a:lnTo>
                <a:lnTo>
                  <a:pt x="245389" y="0"/>
                </a:lnTo>
                <a:close/>
              </a:path>
              <a:path w="811530" h="665479">
                <a:moveTo>
                  <a:pt x="276313" y="46278"/>
                </a:moveTo>
                <a:lnTo>
                  <a:pt x="275628" y="31826"/>
                </a:lnTo>
                <a:lnTo>
                  <a:pt x="271030" y="23520"/>
                </a:lnTo>
                <a:lnTo>
                  <a:pt x="262318" y="16027"/>
                </a:lnTo>
                <a:lnTo>
                  <a:pt x="251841" y="8877"/>
                </a:lnTo>
                <a:lnTo>
                  <a:pt x="243967" y="3048"/>
                </a:lnTo>
                <a:lnTo>
                  <a:pt x="236842" y="18376"/>
                </a:lnTo>
                <a:lnTo>
                  <a:pt x="224167" y="35394"/>
                </a:lnTo>
                <a:lnTo>
                  <a:pt x="215595" y="53835"/>
                </a:lnTo>
                <a:lnTo>
                  <a:pt x="219341" y="76479"/>
                </a:lnTo>
                <a:lnTo>
                  <a:pt x="251333" y="65544"/>
                </a:lnTo>
                <a:lnTo>
                  <a:pt x="269176" y="56540"/>
                </a:lnTo>
                <a:lnTo>
                  <a:pt x="276313" y="46278"/>
                </a:lnTo>
                <a:close/>
              </a:path>
              <a:path w="811530" h="665479">
                <a:moveTo>
                  <a:pt x="380796" y="269976"/>
                </a:moveTo>
                <a:lnTo>
                  <a:pt x="375437" y="265049"/>
                </a:lnTo>
                <a:lnTo>
                  <a:pt x="370674" y="257517"/>
                </a:lnTo>
                <a:lnTo>
                  <a:pt x="360032" y="255028"/>
                </a:lnTo>
                <a:lnTo>
                  <a:pt x="353745" y="262064"/>
                </a:lnTo>
                <a:lnTo>
                  <a:pt x="348259" y="265493"/>
                </a:lnTo>
                <a:lnTo>
                  <a:pt x="353580" y="270535"/>
                </a:lnTo>
                <a:lnTo>
                  <a:pt x="358063" y="278726"/>
                </a:lnTo>
                <a:lnTo>
                  <a:pt x="368655" y="281393"/>
                </a:lnTo>
                <a:lnTo>
                  <a:pt x="375196" y="273761"/>
                </a:lnTo>
                <a:lnTo>
                  <a:pt x="380796" y="269976"/>
                </a:lnTo>
                <a:close/>
              </a:path>
              <a:path w="811530" h="665479">
                <a:moveTo>
                  <a:pt x="404723" y="129286"/>
                </a:moveTo>
                <a:lnTo>
                  <a:pt x="393763" y="123723"/>
                </a:lnTo>
                <a:lnTo>
                  <a:pt x="381342" y="117856"/>
                </a:lnTo>
                <a:lnTo>
                  <a:pt x="365417" y="110985"/>
                </a:lnTo>
                <a:lnTo>
                  <a:pt x="364286" y="110617"/>
                </a:lnTo>
                <a:lnTo>
                  <a:pt x="353098" y="106210"/>
                </a:lnTo>
                <a:lnTo>
                  <a:pt x="341884" y="103276"/>
                </a:lnTo>
                <a:lnTo>
                  <a:pt x="330631" y="103047"/>
                </a:lnTo>
                <a:lnTo>
                  <a:pt x="321652" y="108102"/>
                </a:lnTo>
                <a:lnTo>
                  <a:pt x="318643" y="113538"/>
                </a:lnTo>
                <a:lnTo>
                  <a:pt x="314477" y="122593"/>
                </a:lnTo>
                <a:lnTo>
                  <a:pt x="325310" y="127939"/>
                </a:lnTo>
                <a:lnTo>
                  <a:pt x="340550" y="132930"/>
                </a:lnTo>
                <a:lnTo>
                  <a:pt x="348170" y="134734"/>
                </a:lnTo>
                <a:lnTo>
                  <a:pt x="360184" y="136156"/>
                </a:lnTo>
                <a:lnTo>
                  <a:pt x="372275" y="136245"/>
                </a:lnTo>
                <a:lnTo>
                  <a:pt x="384149" y="134988"/>
                </a:lnTo>
                <a:lnTo>
                  <a:pt x="395795" y="132384"/>
                </a:lnTo>
                <a:lnTo>
                  <a:pt x="404723" y="129286"/>
                </a:lnTo>
                <a:close/>
              </a:path>
              <a:path w="811530" h="665479">
                <a:moveTo>
                  <a:pt x="407657" y="128270"/>
                </a:moveTo>
                <a:lnTo>
                  <a:pt x="407035" y="128066"/>
                </a:lnTo>
                <a:lnTo>
                  <a:pt x="407225" y="128422"/>
                </a:lnTo>
                <a:lnTo>
                  <a:pt x="407657" y="128270"/>
                </a:lnTo>
                <a:close/>
              </a:path>
              <a:path w="811530" h="665479">
                <a:moveTo>
                  <a:pt x="408749" y="131356"/>
                </a:moveTo>
                <a:lnTo>
                  <a:pt x="407225" y="128422"/>
                </a:lnTo>
                <a:lnTo>
                  <a:pt x="404723" y="129286"/>
                </a:lnTo>
                <a:lnTo>
                  <a:pt x="408749" y="131356"/>
                </a:lnTo>
                <a:close/>
              </a:path>
              <a:path w="811530" h="665479">
                <a:moveTo>
                  <a:pt x="466255" y="398678"/>
                </a:moveTo>
                <a:lnTo>
                  <a:pt x="465785" y="395211"/>
                </a:lnTo>
                <a:lnTo>
                  <a:pt x="465226" y="395909"/>
                </a:lnTo>
                <a:lnTo>
                  <a:pt x="466255" y="398678"/>
                </a:lnTo>
                <a:close/>
              </a:path>
              <a:path w="811530" h="665479">
                <a:moveTo>
                  <a:pt x="494106" y="337515"/>
                </a:moveTo>
                <a:lnTo>
                  <a:pt x="487133" y="326339"/>
                </a:lnTo>
                <a:lnTo>
                  <a:pt x="473468" y="319747"/>
                </a:lnTo>
                <a:lnTo>
                  <a:pt x="459066" y="317144"/>
                </a:lnTo>
                <a:lnTo>
                  <a:pt x="454990" y="315810"/>
                </a:lnTo>
                <a:lnTo>
                  <a:pt x="458012" y="337312"/>
                </a:lnTo>
                <a:lnTo>
                  <a:pt x="465785" y="395211"/>
                </a:lnTo>
                <a:lnTo>
                  <a:pt x="473011" y="386232"/>
                </a:lnTo>
                <a:lnTo>
                  <a:pt x="480136" y="376135"/>
                </a:lnTo>
                <a:lnTo>
                  <a:pt x="486587" y="365582"/>
                </a:lnTo>
                <a:lnTo>
                  <a:pt x="492391" y="354609"/>
                </a:lnTo>
                <a:lnTo>
                  <a:pt x="494106" y="337515"/>
                </a:lnTo>
                <a:close/>
              </a:path>
              <a:path w="811530" h="665479">
                <a:moveTo>
                  <a:pt x="652005" y="607733"/>
                </a:moveTo>
                <a:lnTo>
                  <a:pt x="650430" y="596074"/>
                </a:lnTo>
                <a:lnTo>
                  <a:pt x="649389" y="585838"/>
                </a:lnTo>
                <a:lnTo>
                  <a:pt x="647801" y="577202"/>
                </a:lnTo>
                <a:lnTo>
                  <a:pt x="628573" y="559003"/>
                </a:lnTo>
                <a:lnTo>
                  <a:pt x="620306" y="559244"/>
                </a:lnTo>
                <a:lnTo>
                  <a:pt x="601916" y="591794"/>
                </a:lnTo>
                <a:lnTo>
                  <a:pt x="602957" y="603313"/>
                </a:lnTo>
                <a:lnTo>
                  <a:pt x="603656" y="614629"/>
                </a:lnTo>
                <a:lnTo>
                  <a:pt x="652005" y="607733"/>
                </a:lnTo>
                <a:close/>
              </a:path>
              <a:path w="811530" h="665479">
                <a:moveTo>
                  <a:pt x="794893" y="501865"/>
                </a:moveTo>
                <a:lnTo>
                  <a:pt x="785190" y="459663"/>
                </a:lnTo>
                <a:lnTo>
                  <a:pt x="769302" y="477621"/>
                </a:lnTo>
                <a:lnTo>
                  <a:pt x="756678" y="497332"/>
                </a:lnTo>
                <a:lnTo>
                  <a:pt x="747293" y="518769"/>
                </a:lnTo>
                <a:lnTo>
                  <a:pt x="741172" y="541959"/>
                </a:lnTo>
                <a:lnTo>
                  <a:pt x="777011" y="535292"/>
                </a:lnTo>
                <a:lnTo>
                  <a:pt x="793534" y="524510"/>
                </a:lnTo>
                <a:lnTo>
                  <a:pt x="794893" y="501865"/>
                </a:lnTo>
                <a:close/>
              </a:path>
              <a:path w="811530" h="665479">
                <a:moveTo>
                  <a:pt x="811098" y="647941"/>
                </a:moveTo>
                <a:lnTo>
                  <a:pt x="805357" y="641743"/>
                </a:lnTo>
                <a:lnTo>
                  <a:pt x="800227" y="635850"/>
                </a:lnTo>
                <a:lnTo>
                  <a:pt x="795845" y="631558"/>
                </a:lnTo>
                <a:lnTo>
                  <a:pt x="763003" y="645515"/>
                </a:lnTo>
                <a:lnTo>
                  <a:pt x="768057" y="651573"/>
                </a:lnTo>
                <a:lnTo>
                  <a:pt x="773150" y="658075"/>
                </a:lnTo>
                <a:lnTo>
                  <a:pt x="778179" y="663194"/>
                </a:lnTo>
                <a:lnTo>
                  <a:pt x="783056" y="665099"/>
                </a:lnTo>
                <a:lnTo>
                  <a:pt x="790079" y="663028"/>
                </a:lnTo>
                <a:lnTo>
                  <a:pt x="797001" y="658685"/>
                </a:lnTo>
                <a:lnTo>
                  <a:pt x="803948" y="653249"/>
                </a:lnTo>
                <a:lnTo>
                  <a:pt x="811098" y="647941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5984" y="8233609"/>
            <a:ext cx="70469" cy="81690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0" y="8269211"/>
            <a:ext cx="871855" cy="687705"/>
          </a:xfrm>
          <a:custGeom>
            <a:avLst/>
            <a:gdLst/>
            <a:ahLst/>
            <a:cxnLst/>
            <a:rect l="l" t="t" r="r" b="b"/>
            <a:pathLst>
              <a:path w="871855" h="687704">
                <a:moveTo>
                  <a:pt x="6578" y="295186"/>
                </a:moveTo>
                <a:lnTo>
                  <a:pt x="1473" y="293509"/>
                </a:lnTo>
                <a:lnTo>
                  <a:pt x="0" y="295059"/>
                </a:lnTo>
                <a:lnTo>
                  <a:pt x="127" y="299300"/>
                </a:lnTo>
                <a:lnTo>
                  <a:pt x="6578" y="295186"/>
                </a:lnTo>
                <a:close/>
              </a:path>
              <a:path w="871855" h="687704">
                <a:moveTo>
                  <a:pt x="8445" y="286270"/>
                </a:moveTo>
                <a:lnTo>
                  <a:pt x="2654" y="292277"/>
                </a:lnTo>
                <a:lnTo>
                  <a:pt x="8356" y="294144"/>
                </a:lnTo>
                <a:lnTo>
                  <a:pt x="7874" y="289318"/>
                </a:lnTo>
                <a:lnTo>
                  <a:pt x="8445" y="286270"/>
                </a:lnTo>
                <a:close/>
              </a:path>
              <a:path w="871855" h="687704">
                <a:moveTo>
                  <a:pt x="173672" y="327113"/>
                </a:moveTo>
                <a:lnTo>
                  <a:pt x="160274" y="311950"/>
                </a:lnTo>
                <a:lnTo>
                  <a:pt x="156629" y="316623"/>
                </a:lnTo>
                <a:lnTo>
                  <a:pt x="153492" y="321614"/>
                </a:lnTo>
                <a:lnTo>
                  <a:pt x="150876" y="326936"/>
                </a:lnTo>
                <a:lnTo>
                  <a:pt x="150317" y="328434"/>
                </a:lnTo>
                <a:lnTo>
                  <a:pt x="155930" y="334695"/>
                </a:lnTo>
                <a:lnTo>
                  <a:pt x="157619" y="334314"/>
                </a:lnTo>
                <a:lnTo>
                  <a:pt x="163220" y="332486"/>
                </a:lnTo>
                <a:lnTo>
                  <a:pt x="168579" y="330085"/>
                </a:lnTo>
                <a:lnTo>
                  <a:pt x="173672" y="327113"/>
                </a:lnTo>
                <a:close/>
              </a:path>
              <a:path w="871855" h="687704">
                <a:moveTo>
                  <a:pt x="427850" y="116344"/>
                </a:moveTo>
                <a:lnTo>
                  <a:pt x="421246" y="117487"/>
                </a:lnTo>
                <a:lnTo>
                  <a:pt x="414197" y="118478"/>
                </a:lnTo>
                <a:lnTo>
                  <a:pt x="407301" y="119392"/>
                </a:lnTo>
                <a:lnTo>
                  <a:pt x="408749" y="122174"/>
                </a:lnTo>
                <a:lnTo>
                  <a:pt x="427850" y="116344"/>
                </a:lnTo>
                <a:close/>
              </a:path>
              <a:path w="871855" h="687704">
                <a:moveTo>
                  <a:pt x="548652" y="63"/>
                </a:moveTo>
                <a:lnTo>
                  <a:pt x="548449" y="0"/>
                </a:lnTo>
                <a:lnTo>
                  <a:pt x="548017" y="1562"/>
                </a:lnTo>
                <a:lnTo>
                  <a:pt x="546798" y="7581"/>
                </a:lnTo>
                <a:lnTo>
                  <a:pt x="546290" y="10883"/>
                </a:lnTo>
                <a:lnTo>
                  <a:pt x="547370" y="5829"/>
                </a:lnTo>
                <a:lnTo>
                  <a:pt x="548652" y="63"/>
                </a:lnTo>
                <a:close/>
              </a:path>
              <a:path w="871855" h="687704">
                <a:moveTo>
                  <a:pt x="871677" y="685190"/>
                </a:moveTo>
                <a:lnTo>
                  <a:pt x="855903" y="678027"/>
                </a:lnTo>
                <a:lnTo>
                  <a:pt x="857783" y="680643"/>
                </a:lnTo>
                <a:lnTo>
                  <a:pt x="858901" y="684860"/>
                </a:lnTo>
                <a:lnTo>
                  <a:pt x="864184" y="687336"/>
                </a:lnTo>
                <a:lnTo>
                  <a:pt x="868235" y="685622"/>
                </a:lnTo>
                <a:lnTo>
                  <a:pt x="871677" y="685190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676" y="10199830"/>
            <a:ext cx="144669" cy="87169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2" y="9637766"/>
            <a:ext cx="172256" cy="120822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4288" y="10282317"/>
            <a:ext cx="50800" cy="5080"/>
          </a:xfrm>
          <a:custGeom>
            <a:avLst/>
            <a:gdLst/>
            <a:ahLst/>
            <a:cxnLst/>
            <a:rect l="l" t="t" r="r" b="b"/>
            <a:pathLst>
              <a:path w="50800" h="5079">
                <a:moveTo>
                  <a:pt x="3196" y="4682"/>
                </a:moveTo>
                <a:lnTo>
                  <a:pt x="0" y="0"/>
                </a:lnTo>
                <a:lnTo>
                  <a:pt x="45680" y="3090"/>
                </a:lnTo>
                <a:lnTo>
                  <a:pt x="50463" y="4682"/>
                </a:lnTo>
                <a:lnTo>
                  <a:pt x="3196" y="4682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9051" y="9540951"/>
            <a:ext cx="146010" cy="20764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5176" y="9960866"/>
            <a:ext cx="75622" cy="80308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52870" y="9171914"/>
            <a:ext cx="1624965" cy="1109980"/>
          </a:xfrm>
          <a:custGeom>
            <a:avLst/>
            <a:gdLst/>
            <a:ahLst/>
            <a:cxnLst/>
            <a:rect l="l" t="t" r="r" b="b"/>
            <a:pathLst>
              <a:path w="1624964" h="1109979">
                <a:moveTo>
                  <a:pt x="16662" y="349567"/>
                </a:moveTo>
                <a:lnTo>
                  <a:pt x="13982" y="348335"/>
                </a:lnTo>
                <a:lnTo>
                  <a:pt x="10312" y="347129"/>
                </a:lnTo>
                <a:lnTo>
                  <a:pt x="6553" y="347116"/>
                </a:lnTo>
                <a:lnTo>
                  <a:pt x="3225" y="347700"/>
                </a:lnTo>
                <a:lnTo>
                  <a:pt x="0" y="348907"/>
                </a:lnTo>
                <a:lnTo>
                  <a:pt x="16662" y="349567"/>
                </a:lnTo>
                <a:close/>
              </a:path>
              <a:path w="1624964" h="1109979">
                <a:moveTo>
                  <a:pt x="21247" y="352310"/>
                </a:moveTo>
                <a:lnTo>
                  <a:pt x="19926" y="349694"/>
                </a:lnTo>
                <a:lnTo>
                  <a:pt x="16662" y="349567"/>
                </a:lnTo>
                <a:lnTo>
                  <a:pt x="17729" y="350062"/>
                </a:lnTo>
                <a:lnTo>
                  <a:pt x="21247" y="352310"/>
                </a:lnTo>
                <a:close/>
              </a:path>
              <a:path w="1624964" h="1109979">
                <a:moveTo>
                  <a:pt x="315988" y="1017739"/>
                </a:moveTo>
                <a:lnTo>
                  <a:pt x="312166" y="1014006"/>
                </a:lnTo>
                <a:lnTo>
                  <a:pt x="305904" y="1009319"/>
                </a:lnTo>
                <a:lnTo>
                  <a:pt x="299008" y="1008011"/>
                </a:lnTo>
                <a:lnTo>
                  <a:pt x="291465" y="1010094"/>
                </a:lnTo>
                <a:lnTo>
                  <a:pt x="287566" y="1011364"/>
                </a:lnTo>
                <a:lnTo>
                  <a:pt x="286435" y="1021270"/>
                </a:lnTo>
                <a:lnTo>
                  <a:pt x="284073" y="1027341"/>
                </a:lnTo>
                <a:lnTo>
                  <a:pt x="315061" y="1037501"/>
                </a:lnTo>
                <a:lnTo>
                  <a:pt x="314083" y="1027341"/>
                </a:lnTo>
                <a:lnTo>
                  <a:pt x="315988" y="1017739"/>
                </a:lnTo>
                <a:close/>
              </a:path>
              <a:path w="1624964" h="1109979">
                <a:moveTo>
                  <a:pt x="537552" y="1040980"/>
                </a:moveTo>
                <a:lnTo>
                  <a:pt x="505193" y="1027023"/>
                </a:lnTo>
                <a:lnTo>
                  <a:pt x="500392" y="1037526"/>
                </a:lnTo>
                <a:lnTo>
                  <a:pt x="497027" y="1043038"/>
                </a:lnTo>
                <a:lnTo>
                  <a:pt x="513829" y="1048766"/>
                </a:lnTo>
                <a:lnTo>
                  <a:pt x="522262" y="1051560"/>
                </a:lnTo>
                <a:lnTo>
                  <a:pt x="530771" y="1054087"/>
                </a:lnTo>
                <a:lnTo>
                  <a:pt x="533438" y="1049934"/>
                </a:lnTo>
                <a:lnTo>
                  <a:pt x="535698" y="1045565"/>
                </a:lnTo>
                <a:lnTo>
                  <a:pt x="537552" y="1040980"/>
                </a:lnTo>
                <a:close/>
              </a:path>
              <a:path w="1624964" h="1109979">
                <a:moveTo>
                  <a:pt x="623697" y="1068882"/>
                </a:moveTo>
                <a:lnTo>
                  <a:pt x="622592" y="1064475"/>
                </a:lnTo>
                <a:lnTo>
                  <a:pt x="622655" y="1061440"/>
                </a:lnTo>
                <a:lnTo>
                  <a:pt x="619493" y="1061783"/>
                </a:lnTo>
                <a:lnTo>
                  <a:pt x="614883" y="1061389"/>
                </a:lnTo>
                <a:lnTo>
                  <a:pt x="611873" y="1064145"/>
                </a:lnTo>
                <a:lnTo>
                  <a:pt x="612914" y="1068527"/>
                </a:lnTo>
                <a:lnTo>
                  <a:pt x="612838" y="1071626"/>
                </a:lnTo>
                <a:lnTo>
                  <a:pt x="616077" y="1071245"/>
                </a:lnTo>
                <a:lnTo>
                  <a:pt x="620687" y="1071638"/>
                </a:lnTo>
                <a:lnTo>
                  <a:pt x="623697" y="1068882"/>
                </a:lnTo>
                <a:close/>
              </a:path>
              <a:path w="1624964" h="1109979">
                <a:moveTo>
                  <a:pt x="739521" y="1091933"/>
                </a:moveTo>
                <a:lnTo>
                  <a:pt x="734339" y="1087628"/>
                </a:lnTo>
                <a:lnTo>
                  <a:pt x="727278" y="1079144"/>
                </a:lnTo>
                <a:lnTo>
                  <a:pt x="724141" y="1080541"/>
                </a:lnTo>
                <a:lnTo>
                  <a:pt x="718185" y="1082954"/>
                </a:lnTo>
                <a:lnTo>
                  <a:pt x="714514" y="1090904"/>
                </a:lnTo>
                <a:lnTo>
                  <a:pt x="709866" y="1096543"/>
                </a:lnTo>
                <a:lnTo>
                  <a:pt x="725601" y="1109357"/>
                </a:lnTo>
                <a:lnTo>
                  <a:pt x="739521" y="1091933"/>
                </a:lnTo>
                <a:close/>
              </a:path>
              <a:path w="1624964" h="1109979">
                <a:moveTo>
                  <a:pt x="790981" y="665556"/>
                </a:moveTo>
                <a:lnTo>
                  <a:pt x="789825" y="662254"/>
                </a:lnTo>
                <a:lnTo>
                  <a:pt x="789038" y="656272"/>
                </a:lnTo>
                <a:lnTo>
                  <a:pt x="787527" y="656145"/>
                </a:lnTo>
                <a:lnTo>
                  <a:pt x="781189" y="655878"/>
                </a:lnTo>
                <a:lnTo>
                  <a:pt x="774877" y="656132"/>
                </a:lnTo>
                <a:lnTo>
                  <a:pt x="768591" y="656920"/>
                </a:lnTo>
                <a:lnTo>
                  <a:pt x="769670" y="660260"/>
                </a:lnTo>
                <a:lnTo>
                  <a:pt x="770521" y="666203"/>
                </a:lnTo>
                <a:lnTo>
                  <a:pt x="772020" y="666394"/>
                </a:lnTo>
                <a:lnTo>
                  <a:pt x="778370" y="666661"/>
                </a:lnTo>
                <a:lnTo>
                  <a:pt x="784682" y="666381"/>
                </a:lnTo>
                <a:lnTo>
                  <a:pt x="790981" y="665556"/>
                </a:lnTo>
                <a:close/>
              </a:path>
              <a:path w="1624964" h="1109979">
                <a:moveTo>
                  <a:pt x="856983" y="707796"/>
                </a:moveTo>
                <a:lnTo>
                  <a:pt x="849236" y="700836"/>
                </a:lnTo>
                <a:lnTo>
                  <a:pt x="840155" y="702335"/>
                </a:lnTo>
                <a:lnTo>
                  <a:pt x="833145" y="701471"/>
                </a:lnTo>
                <a:lnTo>
                  <a:pt x="835291" y="729145"/>
                </a:lnTo>
                <a:lnTo>
                  <a:pt x="841883" y="727506"/>
                </a:lnTo>
                <a:lnTo>
                  <a:pt x="848194" y="725716"/>
                </a:lnTo>
                <a:lnTo>
                  <a:pt x="854964" y="724065"/>
                </a:lnTo>
                <a:lnTo>
                  <a:pt x="854684" y="717308"/>
                </a:lnTo>
                <a:lnTo>
                  <a:pt x="856983" y="707796"/>
                </a:lnTo>
                <a:close/>
              </a:path>
              <a:path w="1624964" h="1109979">
                <a:moveTo>
                  <a:pt x="917181" y="1013167"/>
                </a:moveTo>
                <a:lnTo>
                  <a:pt x="913104" y="1011834"/>
                </a:lnTo>
                <a:lnTo>
                  <a:pt x="910501" y="1018273"/>
                </a:lnTo>
                <a:lnTo>
                  <a:pt x="917181" y="1013167"/>
                </a:lnTo>
                <a:close/>
              </a:path>
              <a:path w="1624964" h="1109979">
                <a:moveTo>
                  <a:pt x="926947" y="1010081"/>
                </a:moveTo>
                <a:lnTo>
                  <a:pt x="925525" y="1006805"/>
                </a:lnTo>
                <a:lnTo>
                  <a:pt x="922959" y="1008773"/>
                </a:lnTo>
                <a:lnTo>
                  <a:pt x="926947" y="1010081"/>
                </a:lnTo>
                <a:close/>
              </a:path>
              <a:path w="1624964" h="1109979">
                <a:moveTo>
                  <a:pt x="946442" y="1004011"/>
                </a:moveTo>
                <a:lnTo>
                  <a:pt x="932726" y="1006119"/>
                </a:lnTo>
                <a:lnTo>
                  <a:pt x="925830" y="1007033"/>
                </a:lnTo>
                <a:lnTo>
                  <a:pt x="926947" y="1010081"/>
                </a:lnTo>
                <a:lnTo>
                  <a:pt x="946442" y="1004011"/>
                </a:lnTo>
                <a:close/>
              </a:path>
              <a:path w="1624964" h="1109979">
                <a:moveTo>
                  <a:pt x="1131531" y="980236"/>
                </a:moveTo>
                <a:lnTo>
                  <a:pt x="1113129" y="949490"/>
                </a:lnTo>
                <a:lnTo>
                  <a:pt x="1101826" y="955878"/>
                </a:lnTo>
                <a:lnTo>
                  <a:pt x="1095044" y="958507"/>
                </a:lnTo>
                <a:lnTo>
                  <a:pt x="1106982" y="986713"/>
                </a:lnTo>
                <a:lnTo>
                  <a:pt x="1131531" y="980236"/>
                </a:lnTo>
                <a:close/>
              </a:path>
              <a:path w="1624964" h="1109979">
                <a:moveTo>
                  <a:pt x="1298371" y="136969"/>
                </a:moveTo>
                <a:lnTo>
                  <a:pt x="1296479" y="134658"/>
                </a:lnTo>
                <a:lnTo>
                  <a:pt x="1297597" y="137706"/>
                </a:lnTo>
                <a:lnTo>
                  <a:pt x="1298371" y="136969"/>
                </a:lnTo>
                <a:close/>
              </a:path>
              <a:path w="1624964" h="1109979">
                <a:moveTo>
                  <a:pt x="1324851" y="39027"/>
                </a:moveTo>
                <a:lnTo>
                  <a:pt x="1303083" y="37007"/>
                </a:lnTo>
                <a:lnTo>
                  <a:pt x="1290256" y="31826"/>
                </a:lnTo>
                <a:lnTo>
                  <a:pt x="1285925" y="19850"/>
                </a:lnTo>
                <a:lnTo>
                  <a:pt x="1286332" y="0"/>
                </a:lnTo>
                <a:lnTo>
                  <a:pt x="1219276" y="11493"/>
                </a:lnTo>
                <a:lnTo>
                  <a:pt x="1185887" y="17602"/>
                </a:lnTo>
                <a:lnTo>
                  <a:pt x="1152791" y="24765"/>
                </a:lnTo>
                <a:lnTo>
                  <a:pt x="1149972" y="25019"/>
                </a:lnTo>
                <a:lnTo>
                  <a:pt x="1121295" y="56007"/>
                </a:lnTo>
                <a:lnTo>
                  <a:pt x="1121219" y="61683"/>
                </a:lnTo>
                <a:lnTo>
                  <a:pt x="1121537" y="64465"/>
                </a:lnTo>
                <a:lnTo>
                  <a:pt x="1157325" y="83070"/>
                </a:lnTo>
                <a:lnTo>
                  <a:pt x="1189710" y="86791"/>
                </a:lnTo>
                <a:lnTo>
                  <a:pt x="1222324" y="86360"/>
                </a:lnTo>
                <a:lnTo>
                  <a:pt x="1255141" y="81762"/>
                </a:lnTo>
                <a:lnTo>
                  <a:pt x="1273416" y="76073"/>
                </a:lnTo>
                <a:lnTo>
                  <a:pt x="1291145" y="64731"/>
                </a:lnTo>
                <a:lnTo>
                  <a:pt x="1308658" y="50965"/>
                </a:lnTo>
                <a:lnTo>
                  <a:pt x="1320050" y="42570"/>
                </a:lnTo>
                <a:lnTo>
                  <a:pt x="1324851" y="39027"/>
                </a:lnTo>
                <a:close/>
              </a:path>
              <a:path w="1624964" h="1109979">
                <a:moveTo>
                  <a:pt x="1328369" y="39357"/>
                </a:moveTo>
                <a:lnTo>
                  <a:pt x="1326273" y="37985"/>
                </a:lnTo>
                <a:lnTo>
                  <a:pt x="1324851" y="39027"/>
                </a:lnTo>
                <a:lnTo>
                  <a:pt x="1328369" y="39357"/>
                </a:lnTo>
                <a:close/>
              </a:path>
              <a:path w="1624964" h="1109979">
                <a:moveTo>
                  <a:pt x="1345933" y="460095"/>
                </a:moveTo>
                <a:lnTo>
                  <a:pt x="1342745" y="458152"/>
                </a:lnTo>
                <a:lnTo>
                  <a:pt x="1343926" y="461581"/>
                </a:lnTo>
                <a:lnTo>
                  <a:pt x="1345933" y="460095"/>
                </a:lnTo>
                <a:close/>
              </a:path>
              <a:path w="1624964" h="1109979">
                <a:moveTo>
                  <a:pt x="1481378" y="139954"/>
                </a:moveTo>
                <a:lnTo>
                  <a:pt x="1479448" y="140957"/>
                </a:lnTo>
                <a:lnTo>
                  <a:pt x="1480096" y="142113"/>
                </a:lnTo>
                <a:lnTo>
                  <a:pt x="1481378" y="139954"/>
                </a:lnTo>
                <a:close/>
              </a:path>
              <a:path w="1624964" h="1109979">
                <a:moveTo>
                  <a:pt x="1503476" y="183210"/>
                </a:moveTo>
                <a:lnTo>
                  <a:pt x="1480096" y="142113"/>
                </a:lnTo>
                <a:lnTo>
                  <a:pt x="1463268" y="160667"/>
                </a:lnTo>
                <a:lnTo>
                  <a:pt x="1446326" y="171665"/>
                </a:lnTo>
                <a:lnTo>
                  <a:pt x="1402778" y="144449"/>
                </a:lnTo>
                <a:lnTo>
                  <a:pt x="1356093" y="82130"/>
                </a:lnTo>
                <a:lnTo>
                  <a:pt x="1298371" y="136969"/>
                </a:lnTo>
                <a:lnTo>
                  <a:pt x="1342745" y="190792"/>
                </a:lnTo>
                <a:lnTo>
                  <a:pt x="1360766" y="192074"/>
                </a:lnTo>
                <a:lnTo>
                  <a:pt x="1378686" y="194195"/>
                </a:lnTo>
                <a:lnTo>
                  <a:pt x="1396479" y="197142"/>
                </a:lnTo>
                <a:lnTo>
                  <a:pt x="1414157" y="200914"/>
                </a:lnTo>
                <a:lnTo>
                  <a:pt x="1432318" y="206857"/>
                </a:lnTo>
                <a:lnTo>
                  <a:pt x="1445590" y="208432"/>
                </a:lnTo>
                <a:lnTo>
                  <a:pt x="1491551" y="194183"/>
                </a:lnTo>
                <a:lnTo>
                  <a:pt x="1498358" y="188709"/>
                </a:lnTo>
                <a:lnTo>
                  <a:pt x="1503476" y="183210"/>
                </a:lnTo>
                <a:close/>
              </a:path>
              <a:path w="1624964" h="1109979">
                <a:moveTo>
                  <a:pt x="1624355" y="518426"/>
                </a:moveTo>
                <a:lnTo>
                  <a:pt x="1623441" y="513588"/>
                </a:lnTo>
                <a:lnTo>
                  <a:pt x="1604695" y="415709"/>
                </a:lnTo>
                <a:lnTo>
                  <a:pt x="1597787" y="380873"/>
                </a:lnTo>
                <a:lnTo>
                  <a:pt x="1597634" y="380009"/>
                </a:lnTo>
                <a:lnTo>
                  <a:pt x="1591665" y="378866"/>
                </a:lnTo>
                <a:lnTo>
                  <a:pt x="1588135" y="376897"/>
                </a:lnTo>
                <a:lnTo>
                  <a:pt x="1567764" y="382854"/>
                </a:lnTo>
                <a:lnTo>
                  <a:pt x="1561058" y="397764"/>
                </a:lnTo>
                <a:lnTo>
                  <a:pt x="1559039" y="415607"/>
                </a:lnTo>
                <a:lnTo>
                  <a:pt x="1552752" y="430339"/>
                </a:lnTo>
                <a:lnTo>
                  <a:pt x="1539684" y="441528"/>
                </a:lnTo>
                <a:lnTo>
                  <a:pt x="1526286" y="452323"/>
                </a:lnTo>
                <a:lnTo>
                  <a:pt x="1512570" y="462699"/>
                </a:lnTo>
                <a:lnTo>
                  <a:pt x="1498536" y="472681"/>
                </a:lnTo>
                <a:lnTo>
                  <a:pt x="1432763" y="396265"/>
                </a:lnTo>
                <a:lnTo>
                  <a:pt x="1409738" y="413092"/>
                </a:lnTo>
                <a:lnTo>
                  <a:pt x="1345933" y="460095"/>
                </a:lnTo>
                <a:lnTo>
                  <a:pt x="1511096" y="560984"/>
                </a:lnTo>
                <a:lnTo>
                  <a:pt x="1624355" y="518426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11966" y="9407528"/>
            <a:ext cx="123192" cy="103950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141895" y="9014929"/>
            <a:ext cx="632460" cy="817880"/>
          </a:xfrm>
          <a:custGeom>
            <a:avLst/>
            <a:gdLst/>
            <a:ahLst/>
            <a:cxnLst/>
            <a:rect l="l" t="t" r="r" b="b"/>
            <a:pathLst>
              <a:path w="632460" h="817879">
                <a:moveTo>
                  <a:pt x="93941" y="37477"/>
                </a:moveTo>
                <a:lnTo>
                  <a:pt x="78282" y="38239"/>
                </a:lnTo>
                <a:lnTo>
                  <a:pt x="65100" y="27622"/>
                </a:lnTo>
                <a:lnTo>
                  <a:pt x="53848" y="12509"/>
                </a:lnTo>
                <a:lnTo>
                  <a:pt x="39535" y="0"/>
                </a:lnTo>
                <a:lnTo>
                  <a:pt x="0" y="59855"/>
                </a:lnTo>
                <a:lnTo>
                  <a:pt x="31191" y="72212"/>
                </a:lnTo>
                <a:lnTo>
                  <a:pt x="56603" y="69253"/>
                </a:lnTo>
                <a:lnTo>
                  <a:pt x="77914" y="55206"/>
                </a:lnTo>
                <a:lnTo>
                  <a:pt x="89839" y="42011"/>
                </a:lnTo>
                <a:lnTo>
                  <a:pt x="93941" y="37477"/>
                </a:lnTo>
                <a:close/>
              </a:path>
              <a:path w="632460" h="817879">
                <a:moveTo>
                  <a:pt x="95046" y="37426"/>
                </a:moveTo>
                <a:lnTo>
                  <a:pt x="94234" y="37160"/>
                </a:lnTo>
                <a:lnTo>
                  <a:pt x="93941" y="37477"/>
                </a:lnTo>
                <a:lnTo>
                  <a:pt x="95046" y="37426"/>
                </a:lnTo>
                <a:close/>
              </a:path>
              <a:path w="632460" h="817879">
                <a:moveTo>
                  <a:pt x="98386" y="37274"/>
                </a:moveTo>
                <a:lnTo>
                  <a:pt x="96799" y="34315"/>
                </a:lnTo>
                <a:lnTo>
                  <a:pt x="95110" y="36195"/>
                </a:lnTo>
                <a:lnTo>
                  <a:pt x="95046" y="37426"/>
                </a:lnTo>
                <a:lnTo>
                  <a:pt x="98386" y="37274"/>
                </a:lnTo>
                <a:close/>
              </a:path>
              <a:path w="632460" h="817879">
                <a:moveTo>
                  <a:pt x="103060" y="36855"/>
                </a:moveTo>
                <a:lnTo>
                  <a:pt x="97320" y="34620"/>
                </a:lnTo>
                <a:lnTo>
                  <a:pt x="98310" y="37122"/>
                </a:lnTo>
                <a:lnTo>
                  <a:pt x="103060" y="36855"/>
                </a:lnTo>
                <a:close/>
              </a:path>
              <a:path w="632460" h="817879">
                <a:moveTo>
                  <a:pt x="123952" y="44411"/>
                </a:moveTo>
                <a:lnTo>
                  <a:pt x="122631" y="41973"/>
                </a:lnTo>
                <a:lnTo>
                  <a:pt x="121539" y="37503"/>
                </a:lnTo>
                <a:lnTo>
                  <a:pt x="120243" y="37084"/>
                </a:lnTo>
                <a:lnTo>
                  <a:pt x="112928" y="36703"/>
                </a:lnTo>
                <a:lnTo>
                  <a:pt x="105625" y="36715"/>
                </a:lnTo>
                <a:lnTo>
                  <a:pt x="103060" y="36855"/>
                </a:lnTo>
                <a:lnTo>
                  <a:pt x="110693" y="39801"/>
                </a:lnTo>
                <a:lnTo>
                  <a:pt x="117348" y="42252"/>
                </a:lnTo>
                <a:lnTo>
                  <a:pt x="123952" y="44411"/>
                </a:lnTo>
                <a:close/>
              </a:path>
              <a:path w="632460" h="817879">
                <a:moveTo>
                  <a:pt x="199237" y="156895"/>
                </a:moveTo>
                <a:lnTo>
                  <a:pt x="197243" y="154901"/>
                </a:lnTo>
                <a:lnTo>
                  <a:pt x="197256" y="157518"/>
                </a:lnTo>
                <a:lnTo>
                  <a:pt x="199237" y="156895"/>
                </a:lnTo>
                <a:close/>
              </a:path>
              <a:path w="632460" h="817879">
                <a:moveTo>
                  <a:pt x="205384" y="293268"/>
                </a:moveTo>
                <a:lnTo>
                  <a:pt x="179997" y="284962"/>
                </a:lnTo>
                <a:lnTo>
                  <a:pt x="175831" y="289509"/>
                </a:lnTo>
                <a:lnTo>
                  <a:pt x="170180" y="292887"/>
                </a:lnTo>
                <a:lnTo>
                  <a:pt x="176339" y="297459"/>
                </a:lnTo>
                <a:lnTo>
                  <a:pt x="182206" y="305612"/>
                </a:lnTo>
                <a:lnTo>
                  <a:pt x="195300" y="304787"/>
                </a:lnTo>
                <a:lnTo>
                  <a:pt x="201244" y="296519"/>
                </a:lnTo>
                <a:lnTo>
                  <a:pt x="205384" y="293268"/>
                </a:lnTo>
                <a:close/>
              </a:path>
              <a:path w="632460" h="817879">
                <a:moveTo>
                  <a:pt x="206222" y="292608"/>
                </a:moveTo>
                <a:lnTo>
                  <a:pt x="201955" y="289445"/>
                </a:lnTo>
                <a:lnTo>
                  <a:pt x="194830" y="285864"/>
                </a:lnTo>
                <a:lnTo>
                  <a:pt x="188048" y="283641"/>
                </a:lnTo>
                <a:lnTo>
                  <a:pt x="182245" y="282994"/>
                </a:lnTo>
                <a:lnTo>
                  <a:pt x="180657" y="284238"/>
                </a:lnTo>
                <a:lnTo>
                  <a:pt x="206222" y="292608"/>
                </a:lnTo>
                <a:close/>
              </a:path>
              <a:path w="632460" h="817879">
                <a:moveTo>
                  <a:pt x="208457" y="294284"/>
                </a:moveTo>
                <a:lnTo>
                  <a:pt x="208051" y="293217"/>
                </a:lnTo>
                <a:lnTo>
                  <a:pt x="207810" y="291363"/>
                </a:lnTo>
                <a:lnTo>
                  <a:pt x="206222" y="292608"/>
                </a:lnTo>
                <a:lnTo>
                  <a:pt x="205384" y="293268"/>
                </a:lnTo>
                <a:lnTo>
                  <a:pt x="208457" y="294284"/>
                </a:lnTo>
                <a:close/>
              </a:path>
              <a:path w="632460" h="817879">
                <a:moveTo>
                  <a:pt x="217322" y="420992"/>
                </a:moveTo>
                <a:lnTo>
                  <a:pt x="193611" y="413219"/>
                </a:lnTo>
                <a:lnTo>
                  <a:pt x="194945" y="419760"/>
                </a:lnTo>
                <a:lnTo>
                  <a:pt x="198780" y="421017"/>
                </a:lnTo>
                <a:lnTo>
                  <a:pt x="206590" y="421970"/>
                </a:lnTo>
                <a:lnTo>
                  <a:pt x="214337" y="421627"/>
                </a:lnTo>
                <a:lnTo>
                  <a:pt x="217322" y="420992"/>
                </a:lnTo>
                <a:close/>
              </a:path>
              <a:path w="632460" h="817879">
                <a:moveTo>
                  <a:pt x="218592" y="420712"/>
                </a:moveTo>
                <a:lnTo>
                  <a:pt x="214033" y="416229"/>
                </a:lnTo>
                <a:lnTo>
                  <a:pt x="208102" y="411073"/>
                </a:lnTo>
                <a:lnTo>
                  <a:pt x="201866" y="406273"/>
                </a:lnTo>
                <a:lnTo>
                  <a:pt x="197688" y="404901"/>
                </a:lnTo>
                <a:lnTo>
                  <a:pt x="194386" y="405879"/>
                </a:lnTo>
                <a:lnTo>
                  <a:pt x="192278" y="405879"/>
                </a:lnTo>
                <a:lnTo>
                  <a:pt x="190271" y="405231"/>
                </a:lnTo>
                <a:lnTo>
                  <a:pt x="193205" y="411226"/>
                </a:lnTo>
                <a:lnTo>
                  <a:pt x="193459" y="412483"/>
                </a:lnTo>
                <a:lnTo>
                  <a:pt x="218592" y="420712"/>
                </a:lnTo>
                <a:close/>
              </a:path>
              <a:path w="632460" h="817879">
                <a:moveTo>
                  <a:pt x="222034" y="419976"/>
                </a:moveTo>
                <a:lnTo>
                  <a:pt x="217322" y="420992"/>
                </a:lnTo>
                <a:lnTo>
                  <a:pt x="219646" y="421754"/>
                </a:lnTo>
                <a:lnTo>
                  <a:pt x="222034" y="419976"/>
                </a:lnTo>
                <a:close/>
              </a:path>
              <a:path w="632460" h="817879">
                <a:moveTo>
                  <a:pt x="239471" y="197129"/>
                </a:moveTo>
                <a:lnTo>
                  <a:pt x="237528" y="195186"/>
                </a:lnTo>
                <a:lnTo>
                  <a:pt x="236677" y="194906"/>
                </a:lnTo>
                <a:lnTo>
                  <a:pt x="239471" y="197129"/>
                </a:lnTo>
                <a:close/>
              </a:path>
              <a:path w="632460" h="817879">
                <a:moveTo>
                  <a:pt x="262013" y="160604"/>
                </a:moveTo>
                <a:lnTo>
                  <a:pt x="254469" y="157213"/>
                </a:lnTo>
                <a:lnTo>
                  <a:pt x="238836" y="152095"/>
                </a:lnTo>
                <a:lnTo>
                  <a:pt x="230746" y="150368"/>
                </a:lnTo>
                <a:lnTo>
                  <a:pt x="222186" y="151320"/>
                </a:lnTo>
                <a:lnTo>
                  <a:pt x="213766" y="152819"/>
                </a:lnTo>
                <a:lnTo>
                  <a:pt x="205447" y="154889"/>
                </a:lnTo>
                <a:lnTo>
                  <a:pt x="199237" y="156895"/>
                </a:lnTo>
                <a:lnTo>
                  <a:pt x="237528" y="195186"/>
                </a:lnTo>
                <a:lnTo>
                  <a:pt x="262013" y="160604"/>
                </a:lnTo>
                <a:close/>
              </a:path>
              <a:path w="632460" h="817879">
                <a:moveTo>
                  <a:pt x="268871" y="440626"/>
                </a:moveTo>
                <a:lnTo>
                  <a:pt x="266776" y="442442"/>
                </a:lnTo>
                <a:lnTo>
                  <a:pt x="263677" y="444766"/>
                </a:lnTo>
                <a:lnTo>
                  <a:pt x="265303" y="447598"/>
                </a:lnTo>
                <a:lnTo>
                  <a:pt x="268871" y="440626"/>
                </a:lnTo>
                <a:close/>
              </a:path>
              <a:path w="632460" h="817879">
                <a:moveTo>
                  <a:pt x="274485" y="429628"/>
                </a:moveTo>
                <a:lnTo>
                  <a:pt x="268871" y="440626"/>
                </a:lnTo>
                <a:lnTo>
                  <a:pt x="269684" y="439915"/>
                </a:lnTo>
                <a:lnTo>
                  <a:pt x="272389" y="437159"/>
                </a:lnTo>
                <a:lnTo>
                  <a:pt x="273570" y="434784"/>
                </a:lnTo>
                <a:lnTo>
                  <a:pt x="274269" y="432269"/>
                </a:lnTo>
                <a:lnTo>
                  <a:pt x="274485" y="429628"/>
                </a:lnTo>
                <a:close/>
              </a:path>
              <a:path w="632460" h="817879">
                <a:moveTo>
                  <a:pt x="388264" y="290957"/>
                </a:moveTo>
                <a:lnTo>
                  <a:pt x="385635" y="284340"/>
                </a:lnTo>
                <a:lnTo>
                  <a:pt x="382168" y="277177"/>
                </a:lnTo>
                <a:lnTo>
                  <a:pt x="372808" y="274116"/>
                </a:lnTo>
                <a:lnTo>
                  <a:pt x="372973" y="279146"/>
                </a:lnTo>
                <a:lnTo>
                  <a:pt x="372745" y="280123"/>
                </a:lnTo>
                <a:lnTo>
                  <a:pt x="371195" y="286854"/>
                </a:lnTo>
                <a:lnTo>
                  <a:pt x="388264" y="290957"/>
                </a:lnTo>
                <a:close/>
              </a:path>
              <a:path w="632460" h="817879">
                <a:moveTo>
                  <a:pt x="389432" y="294627"/>
                </a:moveTo>
                <a:lnTo>
                  <a:pt x="388797" y="292620"/>
                </a:lnTo>
                <a:lnTo>
                  <a:pt x="373659" y="288658"/>
                </a:lnTo>
                <a:lnTo>
                  <a:pt x="377367" y="290677"/>
                </a:lnTo>
                <a:lnTo>
                  <a:pt x="389432" y="294627"/>
                </a:lnTo>
                <a:close/>
              </a:path>
              <a:path w="632460" h="817879">
                <a:moveTo>
                  <a:pt x="393725" y="296037"/>
                </a:moveTo>
                <a:lnTo>
                  <a:pt x="389432" y="294627"/>
                </a:lnTo>
                <a:lnTo>
                  <a:pt x="390410" y="297751"/>
                </a:lnTo>
                <a:lnTo>
                  <a:pt x="393725" y="296037"/>
                </a:lnTo>
                <a:close/>
              </a:path>
              <a:path w="632460" h="817879">
                <a:moveTo>
                  <a:pt x="631939" y="808875"/>
                </a:moveTo>
                <a:lnTo>
                  <a:pt x="610577" y="814768"/>
                </a:lnTo>
                <a:lnTo>
                  <a:pt x="611568" y="817460"/>
                </a:lnTo>
                <a:lnTo>
                  <a:pt x="631939" y="808875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9098439"/>
            <a:ext cx="85171" cy="8923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-12462" y="3"/>
            <a:ext cx="5754931" cy="1770741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7470394" y="180560"/>
            <a:ext cx="817880" cy="2889250"/>
          </a:xfrm>
          <a:custGeom>
            <a:avLst/>
            <a:gdLst/>
            <a:ahLst/>
            <a:cxnLst/>
            <a:rect l="l" t="t" r="r" b="b"/>
            <a:pathLst>
              <a:path w="817880" h="2889250">
                <a:moveTo>
                  <a:pt x="817605" y="2888703"/>
                </a:moveTo>
                <a:lnTo>
                  <a:pt x="817605" y="2795200"/>
                </a:lnTo>
                <a:lnTo>
                  <a:pt x="789066" y="2780952"/>
                </a:lnTo>
                <a:lnTo>
                  <a:pt x="744363" y="2757296"/>
                </a:lnTo>
                <a:lnTo>
                  <a:pt x="700150" y="2732545"/>
                </a:lnTo>
                <a:lnTo>
                  <a:pt x="656545" y="2706758"/>
                </a:lnTo>
                <a:lnTo>
                  <a:pt x="613670" y="2679992"/>
                </a:lnTo>
                <a:lnTo>
                  <a:pt x="571643" y="2652306"/>
                </a:lnTo>
                <a:lnTo>
                  <a:pt x="530584" y="2623758"/>
                </a:lnTo>
                <a:lnTo>
                  <a:pt x="490614" y="2594406"/>
                </a:lnTo>
                <a:lnTo>
                  <a:pt x="451851" y="2564309"/>
                </a:lnTo>
                <a:lnTo>
                  <a:pt x="408338" y="2528325"/>
                </a:lnTo>
                <a:lnTo>
                  <a:pt x="366853" y="2491505"/>
                </a:lnTo>
                <a:lnTo>
                  <a:pt x="327561" y="2453965"/>
                </a:lnTo>
                <a:lnTo>
                  <a:pt x="290628" y="2415824"/>
                </a:lnTo>
                <a:lnTo>
                  <a:pt x="256221" y="2377200"/>
                </a:lnTo>
                <a:lnTo>
                  <a:pt x="224504" y="2338211"/>
                </a:lnTo>
                <a:lnTo>
                  <a:pt x="195644" y="2298974"/>
                </a:lnTo>
                <a:lnTo>
                  <a:pt x="169807" y="2259608"/>
                </a:lnTo>
                <a:lnTo>
                  <a:pt x="147158" y="2220231"/>
                </a:lnTo>
                <a:lnTo>
                  <a:pt x="127864" y="2180960"/>
                </a:lnTo>
                <a:lnTo>
                  <a:pt x="112089" y="2141913"/>
                </a:lnTo>
                <a:lnTo>
                  <a:pt x="100000" y="2103209"/>
                </a:lnTo>
                <a:lnTo>
                  <a:pt x="87238" y="2041434"/>
                </a:lnTo>
                <a:lnTo>
                  <a:pt x="82699" y="1985151"/>
                </a:lnTo>
                <a:lnTo>
                  <a:pt x="85585" y="1933705"/>
                </a:lnTo>
                <a:lnTo>
                  <a:pt x="95099" y="1886444"/>
                </a:lnTo>
                <a:lnTo>
                  <a:pt x="110444" y="1842711"/>
                </a:lnTo>
                <a:lnTo>
                  <a:pt x="130823" y="1801855"/>
                </a:lnTo>
                <a:lnTo>
                  <a:pt x="155438" y="1763220"/>
                </a:lnTo>
                <a:lnTo>
                  <a:pt x="183688" y="1726442"/>
                </a:lnTo>
                <a:lnTo>
                  <a:pt x="214951" y="1691353"/>
                </a:lnTo>
                <a:lnTo>
                  <a:pt x="248392" y="1657599"/>
                </a:lnTo>
                <a:lnTo>
                  <a:pt x="283178" y="1624822"/>
                </a:lnTo>
                <a:lnTo>
                  <a:pt x="353448" y="1560783"/>
                </a:lnTo>
                <a:lnTo>
                  <a:pt x="387265" y="1528810"/>
                </a:lnTo>
                <a:lnTo>
                  <a:pt x="415278" y="1500375"/>
                </a:lnTo>
                <a:lnTo>
                  <a:pt x="441144" y="1470980"/>
                </a:lnTo>
                <a:lnTo>
                  <a:pt x="464124" y="1440132"/>
                </a:lnTo>
                <a:lnTo>
                  <a:pt x="498159" y="1372020"/>
                </a:lnTo>
                <a:lnTo>
                  <a:pt x="507009" y="1334244"/>
                </a:lnTo>
                <a:lnTo>
                  <a:pt x="509124" y="1294488"/>
                </a:lnTo>
                <a:lnTo>
                  <a:pt x="503597" y="1253228"/>
                </a:lnTo>
                <a:lnTo>
                  <a:pt x="481597" y="1191629"/>
                </a:lnTo>
                <a:lnTo>
                  <a:pt x="442682" y="1127709"/>
                </a:lnTo>
                <a:lnTo>
                  <a:pt x="416421" y="1094468"/>
                </a:lnTo>
                <a:lnTo>
                  <a:pt x="385378" y="1060153"/>
                </a:lnTo>
                <a:lnTo>
                  <a:pt x="349369" y="1024600"/>
                </a:lnTo>
                <a:lnTo>
                  <a:pt x="308209" y="987644"/>
                </a:lnTo>
                <a:lnTo>
                  <a:pt x="261715" y="949121"/>
                </a:lnTo>
                <a:lnTo>
                  <a:pt x="209702" y="908866"/>
                </a:lnTo>
                <a:lnTo>
                  <a:pt x="151985" y="866715"/>
                </a:lnTo>
                <a:lnTo>
                  <a:pt x="135176" y="852593"/>
                </a:lnTo>
                <a:lnTo>
                  <a:pt x="123596" y="837846"/>
                </a:lnTo>
                <a:lnTo>
                  <a:pt x="116386" y="821808"/>
                </a:lnTo>
                <a:lnTo>
                  <a:pt x="112685" y="803817"/>
                </a:lnTo>
                <a:lnTo>
                  <a:pt x="112311" y="783035"/>
                </a:lnTo>
                <a:lnTo>
                  <a:pt x="115781" y="759252"/>
                </a:lnTo>
                <a:lnTo>
                  <a:pt x="135011" y="703771"/>
                </a:lnTo>
                <a:lnTo>
                  <a:pt x="153616" y="668216"/>
                </a:lnTo>
                <a:lnTo>
                  <a:pt x="177402" y="630616"/>
                </a:lnTo>
                <a:lnTo>
                  <a:pt x="205989" y="591350"/>
                </a:lnTo>
                <a:lnTo>
                  <a:pt x="238996" y="550800"/>
                </a:lnTo>
                <a:lnTo>
                  <a:pt x="276043" y="509345"/>
                </a:lnTo>
                <a:lnTo>
                  <a:pt x="316750" y="467365"/>
                </a:lnTo>
                <a:lnTo>
                  <a:pt x="360737" y="425239"/>
                </a:lnTo>
                <a:lnTo>
                  <a:pt x="398404" y="391328"/>
                </a:lnTo>
                <a:lnTo>
                  <a:pt x="437766" y="357647"/>
                </a:lnTo>
                <a:lnTo>
                  <a:pt x="478608" y="324337"/>
                </a:lnTo>
                <a:lnTo>
                  <a:pt x="520717" y="291537"/>
                </a:lnTo>
                <a:lnTo>
                  <a:pt x="563880" y="259387"/>
                </a:lnTo>
                <a:lnTo>
                  <a:pt x="607884" y="228025"/>
                </a:lnTo>
                <a:lnTo>
                  <a:pt x="652515" y="197592"/>
                </a:lnTo>
                <a:lnTo>
                  <a:pt x="697560" y="168226"/>
                </a:lnTo>
                <a:lnTo>
                  <a:pt x="742807" y="140068"/>
                </a:lnTo>
                <a:lnTo>
                  <a:pt x="788040" y="113256"/>
                </a:lnTo>
                <a:lnTo>
                  <a:pt x="817605" y="96621"/>
                </a:lnTo>
                <a:lnTo>
                  <a:pt x="817605" y="0"/>
                </a:lnTo>
                <a:lnTo>
                  <a:pt x="754896" y="34284"/>
                </a:lnTo>
                <a:lnTo>
                  <a:pt x="711399" y="59729"/>
                </a:lnTo>
                <a:lnTo>
                  <a:pt x="667959" y="86384"/>
                </a:lnTo>
                <a:lnTo>
                  <a:pt x="624722" y="114144"/>
                </a:lnTo>
                <a:lnTo>
                  <a:pt x="581833" y="142906"/>
                </a:lnTo>
                <a:lnTo>
                  <a:pt x="539439" y="172564"/>
                </a:lnTo>
                <a:lnTo>
                  <a:pt x="497685" y="203015"/>
                </a:lnTo>
                <a:lnTo>
                  <a:pt x="456717" y="234155"/>
                </a:lnTo>
                <a:lnTo>
                  <a:pt x="416680" y="265878"/>
                </a:lnTo>
                <a:lnTo>
                  <a:pt x="377720" y="298082"/>
                </a:lnTo>
                <a:lnTo>
                  <a:pt x="339983" y="330660"/>
                </a:lnTo>
                <a:lnTo>
                  <a:pt x="303615" y="363511"/>
                </a:lnTo>
                <a:lnTo>
                  <a:pt x="263120" y="402016"/>
                </a:lnTo>
                <a:lnTo>
                  <a:pt x="224950" y="440588"/>
                </a:lnTo>
                <a:lnTo>
                  <a:pt x="189353" y="479140"/>
                </a:lnTo>
                <a:lnTo>
                  <a:pt x="156577" y="517583"/>
                </a:lnTo>
                <a:lnTo>
                  <a:pt x="126870" y="555831"/>
                </a:lnTo>
                <a:lnTo>
                  <a:pt x="100478" y="593796"/>
                </a:lnTo>
                <a:lnTo>
                  <a:pt x="77651" y="631389"/>
                </a:lnTo>
                <a:lnTo>
                  <a:pt x="58635" y="668525"/>
                </a:lnTo>
                <a:lnTo>
                  <a:pt x="43673" y="705282"/>
                </a:lnTo>
                <a:lnTo>
                  <a:pt x="28225" y="777858"/>
                </a:lnTo>
                <a:lnTo>
                  <a:pt x="29127" y="813533"/>
                </a:lnTo>
                <a:lnTo>
                  <a:pt x="52249" y="880737"/>
                </a:lnTo>
                <a:lnTo>
                  <a:pt x="103215" y="935261"/>
                </a:lnTo>
                <a:lnTo>
                  <a:pt x="170454" y="984886"/>
                </a:lnTo>
                <a:lnTo>
                  <a:pt x="228548" y="1031330"/>
                </a:lnTo>
                <a:lnTo>
                  <a:pt x="278003" y="1074651"/>
                </a:lnTo>
                <a:lnTo>
                  <a:pt x="319326" y="1114905"/>
                </a:lnTo>
                <a:lnTo>
                  <a:pt x="353022" y="1152148"/>
                </a:lnTo>
                <a:lnTo>
                  <a:pt x="379598" y="1186436"/>
                </a:lnTo>
                <a:lnTo>
                  <a:pt x="413416" y="1246375"/>
                </a:lnTo>
                <a:lnTo>
                  <a:pt x="425444" y="1298290"/>
                </a:lnTo>
                <a:lnTo>
                  <a:pt x="424312" y="1322525"/>
                </a:lnTo>
                <a:lnTo>
                  <a:pt x="408542" y="1369187"/>
                </a:lnTo>
                <a:lnTo>
                  <a:pt x="375838" y="1417740"/>
                </a:lnTo>
                <a:lnTo>
                  <a:pt x="328545" y="1468590"/>
                </a:lnTo>
                <a:lnTo>
                  <a:pt x="296516" y="1498693"/>
                </a:lnTo>
                <a:lnTo>
                  <a:pt x="226085" y="1562371"/>
                </a:lnTo>
                <a:lnTo>
                  <a:pt x="189857" y="1596512"/>
                </a:lnTo>
                <a:lnTo>
                  <a:pt x="153544" y="1633374"/>
                </a:lnTo>
                <a:lnTo>
                  <a:pt x="118877" y="1672632"/>
                </a:lnTo>
                <a:lnTo>
                  <a:pt x="86558" y="1714935"/>
                </a:lnTo>
                <a:lnTo>
                  <a:pt x="63782" y="1750321"/>
                </a:lnTo>
                <a:lnTo>
                  <a:pt x="43720" y="1788130"/>
                </a:lnTo>
                <a:lnTo>
                  <a:pt x="26842" y="1828411"/>
                </a:lnTo>
                <a:lnTo>
                  <a:pt x="13616" y="1871213"/>
                </a:lnTo>
                <a:lnTo>
                  <a:pt x="4512" y="1916584"/>
                </a:lnTo>
                <a:lnTo>
                  <a:pt x="0" y="1964572"/>
                </a:lnTo>
                <a:lnTo>
                  <a:pt x="547" y="2015226"/>
                </a:lnTo>
                <a:lnTo>
                  <a:pt x="6623" y="2068595"/>
                </a:lnTo>
                <a:lnTo>
                  <a:pt x="18698" y="2124728"/>
                </a:lnTo>
                <a:lnTo>
                  <a:pt x="31553" y="2166679"/>
                </a:lnTo>
                <a:lnTo>
                  <a:pt x="47718" y="2208280"/>
                </a:lnTo>
                <a:lnTo>
                  <a:pt x="67036" y="2249487"/>
                </a:lnTo>
                <a:lnTo>
                  <a:pt x="89352" y="2290256"/>
                </a:lnTo>
                <a:lnTo>
                  <a:pt x="114509" y="2330540"/>
                </a:lnTo>
                <a:lnTo>
                  <a:pt x="142352" y="2370296"/>
                </a:lnTo>
                <a:lnTo>
                  <a:pt x="172724" y="2409478"/>
                </a:lnTo>
                <a:lnTo>
                  <a:pt x="205470" y="2448042"/>
                </a:lnTo>
                <a:lnTo>
                  <a:pt x="240432" y="2485943"/>
                </a:lnTo>
                <a:lnTo>
                  <a:pt x="277457" y="2523136"/>
                </a:lnTo>
                <a:lnTo>
                  <a:pt x="316386" y="2559576"/>
                </a:lnTo>
                <a:lnTo>
                  <a:pt x="357065" y="2595218"/>
                </a:lnTo>
                <a:lnTo>
                  <a:pt x="399337" y="2630018"/>
                </a:lnTo>
                <a:lnTo>
                  <a:pt x="439903" y="2661528"/>
                </a:lnTo>
                <a:lnTo>
                  <a:pt x="481640" y="2692205"/>
                </a:lnTo>
                <a:lnTo>
                  <a:pt x="524439" y="2721996"/>
                </a:lnTo>
                <a:lnTo>
                  <a:pt x="568191" y="2750849"/>
                </a:lnTo>
                <a:lnTo>
                  <a:pt x="612785" y="2778713"/>
                </a:lnTo>
                <a:lnTo>
                  <a:pt x="658114" y="2805535"/>
                </a:lnTo>
                <a:lnTo>
                  <a:pt x="704066" y="2831262"/>
                </a:lnTo>
                <a:lnTo>
                  <a:pt x="750534" y="2855844"/>
                </a:lnTo>
                <a:lnTo>
                  <a:pt x="797408" y="2879226"/>
                </a:lnTo>
                <a:lnTo>
                  <a:pt x="817605" y="2888703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0"/>
            <a:ext cx="2008623" cy="1090427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554797" y="7651794"/>
            <a:ext cx="4733202" cy="263520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8749" y="3445712"/>
            <a:ext cx="232939" cy="21567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50336" y="3732499"/>
            <a:ext cx="220370" cy="218953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9282" y="3349534"/>
            <a:ext cx="191131" cy="212238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16476936" y="7558182"/>
            <a:ext cx="1776095" cy="1482725"/>
          </a:xfrm>
          <a:custGeom>
            <a:avLst/>
            <a:gdLst/>
            <a:ahLst/>
            <a:cxnLst/>
            <a:rect l="l" t="t" r="r" b="b"/>
            <a:pathLst>
              <a:path w="1776094" h="1482725">
                <a:moveTo>
                  <a:pt x="1762747" y="1482237"/>
                </a:moveTo>
                <a:lnTo>
                  <a:pt x="1741304" y="1472302"/>
                </a:lnTo>
                <a:lnTo>
                  <a:pt x="1719809" y="1462256"/>
                </a:lnTo>
                <a:lnTo>
                  <a:pt x="1698286" y="1452080"/>
                </a:lnTo>
                <a:lnTo>
                  <a:pt x="1676757" y="1441756"/>
                </a:lnTo>
                <a:lnTo>
                  <a:pt x="1690829" y="1413305"/>
                </a:lnTo>
                <a:lnTo>
                  <a:pt x="1712031" y="1423587"/>
                </a:lnTo>
                <a:lnTo>
                  <a:pt x="1733274" y="1433684"/>
                </a:lnTo>
                <a:lnTo>
                  <a:pt x="1754581" y="1443576"/>
                </a:lnTo>
                <a:lnTo>
                  <a:pt x="1775975" y="1453245"/>
                </a:lnTo>
                <a:lnTo>
                  <a:pt x="1762747" y="1482237"/>
                </a:lnTo>
                <a:close/>
              </a:path>
              <a:path w="1776094" h="1482725">
                <a:moveTo>
                  <a:pt x="1620101" y="1413415"/>
                </a:moveTo>
                <a:lnTo>
                  <a:pt x="1599109" y="1402740"/>
                </a:lnTo>
                <a:lnTo>
                  <a:pt x="1578126" y="1391791"/>
                </a:lnTo>
                <a:lnTo>
                  <a:pt x="1557123" y="1380630"/>
                </a:lnTo>
                <a:lnTo>
                  <a:pt x="1536074" y="1369315"/>
                </a:lnTo>
                <a:lnTo>
                  <a:pt x="1550988" y="1341404"/>
                </a:lnTo>
                <a:lnTo>
                  <a:pt x="1592836" y="1363690"/>
                </a:lnTo>
                <a:lnTo>
                  <a:pt x="1613724" y="1374670"/>
                </a:lnTo>
                <a:lnTo>
                  <a:pt x="1634570" y="1385456"/>
                </a:lnTo>
                <a:lnTo>
                  <a:pt x="1620101" y="1413415"/>
                </a:lnTo>
                <a:close/>
              </a:path>
              <a:path w="1776094" h="1482725">
                <a:moveTo>
                  <a:pt x="1479313" y="1339836"/>
                </a:moveTo>
                <a:lnTo>
                  <a:pt x="1458866" y="1328118"/>
                </a:lnTo>
                <a:lnTo>
                  <a:pt x="1397002" y="1292317"/>
                </a:lnTo>
                <a:lnTo>
                  <a:pt x="1413205" y="1264994"/>
                </a:lnTo>
                <a:lnTo>
                  <a:pt x="1433672" y="1277027"/>
                </a:lnTo>
                <a:lnTo>
                  <a:pt x="1454096" y="1288866"/>
                </a:lnTo>
                <a:lnTo>
                  <a:pt x="1494872" y="1312219"/>
                </a:lnTo>
                <a:lnTo>
                  <a:pt x="1479313" y="1339836"/>
                </a:lnTo>
                <a:close/>
              </a:path>
              <a:path w="1776094" h="1482725">
                <a:moveTo>
                  <a:pt x="1344081" y="1258518"/>
                </a:moveTo>
                <a:lnTo>
                  <a:pt x="1303848" y="1233505"/>
                </a:lnTo>
                <a:lnTo>
                  <a:pt x="1283545" y="1220958"/>
                </a:lnTo>
                <a:lnTo>
                  <a:pt x="1262946" y="1208421"/>
                </a:lnTo>
                <a:lnTo>
                  <a:pt x="1281423" y="1180891"/>
                </a:lnTo>
                <a:lnTo>
                  <a:pt x="1301908" y="1194136"/>
                </a:lnTo>
                <a:lnTo>
                  <a:pt x="1321945" y="1206638"/>
                </a:lnTo>
                <a:lnTo>
                  <a:pt x="1341905" y="1218666"/>
                </a:lnTo>
                <a:lnTo>
                  <a:pt x="1362161" y="1230494"/>
                </a:lnTo>
                <a:lnTo>
                  <a:pt x="1344081" y="1258518"/>
                </a:lnTo>
                <a:close/>
              </a:path>
              <a:path w="1776094" h="1482725">
                <a:moveTo>
                  <a:pt x="1212091" y="1172141"/>
                </a:moveTo>
                <a:lnTo>
                  <a:pt x="1192424" y="1158947"/>
                </a:lnTo>
                <a:lnTo>
                  <a:pt x="1172840" y="1145572"/>
                </a:lnTo>
                <a:lnTo>
                  <a:pt x="1153311" y="1132076"/>
                </a:lnTo>
                <a:lnTo>
                  <a:pt x="1133810" y="1118520"/>
                </a:lnTo>
                <a:lnTo>
                  <a:pt x="1152884" y="1091728"/>
                </a:lnTo>
                <a:lnTo>
                  <a:pt x="1172583" y="1105742"/>
                </a:lnTo>
                <a:lnTo>
                  <a:pt x="1191996" y="1119071"/>
                </a:lnTo>
                <a:lnTo>
                  <a:pt x="1211324" y="1132010"/>
                </a:lnTo>
                <a:lnTo>
                  <a:pt x="1230768" y="1144856"/>
                </a:lnTo>
                <a:lnTo>
                  <a:pt x="1212091" y="1172141"/>
                </a:lnTo>
                <a:close/>
              </a:path>
              <a:path w="1776094" h="1482725">
                <a:moveTo>
                  <a:pt x="1081827" y="1084371"/>
                </a:moveTo>
                <a:lnTo>
                  <a:pt x="1042380" y="1055417"/>
                </a:lnTo>
                <a:lnTo>
                  <a:pt x="1023074" y="1041079"/>
                </a:lnTo>
                <a:lnTo>
                  <a:pt x="1004418" y="1026790"/>
                </a:lnTo>
                <a:lnTo>
                  <a:pt x="1024089" y="1000737"/>
                </a:lnTo>
                <a:lnTo>
                  <a:pt x="1043295" y="1015283"/>
                </a:lnTo>
                <a:lnTo>
                  <a:pt x="1062285" y="1029277"/>
                </a:lnTo>
                <a:lnTo>
                  <a:pt x="1081181" y="1042965"/>
                </a:lnTo>
                <a:lnTo>
                  <a:pt x="1100105" y="1056594"/>
                </a:lnTo>
                <a:lnTo>
                  <a:pt x="1081827" y="1084371"/>
                </a:lnTo>
                <a:close/>
              </a:path>
              <a:path w="1776094" h="1482725">
                <a:moveTo>
                  <a:pt x="954000" y="988529"/>
                </a:moveTo>
                <a:lnTo>
                  <a:pt x="897894" y="944474"/>
                </a:lnTo>
                <a:lnTo>
                  <a:pt x="879207" y="929650"/>
                </a:lnTo>
                <a:lnTo>
                  <a:pt x="899674" y="904583"/>
                </a:lnTo>
                <a:lnTo>
                  <a:pt x="918358" y="919625"/>
                </a:lnTo>
                <a:lnTo>
                  <a:pt x="936879" y="934228"/>
                </a:lnTo>
                <a:lnTo>
                  <a:pt x="973822" y="963168"/>
                </a:lnTo>
                <a:lnTo>
                  <a:pt x="954000" y="988529"/>
                </a:lnTo>
                <a:close/>
              </a:path>
              <a:path w="1776094" h="1482725">
                <a:moveTo>
                  <a:pt x="830315" y="889750"/>
                </a:moveTo>
                <a:lnTo>
                  <a:pt x="812045" y="874583"/>
                </a:lnTo>
                <a:lnTo>
                  <a:pt x="793866" y="859342"/>
                </a:lnTo>
                <a:lnTo>
                  <a:pt x="775781" y="844026"/>
                </a:lnTo>
                <a:lnTo>
                  <a:pt x="757788" y="828636"/>
                </a:lnTo>
                <a:lnTo>
                  <a:pt x="778851" y="804309"/>
                </a:lnTo>
                <a:lnTo>
                  <a:pt x="797118" y="820038"/>
                </a:lnTo>
                <a:lnTo>
                  <a:pt x="815328" y="835508"/>
                </a:lnTo>
                <a:lnTo>
                  <a:pt x="833332" y="850534"/>
                </a:lnTo>
                <a:lnTo>
                  <a:pt x="850980" y="864930"/>
                </a:lnTo>
                <a:lnTo>
                  <a:pt x="830315" y="889750"/>
                </a:lnTo>
                <a:close/>
              </a:path>
              <a:path w="1776094" h="1482725">
                <a:moveTo>
                  <a:pt x="709976" y="787050"/>
                </a:moveTo>
                <a:lnTo>
                  <a:pt x="692001" y="771035"/>
                </a:lnTo>
                <a:lnTo>
                  <a:pt x="674163" y="754908"/>
                </a:lnTo>
                <a:lnTo>
                  <a:pt x="638720" y="722468"/>
                </a:lnTo>
                <a:lnTo>
                  <a:pt x="660380" y="698880"/>
                </a:lnTo>
                <a:lnTo>
                  <a:pt x="678014" y="714865"/>
                </a:lnTo>
                <a:lnTo>
                  <a:pt x="695610" y="730678"/>
                </a:lnTo>
                <a:lnTo>
                  <a:pt x="713169" y="746318"/>
                </a:lnTo>
                <a:lnTo>
                  <a:pt x="730689" y="761784"/>
                </a:lnTo>
                <a:lnTo>
                  <a:pt x="709976" y="787050"/>
                </a:lnTo>
                <a:close/>
              </a:path>
              <a:path w="1776094" h="1482725">
                <a:moveTo>
                  <a:pt x="593183" y="680674"/>
                </a:moveTo>
                <a:lnTo>
                  <a:pt x="575723" y="664242"/>
                </a:lnTo>
                <a:lnTo>
                  <a:pt x="558356" y="647736"/>
                </a:lnTo>
                <a:lnTo>
                  <a:pt x="541081" y="631156"/>
                </a:lnTo>
                <a:lnTo>
                  <a:pt x="523898" y="614500"/>
                </a:lnTo>
                <a:lnTo>
                  <a:pt x="546155" y="591652"/>
                </a:lnTo>
                <a:lnTo>
                  <a:pt x="580489" y="624987"/>
                </a:lnTo>
                <a:lnTo>
                  <a:pt x="597772" y="641562"/>
                </a:lnTo>
                <a:lnTo>
                  <a:pt x="615193" y="658024"/>
                </a:lnTo>
                <a:lnTo>
                  <a:pt x="593183" y="680674"/>
                </a:lnTo>
                <a:close/>
              </a:path>
              <a:path w="1776094" h="1482725">
                <a:moveTo>
                  <a:pt x="478694" y="569589"/>
                </a:moveTo>
                <a:lnTo>
                  <a:pt x="461827" y="552679"/>
                </a:lnTo>
                <a:lnTo>
                  <a:pt x="445098" y="535657"/>
                </a:lnTo>
                <a:lnTo>
                  <a:pt x="411873" y="501426"/>
                </a:lnTo>
                <a:lnTo>
                  <a:pt x="434925" y="479564"/>
                </a:lnTo>
                <a:lnTo>
                  <a:pt x="451550" y="496670"/>
                </a:lnTo>
                <a:lnTo>
                  <a:pt x="484983" y="530732"/>
                </a:lnTo>
                <a:lnTo>
                  <a:pt x="501746" y="547726"/>
                </a:lnTo>
                <a:lnTo>
                  <a:pt x="478694" y="569589"/>
                </a:lnTo>
                <a:close/>
              </a:path>
              <a:path w="1776094" h="1482725">
                <a:moveTo>
                  <a:pt x="367901" y="455521"/>
                </a:moveTo>
                <a:lnTo>
                  <a:pt x="335507" y="420619"/>
                </a:lnTo>
                <a:lnTo>
                  <a:pt x="319368" y="403121"/>
                </a:lnTo>
                <a:lnTo>
                  <a:pt x="303298" y="385568"/>
                </a:lnTo>
                <a:lnTo>
                  <a:pt x="326748" y="364198"/>
                </a:lnTo>
                <a:lnTo>
                  <a:pt x="342818" y="381751"/>
                </a:lnTo>
                <a:lnTo>
                  <a:pt x="375143" y="416709"/>
                </a:lnTo>
                <a:lnTo>
                  <a:pt x="391351" y="434151"/>
                </a:lnTo>
                <a:lnTo>
                  <a:pt x="367901" y="455521"/>
                </a:lnTo>
                <a:close/>
              </a:path>
              <a:path w="1776094" h="1482725">
                <a:moveTo>
                  <a:pt x="285695" y="318378"/>
                </a:moveTo>
                <a:lnTo>
                  <a:pt x="261051" y="338270"/>
                </a:lnTo>
                <a:lnTo>
                  <a:pt x="245293" y="320464"/>
                </a:lnTo>
                <a:lnTo>
                  <a:pt x="229674" y="302547"/>
                </a:lnTo>
                <a:lnTo>
                  <a:pt x="198666" y="266527"/>
                </a:lnTo>
                <a:lnTo>
                  <a:pt x="223310" y="246635"/>
                </a:lnTo>
                <a:lnTo>
                  <a:pt x="238479" y="264916"/>
                </a:lnTo>
                <a:lnTo>
                  <a:pt x="254040" y="282880"/>
                </a:lnTo>
                <a:lnTo>
                  <a:pt x="269833" y="300657"/>
                </a:lnTo>
                <a:lnTo>
                  <a:pt x="285695" y="318378"/>
                </a:lnTo>
                <a:close/>
              </a:path>
              <a:path w="1776094" h="1482725">
                <a:moveTo>
                  <a:pt x="183640" y="200513"/>
                </a:moveTo>
                <a:lnTo>
                  <a:pt x="157898" y="218035"/>
                </a:lnTo>
                <a:lnTo>
                  <a:pt x="98423" y="144350"/>
                </a:lnTo>
                <a:lnTo>
                  <a:pt x="122574" y="124857"/>
                </a:lnTo>
                <a:lnTo>
                  <a:pt x="183640" y="200513"/>
                </a:lnTo>
                <a:close/>
              </a:path>
              <a:path w="1776094" h="1482725">
                <a:moveTo>
                  <a:pt x="82630" y="75292"/>
                </a:moveTo>
                <a:lnTo>
                  <a:pt x="28327" y="58075"/>
                </a:lnTo>
                <a:lnTo>
                  <a:pt x="0" y="19891"/>
                </a:lnTo>
                <a:lnTo>
                  <a:pt x="24643" y="0"/>
                </a:lnTo>
                <a:lnTo>
                  <a:pt x="39224" y="18755"/>
                </a:lnTo>
                <a:lnTo>
                  <a:pt x="70398" y="59735"/>
                </a:lnTo>
                <a:lnTo>
                  <a:pt x="82630" y="75292"/>
                </a:lnTo>
                <a:close/>
              </a:path>
              <a:path w="1776094" h="1482725">
                <a:moveTo>
                  <a:pt x="84979" y="78280"/>
                </a:moveTo>
                <a:lnTo>
                  <a:pt x="82630" y="75292"/>
                </a:lnTo>
                <a:lnTo>
                  <a:pt x="83085" y="74925"/>
                </a:lnTo>
                <a:lnTo>
                  <a:pt x="84979" y="7828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471551"/>
            <a:ext cx="11794506" cy="1878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33086" y="2830860"/>
            <a:ext cx="14808835" cy="5843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90600" y="-6305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28311" y="2930659"/>
            <a:ext cx="620141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i="0" spc="475" dirty="0">
                <a:solidFill>
                  <a:srgbClr val="FDF6F1"/>
                </a:solidFill>
                <a:latin typeface="Cambria"/>
                <a:cs typeface="Cambria"/>
              </a:rPr>
              <a:t>Notes</a:t>
            </a:r>
            <a:r>
              <a:rPr sz="10000" i="0" spc="130" dirty="0">
                <a:solidFill>
                  <a:srgbClr val="FDF6F1"/>
                </a:solidFill>
                <a:latin typeface="Cambria"/>
                <a:cs typeface="Cambria"/>
              </a:rPr>
              <a:t> </a:t>
            </a:r>
            <a:r>
              <a:rPr sz="10000" i="0" spc="550" dirty="0">
                <a:solidFill>
                  <a:srgbClr val="FDF6F1"/>
                </a:solidFill>
                <a:latin typeface="Cambria"/>
                <a:cs typeface="Cambria"/>
              </a:rPr>
              <a:t>App</a:t>
            </a:r>
            <a:endParaRPr sz="10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293954"/>
            <a:ext cx="7190105" cy="3993515"/>
            <a:chOff x="0" y="6293954"/>
            <a:chExt cx="7190105" cy="39935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12775"/>
              <a:ext cx="3441834" cy="21742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255" y="9185129"/>
              <a:ext cx="6750686" cy="11018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2154" y="6293954"/>
              <a:ext cx="3705237" cy="3929988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9700084" y="4781116"/>
            <a:ext cx="3535045" cy="201930"/>
          </a:xfrm>
          <a:custGeom>
            <a:avLst/>
            <a:gdLst/>
            <a:ahLst/>
            <a:cxnLst/>
            <a:rect l="l" t="t" r="r" b="b"/>
            <a:pathLst>
              <a:path w="3535044" h="201929">
                <a:moveTo>
                  <a:pt x="3379376" y="100979"/>
                </a:moveTo>
                <a:lnTo>
                  <a:pt x="2919294" y="50796"/>
                </a:lnTo>
                <a:lnTo>
                  <a:pt x="2922528" y="49871"/>
                </a:lnTo>
                <a:lnTo>
                  <a:pt x="2928796" y="49278"/>
                </a:lnTo>
                <a:lnTo>
                  <a:pt x="2931760" y="48323"/>
                </a:lnTo>
                <a:lnTo>
                  <a:pt x="2937348" y="45100"/>
                </a:lnTo>
                <a:lnTo>
                  <a:pt x="2939659" y="44075"/>
                </a:lnTo>
                <a:lnTo>
                  <a:pt x="2941693" y="41741"/>
                </a:lnTo>
                <a:lnTo>
                  <a:pt x="2960896" y="52779"/>
                </a:lnTo>
                <a:lnTo>
                  <a:pt x="3024177" y="59681"/>
                </a:lnTo>
                <a:lnTo>
                  <a:pt x="3034072" y="62038"/>
                </a:lnTo>
                <a:lnTo>
                  <a:pt x="3369720" y="98648"/>
                </a:lnTo>
                <a:lnTo>
                  <a:pt x="3379376" y="100979"/>
                </a:lnTo>
                <a:close/>
              </a:path>
              <a:path w="3535044" h="201929">
                <a:moveTo>
                  <a:pt x="3398687" y="105640"/>
                </a:moveTo>
                <a:lnTo>
                  <a:pt x="2701912" y="29641"/>
                </a:lnTo>
                <a:lnTo>
                  <a:pt x="2706801" y="27619"/>
                </a:lnTo>
                <a:lnTo>
                  <a:pt x="2712078" y="25640"/>
                </a:lnTo>
                <a:lnTo>
                  <a:pt x="2871006" y="42974"/>
                </a:lnTo>
                <a:lnTo>
                  <a:pt x="2879642" y="42639"/>
                </a:lnTo>
                <a:lnTo>
                  <a:pt x="2888484" y="39770"/>
                </a:lnTo>
                <a:lnTo>
                  <a:pt x="2897738" y="39502"/>
                </a:lnTo>
                <a:lnTo>
                  <a:pt x="2907743" y="45704"/>
                </a:lnTo>
                <a:lnTo>
                  <a:pt x="2910370" y="47268"/>
                </a:lnTo>
                <a:lnTo>
                  <a:pt x="2913178" y="48852"/>
                </a:lnTo>
                <a:lnTo>
                  <a:pt x="2919294" y="50796"/>
                </a:lnTo>
                <a:lnTo>
                  <a:pt x="3379376" y="100979"/>
                </a:lnTo>
                <a:lnTo>
                  <a:pt x="3398687" y="105640"/>
                </a:lnTo>
                <a:close/>
              </a:path>
              <a:path w="3535044" h="201929">
                <a:moveTo>
                  <a:pt x="3074407" y="66437"/>
                </a:moveTo>
                <a:lnTo>
                  <a:pt x="3034072" y="62038"/>
                </a:lnTo>
                <a:lnTo>
                  <a:pt x="3043919" y="59279"/>
                </a:lnTo>
                <a:lnTo>
                  <a:pt x="3054279" y="56577"/>
                </a:lnTo>
                <a:lnTo>
                  <a:pt x="3065306" y="62890"/>
                </a:lnTo>
                <a:lnTo>
                  <a:pt x="3074407" y="66437"/>
                </a:lnTo>
                <a:close/>
              </a:path>
              <a:path w="3535044" h="201929">
                <a:moveTo>
                  <a:pt x="3024177" y="59681"/>
                </a:moveTo>
                <a:lnTo>
                  <a:pt x="2960896" y="52779"/>
                </a:lnTo>
                <a:lnTo>
                  <a:pt x="2982384" y="53845"/>
                </a:lnTo>
                <a:lnTo>
                  <a:pt x="3004251" y="52398"/>
                </a:lnTo>
                <a:lnTo>
                  <a:pt x="3024177" y="59681"/>
                </a:lnTo>
                <a:close/>
              </a:path>
              <a:path w="3535044" h="201929">
                <a:moveTo>
                  <a:pt x="2742449" y="28952"/>
                </a:moveTo>
                <a:lnTo>
                  <a:pt x="2725796" y="27136"/>
                </a:lnTo>
                <a:lnTo>
                  <a:pt x="2734260" y="26781"/>
                </a:lnTo>
                <a:lnTo>
                  <a:pt x="2742449" y="28952"/>
                </a:lnTo>
                <a:close/>
              </a:path>
              <a:path w="3535044" h="201929">
                <a:moveTo>
                  <a:pt x="2683768" y="25107"/>
                </a:moveTo>
                <a:lnTo>
                  <a:pt x="2637183" y="20026"/>
                </a:lnTo>
                <a:lnTo>
                  <a:pt x="2645046" y="19606"/>
                </a:lnTo>
                <a:lnTo>
                  <a:pt x="2654752" y="19387"/>
                </a:lnTo>
                <a:lnTo>
                  <a:pt x="2667922" y="20823"/>
                </a:lnTo>
                <a:lnTo>
                  <a:pt x="2683768" y="25107"/>
                </a:lnTo>
                <a:close/>
              </a:path>
              <a:path w="3535044" h="201929">
                <a:moveTo>
                  <a:pt x="3369720" y="98648"/>
                </a:moveTo>
                <a:lnTo>
                  <a:pt x="3086236" y="67727"/>
                </a:lnTo>
                <a:lnTo>
                  <a:pt x="3099267" y="67871"/>
                </a:lnTo>
                <a:lnTo>
                  <a:pt x="3350099" y="95230"/>
                </a:lnTo>
                <a:lnTo>
                  <a:pt x="3369720" y="98648"/>
                </a:lnTo>
                <a:close/>
              </a:path>
              <a:path w="3535044" h="201929">
                <a:moveTo>
                  <a:pt x="3471860" y="116176"/>
                </a:moveTo>
                <a:lnTo>
                  <a:pt x="3434871" y="112142"/>
                </a:lnTo>
                <a:lnTo>
                  <a:pt x="3442329" y="110400"/>
                </a:lnTo>
                <a:lnTo>
                  <a:pt x="3450612" y="106194"/>
                </a:lnTo>
                <a:lnTo>
                  <a:pt x="3458892" y="109652"/>
                </a:lnTo>
                <a:lnTo>
                  <a:pt x="3464355" y="114080"/>
                </a:lnTo>
                <a:lnTo>
                  <a:pt x="3471860" y="116176"/>
                </a:lnTo>
                <a:close/>
              </a:path>
              <a:path w="3535044" h="201929">
                <a:moveTo>
                  <a:pt x="3496601" y="121430"/>
                </a:moveTo>
                <a:lnTo>
                  <a:pt x="2567576" y="20098"/>
                </a:lnTo>
                <a:lnTo>
                  <a:pt x="2582000" y="20394"/>
                </a:lnTo>
                <a:lnTo>
                  <a:pt x="2590567" y="20051"/>
                </a:lnTo>
                <a:lnTo>
                  <a:pt x="2599204" y="17161"/>
                </a:lnTo>
                <a:lnTo>
                  <a:pt x="2607840" y="15548"/>
                </a:lnTo>
                <a:lnTo>
                  <a:pt x="2616131" y="21562"/>
                </a:lnTo>
                <a:lnTo>
                  <a:pt x="3433282" y="110691"/>
                </a:lnTo>
                <a:lnTo>
                  <a:pt x="3434871" y="112142"/>
                </a:lnTo>
                <a:lnTo>
                  <a:pt x="3471860" y="116176"/>
                </a:lnTo>
                <a:lnTo>
                  <a:pt x="3480155" y="118359"/>
                </a:lnTo>
                <a:lnTo>
                  <a:pt x="3488398" y="119258"/>
                </a:lnTo>
                <a:lnTo>
                  <a:pt x="3496601" y="121430"/>
                </a:lnTo>
                <a:close/>
              </a:path>
              <a:path w="3535044" h="201929">
                <a:moveTo>
                  <a:pt x="3408343" y="107971"/>
                </a:moveTo>
                <a:lnTo>
                  <a:pt x="2616131" y="21562"/>
                </a:lnTo>
                <a:lnTo>
                  <a:pt x="2622555" y="17152"/>
                </a:lnTo>
                <a:lnTo>
                  <a:pt x="2629629" y="17924"/>
                </a:lnTo>
                <a:lnTo>
                  <a:pt x="2637183" y="20026"/>
                </a:lnTo>
                <a:lnTo>
                  <a:pt x="2683768" y="25107"/>
                </a:lnTo>
                <a:lnTo>
                  <a:pt x="2701912" y="29641"/>
                </a:lnTo>
                <a:lnTo>
                  <a:pt x="3398687" y="105640"/>
                </a:lnTo>
                <a:lnTo>
                  <a:pt x="3408343" y="107971"/>
                </a:lnTo>
                <a:close/>
              </a:path>
              <a:path w="3535044" h="201929">
                <a:moveTo>
                  <a:pt x="3433282" y="110691"/>
                </a:moveTo>
                <a:lnTo>
                  <a:pt x="3408343" y="107971"/>
                </a:lnTo>
                <a:lnTo>
                  <a:pt x="3428514" y="106338"/>
                </a:lnTo>
                <a:lnTo>
                  <a:pt x="3433282" y="110691"/>
                </a:lnTo>
                <a:close/>
              </a:path>
              <a:path w="3535044" h="201929">
                <a:moveTo>
                  <a:pt x="3515261" y="132408"/>
                </a:moveTo>
                <a:lnTo>
                  <a:pt x="2425898" y="13588"/>
                </a:lnTo>
                <a:lnTo>
                  <a:pt x="2439655" y="12533"/>
                </a:lnTo>
                <a:lnTo>
                  <a:pt x="2453465" y="7652"/>
                </a:lnTo>
                <a:lnTo>
                  <a:pt x="2466829" y="5277"/>
                </a:lnTo>
                <a:lnTo>
                  <a:pt x="2479383" y="10479"/>
                </a:lnTo>
                <a:lnTo>
                  <a:pt x="2491182" y="15599"/>
                </a:lnTo>
                <a:lnTo>
                  <a:pt x="3526330" y="128505"/>
                </a:lnTo>
                <a:lnTo>
                  <a:pt x="3515261" y="132408"/>
                </a:lnTo>
                <a:close/>
              </a:path>
              <a:path w="3535044" h="201929">
                <a:moveTo>
                  <a:pt x="3526330" y="128505"/>
                </a:moveTo>
                <a:lnTo>
                  <a:pt x="2491182" y="15599"/>
                </a:lnTo>
                <a:lnTo>
                  <a:pt x="2502417" y="15546"/>
                </a:lnTo>
                <a:lnTo>
                  <a:pt x="2513618" y="12936"/>
                </a:lnTo>
                <a:lnTo>
                  <a:pt x="2525042" y="12904"/>
                </a:lnTo>
                <a:lnTo>
                  <a:pt x="2553297" y="18541"/>
                </a:lnTo>
                <a:lnTo>
                  <a:pt x="3534559" y="125570"/>
                </a:lnTo>
                <a:lnTo>
                  <a:pt x="3526330" y="128505"/>
                </a:lnTo>
                <a:close/>
              </a:path>
              <a:path w="3535044" h="201929">
                <a:moveTo>
                  <a:pt x="3440810" y="135785"/>
                </a:moveTo>
                <a:lnTo>
                  <a:pt x="2307081" y="12126"/>
                </a:lnTo>
                <a:lnTo>
                  <a:pt x="2323735" y="11388"/>
                </a:lnTo>
                <a:lnTo>
                  <a:pt x="2349587" y="6542"/>
                </a:lnTo>
                <a:lnTo>
                  <a:pt x="2375162" y="6777"/>
                </a:lnTo>
                <a:lnTo>
                  <a:pt x="2400461" y="10814"/>
                </a:lnTo>
                <a:lnTo>
                  <a:pt x="3515261" y="132408"/>
                </a:lnTo>
                <a:lnTo>
                  <a:pt x="3512486" y="133383"/>
                </a:lnTo>
                <a:lnTo>
                  <a:pt x="3490176" y="138615"/>
                </a:lnTo>
                <a:lnTo>
                  <a:pt x="3481931" y="138993"/>
                </a:lnTo>
                <a:lnTo>
                  <a:pt x="3448914" y="135392"/>
                </a:lnTo>
                <a:lnTo>
                  <a:pt x="3440810" y="135785"/>
                </a:lnTo>
                <a:close/>
              </a:path>
              <a:path w="3535044" h="201929">
                <a:moveTo>
                  <a:pt x="3403717" y="138127"/>
                </a:moveTo>
                <a:lnTo>
                  <a:pt x="2229624" y="10065"/>
                </a:lnTo>
                <a:lnTo>
                  <a:pt x="2231234" y="7686"/>
                </a:lnTo>
                <a:lnTo>
                  <a:pt x="2233157" y="6618"/>
                </a:lnTo>
                <a:lnTo>
                  <a:pt x="2238043" y="3318"/>
                </a:lnTo>
                <a:lnTo>
                  <a:pt x="2240667" y="2327"/>
                </a:lnTo>
                <a:lnTo>
                  <a:pt x="2246279" y="1662"/>
                </a:lnTo>
                <a:lnTo>
                  <a:pt x="2249020" y="1961"/>
                </a:lnTo>
                <a:lnTo>
                  <a:pt x="2254373" y="3822"/>
                </a:lnTo>
                <a:lnTo>
                  <a:pt x="2256738" y="5358"/>
                </a:lnTo>
                <a:lnTo>
                  <a:pt x="2258861" y="6867"/>
                </a:lnTo>
                <a:lnTo>
                  <a:pt x="2267386" y="11629"/>
                </a:lnTo>
                <a:lnTo>
                  <a:pt x="3429014" y="138331"/>
                </a:lnTo>
                <a:lnTo>
                  <a:pt x="3425116" y="139184"/>
                </a:lnTo>
                <a:lnTo>
                  <a:pt x="3403717" y="138127"/>
                </a:lnTo>
                <a:close/>
              </a:path>
              <a:path w="3535044" h="201929">
                <a:moveTo>
                  <a:pt x="3429014" y="138331"/>
                </a:moveTo>
                <a:lnTo>
                  <a:pt x="2267386" y="11629"/>
                </a:lnTo>
                <a:lnTo>
                  <a:pt x="2275193" y="9926"/>
                </a:lnTo>
                <a:lnTo>
                  <a:pt x="2282863" y="6930"/>
                </a:lnTo>
                <a:lnTo>
                  <a:pt x="2290978" y="7815"/>
                </a:lnTo>
                <a:lnTo>
                  <a:pt x="2307081" y="12126"/>
                </a:lnTo>
                <a:lnTo>
                  <a:pt x="3440810" y="135785"/>
                </a:lnTo>
                <a:lnTo>
                  <a:pt x="3429014" y="138331"/>
                </a:lnTo>
                <a:close/>
              </a:path>
              <a:path w="3535044" h="201929">
                <a:moveTo>
                  <a:pt x="3473686" y="139371"/>
                </a:moveTo>
                <a:lnTo>
                  <a:pt x="3465525" y="138481"/>
                </a:lnTo>
                <a:lnTo>
                  <a:pt x="3457464" y="136324"/>
                </a:lnTo>
                <a:lnTo>
                  <a:pt x="3481931" y="138993"/>
                </a:lnTo>
                <a:lnTo>
                  <a:pt x="3473686" y="139371"/>
                </a:lnTo>
                <a:close/>
              </a:path>
              <a:path w="3535044" h="201929">
                <a:moveTo>
                  <a:pt x="3392930" y="138228"/>
                </a:moveTo>
                <a:lnTo>
                  <a:pt x="2199658" y="8074"/>
                </a:lnTo>
                <a:lnTo>
                  <a:pt x="2207313" y="7632"/>
                </a:lnTo>
                <a:lnTo>
                  <a:pt x="2215054" y="4644"/>
                </a:lnTo>
                <a:lnTo>
                  <a:pt x="2222555" y="4184"/>
                </a:lnTo>
                <a:lnTo>
                  <a:pt x="2229624" y="10065"/>
                </a:lnTo>
                <a:lnTo>
                  <a:pt x="3403717" y="138127"/>
                </a:lnTo>
                <a:lnTo>
                  <a:pt x="3392930" y="138228"/>
                </a:lnTo>
                <a:close/>
              </a:path>
              <a:path w="3535044" h="201929">
                <a:moveTo>
                  <a:pt x="3047916" y="131257"/>
                </a:moveTo>
                <a:lnTo>
                  <a:pt x="3031354" y="129451"/>
                </a:lnTo>
                <a:lnTo>
                  <a:pt x="3023217" y="127285"/>
                </a:lnTo>
                <a:lnTo>
                  <a:pt x="1897206" y="4468"/>
                </a:lnTo>
                <a:lnTo>
                  <a:pt x="1908358" y="3130"/>
                </a:lnTo>
                <a:lnTo>
                  <a:pt x="1918075" y="2912"/>
                </a:lnTo>
                <a:lnTo>
                  <a:pt x="1970350" y="8614"/>
                </a:lnTo>
                <a:lnTo>
                  <a:pt x="1973599" y="7691"/>
                </a:lnTo>
                <a:lnTo>
                  <a:pt x="1979457" y="3219"/>
                </a:lnTo>
                <a:lnTo>
                  <a:pt x="2007765" y="6307"/>
                </a:lnTo>
                <a:lnTo>
                  <a:pt x="2077090" y="6203"/>
                </a:lnTo>
                <a:lnTo>
                  <a:pt x="2107911" y="1900"/>
                </a:lnTo>
                <a:lnTo>
                  <a:pt x="2138543" y="1408"/>
                </a:lnTo>
                <a:lnTo>
                  <a:pt x="2169126" y="3467"/>
                </a:lnTo>
                <a:lnTo>
                  <a:pt x="2199658" y="8074"/>
                </a:lnTo>
                <a:lnTo>
                  <a:pt x="3392930" y="138228"/>
                </a:lnTo>
                <a:lnTo>
                  <a:pt x="3382142" y="138329"/>
                </a:lnTo>
                <a:lnTo>
                  <a:pt x="3339425" y="133670"/>
                </a:lnTo>
                <a:lnTo>
                  <a:pt x="3324759" y="134625"/>
                </a:lnTo>
                <a:lnTo>
                  <a:pt x="3305443" y="137628"/>
                </a:lnTo>
                <a:lnTo>
                  <a:pt x="3186495" y="124654"/>
                </a:lnTo>
                <a:lnTo>
                  <a:pt x="3179114" y="126404"/>
                </a:lnTo>
                <a:lnTo>
                  <a:pt x="3159070" y="130606"/>
                </a:lnTo>
                <a:lnTo>
                  <a:pt x="3139423" y="131018"/>
                </a:lnTo>
                <a:lnTo>
                  <a:pt x="3100558" y="126779"/>
                </a:lnTo>
                <a:lnTo>
                  <a:pt x="3092912" y="127222"/>
                </a:lnTo>
                <a:lnTo>
                  <a:pt x="3084956" y="128909"/>
                </a:lnTo>
                <a:lnTo>
                  <a:pt x="3063491" y="126568"/>
                </a:lnTo>
                <a:lnTo>
                  <a:pt x="3055652" y="128268"/>
                </a:lnTo>
                <a:lnTo>
                  <a:pt x="3047916" y="131257"/>
                </a:lnTo>
                <a:close/>
              </a:path>
              <a:path w="3535044" h="201929">
                <a:moveTo>
                  <a:pt x="3220561" y="138590"/>
                </a:moveTo>
                <a:lnTo>
                  <a:pt x="3215165" y="132891"/>
                </a:lnTo>
                <a:lnTo>
                  <a:pt x="3208823" y="128367"/>
                </a:lnTo>
                <a:lnTo>
                  <a:pt x="3193831" y="125454"/>
                </a:lnTo>
                <a:lnTo>
                  <a:pt x="3249890" y="131569"/>
                </a:lnTo>
                <a:lnTo>
                  <a:pt x="3235364" y="131262"/>
                </a:lnTo>
                <a:lnTo>
                  <a:pt x="3220561" y="138590"/>
                </a:lnTo>
                <a:close/>
              </a:path>
              <a:path w="3535044" h="201929">
                <a:moveTo>
                  <a:pt x="3295630" y="139113"/>
                </a:moveTo>
                <a:lnTo>
                  <a:pt x="3280313" y="137442"/>
                </a:lnTo>
                <a:lnTo>
                  <a:pt x="3249890" y="131569"/>
                </a:lnTo>
                <a:lnTo>
                  <a:pt x="3305443" y="137628"/>
                </a:lnTo>
                <a:lnTo>
                  <a:pt x="3295630" y="139113"/>
                </a:lnTo>
                <a:close/>
              </a:path>
              <a:path w="3535044" h="201929">
                <a:moveTo>
                  <a:pt x="1970350" y="8614"/>
                </a:moveTo>
                <a:lnTo>
                  <a:pt x="1927482" y="3938"/>
                </a:lnTo>
                <a:lnTo>
                  <a:pt x="1936684" y="3664"/>
                </a:lnTo>
                <a:lnTo>
                  <a:pt x="1945647" y="809"/>
                </a:lnTo>
                <a:lnTo>
                  <a:pt x="1949936" y="0"/>
                </a:lnTo>
                <a:lnTo>
                  <a:pt x="1956078" y="1947"/>
                </a:lnTo>
                <a:lnTo>
                  <a:pt x="1970350" y="8614"/>
                </a:lnTo>
                <a:close/>
              </a:path>
              <a:path w="3535044" h="201929">
                <a:moveTo>
                  <a:pt x="3077686" y="130672"/>
                </a:moveTo>
                <a:lnTo>
                  <a:pt x="3072237" y="130077"/>
                </a:lnTo>
                <a:lnTo>
                  <a:pt x="3063491" y="126568"/>
                </a:lnTo>
                <a:lnTo>
                  <a:pt x="3084956" y="128909"/>
                </a:lnTo>
                <a:lnTo>
                  <a:pt x="3077686" y="130672"/>
                </a:lnTo>
                <a:close/>
              </a:path>
              <a:path w="3535044" h="201929">
                <a:moveTo>
                  <a:pt x="2902679" y="134579"/>
                </a:moveTo>
                <a:lnTo>
                  <a:pt x="2891154" y="123101"/>
                </a:lnTo>
                <a:lnTo>
                  <a:pt x="1836880" y="8109"/>
                </a:lnTo>
                <a:lnTo>
                  <a:pt x="1849534" y="6934"/>
                </a:lnTo>
                <a:lnTo>
                  <a:pt x="1862241" y="3210"/>
                </a:lnTo>
                <a:lnTo>
                  <a:pt x="1872776" y="1804"/>
                </a:lnTo>
                <a:lnTo>
                  <a:pt x="3014930" y="126382"/>
                </a:lnTo>
                <a:lnTo>
                  <a:pt x="3006493" y="126739"/>
                </a:lnTo>
                <a:lnTo>
                  <a:pt x="2997526" y="125761"/>
                </a:lnTo>
                <a:lnTo>
                  <a:pt x="2988557" y="128615"/>
                </a:lnTo>
                <a:lnTo>
                  <a:pt x="2986094" y="129624"/>
                </a:lnTo>
                <a:lnTo>
                  <a:pt x="2953993" y="126123"/>
                </a:lnTo>
                <a:lnTo>
                  <a:pt x="2942597" y="128712"/>
                </a:lnTo>
                <a:lnTo>
                  <a:pt x="2931459" y="128775"/>
                </a:lnTo>
                <a:lnTo>
                  <a:pt x="2916919" y="129744"/>
                </a:lnTo>
                <a:lnTo>
                  <a:pt x="2909641" y="132783"/>
                </a:lnTo>
                <a:lnTo>
                  <a:pt x="2902679" y="134579"/>
                </a:lnTo>
                <a:close/>
              </a:path>
              <a:path w="3535044" h="201929">
                <a:moveTo>
                  <a:pt x="2981167" y="131642"/>
                </a:moveTo>
                <a:lnTo>
                  <a:pt x="2976935" y="131180"/>
                </a:lnTo>
                <a:lnTo>
                  <a:pt x="2965284" y="127354"/>
                </a:lnTo>
                <a:lnTo>
                  <a:pt x="2986094" y="129624"/>
                </a:lnTo>
                <a:lnTo>
                  <a:pt x="2981167" y="131642"/>
                </a:lnTo>
                <a:close/>
              </a:path>
              <a:path w="3535044" h="201929">
                <a:moveTo>
                  <a:pt x="2825733" y="124908"/>
                </a:moveTo>
                <a:lnTo>
                  <a:pt x="1766755" y="9403"/>
                </a:lnTo>
                <a:lnTo>
                  <a:pt x="1777916" y="6787"/>
                </a:lnTo>
                <a:lnTo>
                  <a:pt x="1811731" y="2810"/>
                </a:lnTo>
                <a:lnTo>
                  <a:pt x="1824279" y="6734"/>
                </a:lnTo>
                <a:lnTo>
                  <a:pt x="2891154" y="123101"/>
                </a:lnTo>
                <a:lnTo>
                  <a:pt x="2882948" y="124761"/>
                </a:lnTo>
                <a:lnTo>
                  <a:pt x="2866477" y="125520"/>
                </a:lnTo>
                <a:lnTo>
                  <a:pt x="2858212" y="124618"/>
                </a:lnTo>
                <a:lnTo>
                  <a:pt x="2848843" y="124874"/>
                </a:lnTo>
                <a:lnTo>
                  <a:pt x="2839666" y="123873"/>
                </a:lnTo>
                <a:lnTo>
                  <a:pt x="2830405" y="124140"/>
                </a:lnTo>
                <a:lnTo>
                  <a:pt x="2825733" y="124908"/>
                </a:lnTo>
                <a:close/>
              </a:path>
              <a:path w="3535044" h="201929">
                <a:moveTo>
                  <a:pt x="2732021" y="121075"/>
                </a:moveTo>
                <a:lnTo>
                  <a:pt x="1711166" y="9727"/>
                </a:lnTo>
                <a:lnTo>
                  <a:pt x="1724962" y="4844"/>
                </a:lnTo>
                <a:lnTo>
                  <a:pt x="1738893" y="5086"/>
                </a:lnTo>
                <a:lnTo>
                  <a:pt x="1752824" y="7883"/>
                </a:lnTo>
                <a:lnTo>
                  <a:pt x="2825733" y="124908"/>
                </a:lnTo>
                <a:lnTo>
                  <a:pt x="2821061" y="125676"/>
                </a:lnTo>
                <a:lnTo>
                  <a:pt x="2737430" y="116554"/>
                </a:lnTo>
                <a:lnTo>
                  <a:pt x="2732021" y="121075"/>
                </a:lnTo>
                <a:close/>
              </a:path>
              <a:path w="3535044" h="201929">
                <a:moveTo>
                  <a:pt x="2752706" y="130996"/>
                </a:moveTo>
                <a:lnTo>
                  <a:pt x="2737430" y="116554"/>
                </a:lnTo>
                <a:lnTo>
                  <a:pt x="2774516" y="120600"/>
                </a:lnTo>
                <a:lnTo>
                  <a:pt x="2766527" y="121006"/>
                </a:lnTo>
                <a:lnTo>
                  <a:pt x="2759428" y="125341"/>
                </a:lnTo>
                <a:lnTo>
                  <a:pt x="2752706" y="130996"/>
                </a:lnTo>
                <a:close/>
              </a:path>
              <a:path w="3535044" h="201929">
                <a:moveTo>
                  <a:pt x="2790280" y="129984"/>
                </a:moveTo>
                <a:lnTo>
                  <a:pt x="2783910" y="126734"/>
                </a:lnTo>
                <a:lnTo>
                  <a:pt x="2774516" y="120600"/>
                </a:lnTo>
                <a:lnTo>
                  <a:pt x="2821061" y="125676"/>
                </a:lnTo>
                <a:lnTo>
                  <a:pt x="2799877" y="128476"/>
                </a:lnTo>
                <a:lnTo>
                  <a:pt x="2790280" y="129984"/>
                </a:lnTo>
                <a:close/>
              </a:path>
              <a:path w="3535044" h="201929">
                <a:moveTo>
                  <a:pt x="2722556" y="128985"/>
                </a:moveTo>
                <a:lnTo>
                  <a:pt x="2694902" y="120859"/>
                </a:lnTo>
                <a:lnTo>
                  <a:pt x="1667382" y="8784"/>
                </a:lnTo>
                <a:lnTo>
                  <a:pt x="1678671" y="8738"/>
                </a:lnTo>
                <a:lnTo>
                  <a:pt x="1689756" y="6114"/>
                </a:lnTo>
                <a:lnTo>
                  <a:pt x="1700496" y="6008"/>
                </a:lnTo>
                <a:lnTo>
                  <a:pt x="1711166" y="9727"/>
                </a:lnTo>
                <a:lnTo>
                  <a:pt x="2732021" y="121075"/>
                </a:lnTo>
                <a:lnTo>
                  <a:pt x="2722556" y="128985"/>
                </a:lnTo>
                <a:close/>
              </a:path>
              <a:path w="3535044" h="201929">
                <a:moveTo>
                  <a:pt x="2180928" y="103124"/>
                </a:moveTo>
                <a:lnTo>
                  <a:pt x="1376227" y="15353"/>
                </a:lnTo>
                <a:lnTo>
                  <a:pt x="1408974" y="15092"/>
                </a:lnTo>
                <a:lnTo>
                  <a:pt x="1442476" y="13636"/>
                </a:lnTo>
                <a:lnTo>
                  <a:pt x="1476321" y="13495"/>
                </a:lnTo>
                <a:lnTo>
                  <a:pt x="1510585" y="14677"/>
                </a:lnTo>
                <a:lnTo>
                  <a:pt x="1544806" y="14577"/>
                </a:lnTo>
                <a:lnTo>
                  <a:pt x="1578984" y="13195"/>
                </a:lnTo>
                <a:lnTo>
                  <a:pt x="1613120" y="10531"/>
                </a:lnTo>
                <a:lnTo>
                  <a:pt x="1626642" y="8173"/>
                </a:lnTo>
                <a:lnTo>
                  <a:pt x="1640193" y="7096"/>
                </a:lnTo>
                <a:lnTo>
                  <a:pt x="1653773" y="7300"/>
                </a:lnTo>
                <a:lnTo>
                  <a:pt x="2682576" y="119514"/>
                </a:lnTo>
                <a:lnTo>
                  <a:pt x="2672324" y="120951"/>
                </a:lnTo>
                <a:lnTo>
                  <a:pt x="2659086" y="124617"/>
                </a:lnTo>
                <a:lnTo>
                  <a:pt x="2646587" y="124531"/>
                </a:lnTo>
                <a:lnTo>
                  <a:pt x="2634398" y="123202"/>
                </a:lnTo>
                <a:lnTo>
                  <a:pt x="2622088" y="123137"/>
                </a:lnTo>
                <a:lnTo>
                  <a:pt x="2550146" y="115290"/>
                </a:lnTo>
                <a:lnTo>
                  <a:pt x="2547500" y="116279"/>
                </a:lnTo>
                <a:lnTo>
                  <a:pt x="2527156" y="114060"/>
                </a:lnTo>
                <a:lnTo>
                  <a:pt x="2499652" y="117448"/>
                </a:lnTo>
                <a:lnTo>
                  <a:pt x="2471978" y="116984"/>
                </a:lnTo>
                <a:lnTo>
                  <a:pt x="2386746" y="107688"/>
                </a:lnTo>
                <a:lnTo>
                  <a:pt x="2374427" y="111454"/>
                </a:lnTo>
                <a:lnTo>
                  <a:pt x="2361886" y="113919"/>
                </a:lnTo>
                <a:lnTo>
                  <a:pt x="2319328" y="109277"/>
                </a:lnTo>
                <a:lnTo>
                  <a:pt x="2302132" y="108679"/>
                </a:lnTo>
                <a:lnTo>
                  <a:pt x="2284968" y="109362"/>
                </a:lnTo>
                <a:lnTo>
                  <a:pt x="2272016" y="111782"/>
                </a:lnTo>
                <a:lnTo>
                  <a:pt x="2188605" y="102684"/>
                </a:lnTo>
                <a:lnTo>
                  <a:pt x="2180928" y="103124"/>
                </a:lnTo>
                <a:close/>
              </a:path>
              <a:path w="3535044" h="201929">
                <a:moveTo>
                  <a:pt x="2579793" y="124911"/>
                </a:moveTo>
                <a:lnTo>
                  <a:pt x="2572882" y="122880"/>
                </a:lnTo>
                <a:lnTo>
                  <a:pt x="2565320" y="119500"/>
                </a:lnTo>
                <a:lnTo>
                  <a:pt x="2558221" y="116171"/>
                </a:lnTo>
                <a:lnTo>
                  <a:pt x="2604062" y="121171"/>
                </a:lnTo>
                <a:lnTo>
                  <a:pt x="2594723" y="121430"/>
                </a:lnTo>
                <a:lnTo>
                  <a:pt x="2584937" y="124195"/>
                </a:lnTo>
                <a:lnTo>
                  <a:pt x="2579793" y="124911"/>
                </a:lnTo>
                <a:close/>
              </a:path>
              <a:path w="3535044" h="201929">
                <a:moveTo>
                  <a:pt x="2534474" y="119968"/>
                </a:moveTo>
                <a:lnTo>
                  <a:pt x="2527156" y="114060"/>
                </a:lnTo>
                <a:lnTo>
                  <a:pt x="2547500" y="116279"/>
                </a:lnTo>
                <a:lnTo>
                  <a:pt x="2542207" y="118256"/>
                </a:lnTo>
                <a:lnTo>
                  <a:pt x="2534474" y="119968"/>
                </a:lnTo>
                <a:close/>
              </a:path>
              <a:path w="3535044" h="201929">
                <a:moveTo>
                  <a:pt x="2412259" y="116806"/>
                </a:moveTo>
                <a:lnTo>
                  <a:pt x="2397726" y="110163"/>
                </a:lnTo>
                <a:lnTo>
                  <a:pt x="2391378" y="108193"/>
                </a:lnTo>
                <a:lnTo>
                  <a:pt x="2444511" y="113988"/>
                </a:lnTo>
                <a:lnTo>
                  <a:pt x="2417215" y="113566"/>
                </a:lnTo>
                <a:lnTo>
                  <a:pt x="2414653" y="113287"/>
                </a:lnTo>
                <a:lnTo>
                  <a:pt x="2412259" y="116806"/>
                </a:lnTo>
                <a:close/>
              </a:path>
              <a:path w="3535044" h="201929">
                <a:moveTo>
                  <a:pt x="2349262" y="113819"/>
                </a:moveTo>
                <a:lnTo>
                  <a:pt x="2336555" y="111156"/>
                </a:lnTo>
                <a:lnTo>
                  <a:pt x="2361886" y="113919"/>
                </a:lnTo>
                <a:lnTo>
                  <a:pt x="2349262" y="113819"/>
                </a:lnTo>
                <a:close/>
              </a:path>
              <a:path w="3535044" h="201929">
                <a:moveTo>
                  <a:pt x="2072797" y="109215"/>
                </a:moveTo>
                <a:lnTo>
                  <a:pt x="2059805" y="105243"/>
                </a:lnTo>
                <a:lnTo>
                  <a:pt x="1312618" y="23745"/>
                </a:lnTo>
                <a:lnTo>
                  <a:pt x="1344786" y="10646"/>
                </a:lnTo>
                <a:lnTo>
                  <a:pt x="1376227" y="15353"/>
                </a:lnTo>
                <a:lnTo>
                  <a:pt x="2180928" y="103124"/>
                </a:lnTo>
                <a:lnTo>
                  <a:pt x="2173380" y="104856"/>
                </a:lnTo>
                <a:lnTo>
                  <a:pt x="2166099" y="106617"/>
                </a:lnTo>
                <a:lnTo>
                  <a:pt x="2158948" y="109669"/>
                </a:lnTo>
                <a:lnTo>
                  <a:pt x="2098786" y="103107"/>
                </a:lnTo>
                <a:lnTo>
                  <a:pt x="2085654" y="106785"/>
                </a:lnTo>
                <a:lnTo>
                  <a:pt x="2072797" y="109215"/>
                </a:lnTo>
                <a:close/>
              </a:path>
              <a:path w="3535044" h="201929">
                <a:moveTo>
                  <a:pt x="2242843" y="113710"/>
                </a:moveTo>
                <a:lnTo>
                  <a:pt x="2230494" y="112363"/>
                </a:lnTo>
                <a:lnTo>
                  <a:pt x="2218196" y="109744"/>
                </a:lnTo>
                <a:lnTo>
                  <a:pt x="2211100" y="106415"/>
                </a:lnTo>
                <a:lnTo>
                  <a:pt x="2203780" y="104339"/>
                </a:lnTo>
                <a:lnTo>
                  <a:pt x="2272016" y="111782"/>
                </a:lnTo>
                <a:lnTo>
                  <a:pt x="2267698" y="112588"/>
                </a:lnTo>
                <a:lnTo>
                  <a:pt x="2255245" y="113785"/>
                </a:lnTo>
                <a:lnTo>
                  <a:pt x="2242843" y="113710"/>
                </a:lnTo>
                <a:close/>
              </a:path>
              <a:path w="3535044" h="201929">
                <a:moveTo>
                  <a:pt x="1989052" y="101358"/>
                </a:moveTo>
                <a:lnTo>
                  <a:pt x="1262915" y="22157"/>
                </a:lnTo>
                <a:lnTo>
                  <a:pt x="1269887" y="21639"/>
                </a:lnTo>
                <a:lnTo>
                  <a:pt x="1276782" y="19836"/>
                </a:lnTo>
                <a:lnTo>
                  <a:pt x="1283462" y="18010"/>
                </a:lnTo>
                <a:lnTo>
                  <a:pt x="1289928" y="16160"/>
                </a:lnTo>
                <a:lnTo>
                  <a:pt x="1294134" y="15341"/>
                </a:lnTo>
                <a:lnTo>
                  <a:pt x="1299558" y="17211"/>
                </a:lnTo>
                <a:lnTo>
                  <a:pt x="1305839" y="20451"/>
                </a:lnTo>
                <a:lnTo>
                  <a:pt x="1312618" y="23745"/>
                </a:lnTo>
                <a:lnTo>
                  <a:pt x="2059805" y="105243"/>
                </a:lnTo>
                <a:lnTo>
                  <a:pt x="2047064" y="106408"/>
                </a:lnTo>
                <a:lnTo>
                  <a:pt x="1990905" y="100283"/>
                </a:lnTo>
                <a:lnTo>
                  <a:pt x="1989052" y="101358"/>
                </a:lnTo>
                <a:close/>
              </a:path>
              <a:path w="3535044" h="201929">
                <a:moveTo>
                  <a:pt x="2135156" y="112184"/>
                </a:moveTo>
                <a:lnTo>
                  <a:pt x="2123673" y="109654"/>
                </a:lnTo>
                <a:lnTo>
                  <a:pt x="2112466" y="104599"/>
                </a:lnTo>
                <a:lnTo>
                  <a:pt x="2158948" y="109669"/>
                </a:lnTo>
                <a:lnTo>
                  <a:pt x="2146914" y="112189"/>
                </a:lnTo>
                <a:lnTo>
                  <a:pt x="2135156" y="112184"/>
                </a:lnTo>
                <a:close/>
              </a:path>
              <a:path w="3535044" h="201929">
                <a:moveTo>
                  <a:pt x="1845312" y="111231"/>
                </a:moveTo>
                <a:lnTo>
                  <a:pt x="1070396" y="26709"/>
                </a:lnTo>
                <a:lnTo>
                  <a:pt x="1085826" y="27114"/>
                </a:lnTo>
                <a:lnTo>
                  <a:pt x="1116618" y="22807"/>
                </a:lnTo>
                <a:lnTo>
                  <a:pt x="1132715" y="20731"/>
                </a:lnTo>
                <a:lnTo>
                  <a:pt x="1148832" y="19933"/>
                </a:lnTo>
                <a:lnTo>
                  <a:pt x="1164970" y="20416"/>
                </a:lnTo>
                <a:lnTo>
                  <a:pt x="1181128" y="22179"/>
                </a:lnTo>
                <a:lnTo>
                  <a:pt x="1194639" y="21097"/>
                </a:lnTo>
                <a:lnTo>
                  <a:pt x="1221320" y="16342"/>
                </a:lnTo>
                <a:lnTo>
                  <a:pt x="1235482" y="17887"/>
                </a:lnTo>
                <a:lnTo>
                  <a:pt x="1242200" y="19897"/>
                </a:lnTo>
                <a:lnTo>
                  <a:pt x="1989052" y="101358"/>
                </a:lnTo>
                <a:lnTo>
                  <a:pt x="1983492" y="104585"/>
                </a:lnTo>
                <a:lnTo>
                  <a:pt x="1970590" y="103177"/>
                </a:lnTo>
                <a:lnTo>
                  <a:pt x="1953662" y="103886"/>
                </a:lnTo>
                <a:lnTo>
                  <a:pt x="1945077" y="105505"/>
                </a:lnTo>
                <a:lnTo>
                  <a:pt x="1928237" y="106223"/>
                </a:lnTo>
                <a:lnTo>
                  <a:pt x="1912207" y="105752"/>
                </a:lnTo>
                <a:lnTo>
                  <a:pt x="1895999" y="106539"/>
                </a:lnTo>
                <a:lnTo>
                  <a:pt x="1887618" y="108180"/>
                </a:lnTo>
                <a:lnTo>
                  <a:pt x="1879339" y="108555"/>
                </a:lnTo>
                <a:lnTo>
                  <a:pt x="1871216" y="107669"/>
                </a:lnTo>
                <a:lnTo>
                  <a:pt x="1855523" y="108512"/>
                </a:lnTo>
                <a:lnTo>
                  <a:pt x="1847848" y="110230"/>
                </a:lnTo>
                <a:lnTo>
                  <a:pt x="1845312" y="111231"/>
                </a:lnTo>
                <a:close/>
              </a:path>
              <a:path w="3535044" h="201929">
                <a:moveTo>
                  <a:pt x="2010344" y="113901"/>
                </a:moveTo>
                <a:lnTo>
                  <a:pt x="1990905" y="100283"/>
                </a:lnTo>
                <a:lnTo>
                  <a:pt x="2047064" y="106408"/>
                </a:lnTo>
                <a:lnTo>
                  <a:pt x="2034642" y="107609"/>
                </a:lnTo>
                <a:lnTo>
                  <a:pt x="2022402" y="110106"/>
                </a:lnTo>
                <a:lnTo>
                  <a:pt x="2010344" y="113901"/>
                </a:lnTo>
                <a:close/>
              </a:path>
              <a:path w="3535044" h="201929">
                <a:moveTo>
                  <a:pt x="1976078" y="108886"/>
                </a:moveTo>
                <a:lnTo>
                  <a:pt x="1970590" y="103177"/>
                </a:lnTo>
                <a:lnTo>
                  <a:pt x="1983492" y="104585"/>
                </a:lnTo>
                <a:lnTo>
                  <a:pt x="1976078" y="108886"/>
                </a:lnTo>
                <a:close/>
              </a:path>
              <a:path w="3535044" h="201929">
                <a:moveTo>
                  <a:pt x="1631796" y="110938"/>
                </a:moveTo>
                <a:lnTo>
                  <a:pt x="921148" y="33425"/>
                </a:lnTo>
                <a:lnTo>
                  <a:pt x="931458" y="31995"/>
                </a:lnTo>
                <a:lnTo>
                  <a:pt x="941661" y="29275"/>
                </a:lnTo>
                <a:lnTo>
                  <a:pt x="950898" y="26450"/>
                </a:lnTo>
                <a:lnTo>
                  <a:pt x="972389" y="28794"/>
                </a:lnTo>
                <a:lnTo>
                  <a:pt x="983203" y="28696"/>
                </a:lnTo>
                <a:lnTo>
                  <a:pt x="1018975" y="24933"/>
                </a:lnTo>
                <a:lnTo>
                  <a:pt x="1055035" y="23756"/>
                </a:lnTo>
                <a:lnTo>
                  <a:pt x="1070396" y="26709"/>
                </a:lnTo>
                <a:lnTo>
                  <a:pt x="1845312" y="111231"/>
                </a:lnTo>
                <a:lnTo>
                  <a:pt x="1842776" y="112232"/>
                </a:lnTo>
                <a:lnTo>
                  <a:pt x="1804761" y="108085"/>
                </a:lnTo>
                <a:lnTo>
                  <a:pt x="1791196" y="107883"/>
                </a:lnTo>
                <a:lnTo>
                  <a:pt x="1720272" y="100147"/>
                </a:lnTo>
                <a:lnTo>
                  <a:pt x="1707660" y="101327"/>
                </a:lnTo>
                <a:lnTo>
                  <a:pt x="1701789" y="103242"/>
                </a:lnTo>
                <a:lnTo>
                  <a:pt x="1696353" y="106481"/>
                </a:lnTo>
                <a:lnTo>
                  <a:pt x="1688319" y="110715"/>
                </a:lnTo>
                <a:lnTo>
                  <a:pt x="1680151" y="112379"/>
                </a:lnTo>
                <a:lnTo>
                  <a:pt x="1675862" y="113189"/>
                </a:lnTo>
                <a:lnTo>
                  <a:pt x="1639756" y="109251"/>
                </a:lnTo>
                <a:lnTo>
                  <a:pt x="1631796" y="110938"/>
                </a:lnTo>
                <a:close/>
              </a:path>
              <a:path w="3535044" h="201929">
                <a:moveTo>
                  <a:pt x="1829145" y="113300"/>
                </a:moveTo>
                <a:lnTo>
                  <a:pt x="1804761" y="108085"/>
                </a:lnTo>
                <a:lnTo>
                  <a:pt x="1842776" y="112232"/>
                </a:lnTo>
                <a:lnTo>
                  <a:pt x="1840240" y="113233"/>
                </a:lnTo>
                <a:lnTo>
                  <a:pt x="1829145" y="113300"/>
                </a:lnTo>
                <a:close/>
              </a:path>
              <a:path w="3535044" h="201929">
                <a:moveTo>
                  <a:pt x="1761463" y="109750"/>
                </a:moveTo>
                <a:lnTo>
                  <a:pt x="1746730" y="108143"/>
                </a:lnTo>
                <a:lnTo>
                  <a:pt x="1732178" y="104001"/>
                </a:lnTo>
                <a:lnTo>
                  <a:pt x="1726388" y="100815"/>
                </a:lnTo>
                <a:lnTo>
                  <a:pt x="1791196" y="107883"/>
                </a:lnTo>
                <a:lnTo>
                  <a:pt x="1776239" y="110085"/>
                </a:lnTo>
                <a:lnTo>
                  <a:pt x="1761463" y="109750"/>
                </a:lnTo>
                <a:close/>
              </a:path>
              <a:path w="3535044" h="201929">
                <a:moveTo>
                  <a:pt x="1522630" y="116916"/>
                </a:moveTo>
                <a:lnTo>
                  <a:pt x="1504426" y="102155"/>
                </a:lnTo>
                <a:lnTo>
                  <a:pt x="873907" y="33383"/>
                </a:lnTo>
                <a:lnTo>
                  <a:pt x="882502" y="33043"/>
                </a:lnTo>
                <a:lnTo>
                  <a:pt x="891442" y="30185"/>
                </a:lnTo>
                <a:lnTo>
                  <a:pt x="900622" y="28631"/>
                </a:lnTo>
                <a:lnTo>
                  <a:pt x="910869" y="32304"/>
                </a:lnTo>
                <a:lnTo>
                  <a:pt x="1631796" y="110938"/>
                </a:lnTo>
                <a:lnTo>
                  <a:pt x="1534802" y="110579"/>
                </a:lnTo>
                <a:lnTo>
                  <a:pt x="1530776" y="110139"/>
                </a:lnTo>
                <a:lnTo>
                  <a:pt x="1526749" y="114810"/>
                </a:lnTo>
                <a:lnTo>
                  <a:pt x="1522630" y="116916"/>
                </a:lnTo>
                <a:close/>
              </a:path>
              <a:path w="3535044" h="201929">
                <a:moveTo>
                  <a:pt x="1671573" y="113999"/>
                </a:moveTo>
                <a:lnTo>
                  <a:pt x="1662861" y="113048"/>
                </a:lnTo>
                <a:lnTo>
                  <a:pt x="1655220" y="110938"/>
                </a:lnTo>
                <a:lnTo>
                  <a:pt x="1675862" y="113189"/>
                </a:lnTo>
                <a:lnTo>
                  <a:pt x="1671573" y="113999"/>
                </a:lnTo>
                <a:close/>
              </a:path>
              <a:path w="3535044" h="201929">
                <a:moveTo>
                  <a:pt x="1499158" y="111801"/>
                </a:moveTo>
                <a:lnTo>
                  <a:pt x="810731" y="36712"/>
                </a:lnTo>
                <a:lnTo>
                  <a:pt x="818060" y="36234"/>
                </a:lnTo>
                <a:lnTo>
                  <a:pt x="826796" y="34632"/>
                </a:lnTo>
                <a:lnTo>
                  <a:pt x="834966" y="32968"/>
                </a:lnTo>
                <a:lnTo>
                  <a:pt x="850567" y="34670"/>
                </a:lnTo>
                <a:lnTo>
                  <a:pt x="858557" y="32986"/>
                </a:lnTo>
                <a:lnTo>
                  <a:pt x="865759" y="27384"/>
                </a:lnTo>
                <a:lnTo>
                  <a:pt x="873907" y="33383"/>
                </a:lnTo>
                <a:lnTo>
                  <a:pt x="1504426" y="102155"/>
                </a:lnTo>
                <a:lnTo>
                  <a:pt x="1499158" y="111801"/>
                </a:lnTo>
                <a:close/>
              </a:path>
              <a:path w="3535044" h="201929">
                <a:moveTo>
                  <a:pt x="1416254" y="106591"/>
                </a:moveTo>
                <a:lnTo>
                  <a:pt x="785876" y="37834"/>
                </a:lnTo>
                <a:lnTo>
                  <a:pt x="792531" y="33450"/>
                </a:lnTo>
                <a:lnTo>
                  <a:pt x="799221" y="30347"/>
                </a:lnTo>
                <a:lnTo>
                  <a:pt x="806645" y="36267"/>
                </a:lnTo>
                <a:lnTo>
                  <a:pt x="1499158" y="111801"/>
                </a:lnTo>
                <a:lnTo>
                  <a:pt x="1497841" y="114212"/>
                </a:lnTo>
                <a:lnTo>
                  <a:pt x="1417222" y="105419"/>
                </a:lnTo>
                <a:lnTo>
                  <a:pt x="1416254" y="106591"/>
                </a:lnTo>
                <a:close/>
              </a:path>
              <a:path w="3535044" h="201929">
                <a:moveTo>
                  <a:pt x="1249269" y="124148"/>
                </a:moveTo>
                <a:lnTo>
                  <a:pt x="596524" y="52952"/>
                </a:lnTo>
                <a:lnTo>
                  <a:pt x="608169" y="49112"/>
                </a:lnTo>
                <a:lnTo>
                  <a:pt x="620433" y="44062"/>
                </a:lnTo>
                <a:lnTo>
                  <a:pt x="632558" y="41551"/>
                </a:lnTo>
                <a:lnTo>
                  <a:pt x="644956" y="41626"/>
                </a:lnTo>
                <a:lnTo>
                  <a:pt x="671400" y="44511"/>
                </a:lnTo>
                <a:lnTo>
                  <a:pt x="684622" y="44675"/>
                </a:lnTo>
                <a:lnTo>
                  <a:pt x="692285" y="44234"/>
                </a:lnTo>
                <a:lnTo>
                  <a:pt x="715232" y="39071"/>
                </a:lnTo>
                <a:lnTo>
                  <a:pt x="722981" y="38639"/>
                </a:lnTo>
                <a:lnTo>
                  <a:pt x="730918" y="36949"/>
                </a:lnTo>
                <a:lnTo>
                  <a:pt x="771654" y="35005"/>
                </a:lnTo>
                <a:lnTo>
                  <a:pt x="778416" y="37020"/>
                </a:lnTo>
                <a:lnTo>
                  <a:pt x="1416254" y="106591"/>
                </a:lnTo>
                <a:lnTo>
                  <a:pt x="1408508" y="115966"/>
                </a:lnTo>
                <a:lnTo>
                  <a:pt x="1358155" y="110474"/>
                </a:lnTo>
                <a:lnTo>
                  <a:pt x="1312907" y="118314"/>
                </a:lnTo>
                <a:lnTo>
                  <a:pt x="1267539" y="123586"/>
                </a:lnTo>
                <a:lnTo>
                  <a:pt x="1249269" y="124148"/>
                </a:lnTo>
                <a:close/>
              </a:path>
              <a:path w="3535044" h="201929">
                <a:moveTo>
                  <a:pt x="1431944" y="118523"/>
                </a:moveTo>
                <a:lnTo>
                  <a:pt x="1417222" y="105419"/>
                </a:lnTo>
                <a:lnTo>
                  <a:pt x="1497841" y="114212"/>
                </a:lnTo>
                <a:lnTo>
                  <a:pt x="1497182" y="115418"/>
                </a:lnTo>
                <a:lnTo>
                  <a:pt x="1467987" y="112234"/>
                </a:lnTo>
                <a:lnTo>
                  <a:pt x="1431944" y="118523"/>
                </a:lnTo>
                <a:close/>
              </a:path>
              <a:path w="3535044" h="201929">
                <a:moveTo>
                  <a:pt x="1482367" y="122745"/>
                </a:moveTo>
                <a:lnTo>
                  <a:pt x="1467987" y="112234"/>
                </a:lnTo>
                <a:lnTo>
                  <a:pt x="1497182" y="115418"/>
                </a:lnTo>
                <a:lnTo>
                  <a:pt x="1495865" y="117829"/>
                </a:lnTo>
                <a:lnTo>
                  <a:pt x="1484517" y="121702"/>
                </a:lnTo>
                <a:lnTo>
                  <a:pt x="1482367" y="122745"/>
                </a:lnTo>
                <a:close/>
              </a:path>
              <a:path w="3535044" h="201929">
                <a:moveTo>
                  <a:pt x="1377412" y="122795"/>
                </a:moveTo>
                <a:lnTo>
                  <a:pt x="1366839" y="119087"/>
                </a:lnTo>
                <a:lnTo>
                  <a:pt x="1358155" y="110474"/>
                </a:lnTo>
                <a:lnTo>
                  <a:pt x="1408508" y="115966"/>
                </a:lnTo>
                <a:lnTo>
                  <a:pt x="1404635" y="120654"/>
                </a:lnTo>
                <a:lnTo>
                  <a:pt x="1389977" y="122888"/>
                </a:lnTo>
                <a:lnTo>
                  <a:pt x="1377412" y="122795"/>
                </a:lnTo>
                <a:close/>
              </a:path>
              <a:path w="3535044" h="201929">
                <a:moveTo>
                  <a:pt x="1026909" y="130556"/>
                </a:moveTo>
                <a:lnTo>
                  <a:pt x="393349" y="61451"/>
                </a:lnTo>
                <a:lnTo>
                  <a:pt x="400178" y="60919"/>
                </a:lnTo>
                <a:lnTo>
                  <a:pt x="406596" y="56509"/>
                </a:lnTo>
                <a:lnTo>
                  <a:pt x="413356" y="54691"/>
                </a:lnTo>
                <a:lnTo>
                  <a:pt x="501200" y="54052"/>
                </a:lnTo>
                <a:lnTo>
                  <a:pt x="531183" y="49657"/>
                </a:lnTo>
                <a:lnTo>
                  <a:pt x="541143" y="49466"/>
                </a:lnTo>
                <a:lnTo>
                  <a:pt x="552554" y="48156"/>
                </a:lnTo>
                <a:lnTo>
                  <a:pt x="563876" y="48113"/>
                </a:lnTo>
                <a:lnTo>
                  <a:pt x="575109" y="49338"/>
                </a:lnTo>
                <a:lnTo>
                  <a:pt x="586253" y="51831"/>
                </a:lnTo>
                <a:lnTo>
                  <a:pt x="1249269" y="124148"/>
                </a:lnTo>
                <a:lnTo>
                  <a:pt x="1221864" y="124992"/>
                </a:lnTo>
                <a:lnTo>
                  <a:pt x="1175831" y="119971"/>
                </a:lnTo>
                <a:lnTo>
                  <a:pt x="1161923" y="129952"/>
                </a:lnTo>
                <a:lnTo>
                  <a:pt x="1088582" y="121952"/>
                </a:lnTo>
                <a:lnTo>
                  <a:pt x="1044755" y="129947"/>
                </a:lnTo>
                <a:lnTo>
                  <a:pt x="1026909" y="130556"/>
                </a:lnTo>
                <a:close/>
              </a:path>
              <a:path w="3535044" h="201929">
                <a:moveTo>
                  <a:pt x="1097317" y="131848"/>
                </a:moveTo>
                <a:lnTo>
                  <a:pt x="1088582" y="121952"/>
                </a:lnTo>
                <a:lnTo>
                  <a:pt x="1161923" y="129952"/>
                </a:lnTo>
                <a:lnTo>
                  <a:pt x="1160377" y="131061"/>
                </a:lnTo>
                <a:lnTo>
                  <a:pt x="1125845" y="127294"/>
                </a:lnTo>
                <a:lnTo>
                  <a:pt x="1111625" y="127020"/>
                </a:lnTo>
                <a:lnTo>
                  <a:pt x="1097317" y="131848"/>
                </a:lnTo>
                <a:close/>
              </a:path>
              <a:path w="3535044" h="201929">
                <a:moveTo>
                  <a:pt x="1155741" y="134387"/>
                </a:moveTo>
                <a:lnTo>
                  <a:pt x="1140442" y="130164"/>
                </a:lnTo>
                <a:lnTo>
                  <a:pt x="1125845" y="127294"/>
                </a:lnTo>
                <a:lnTo>
                  <a:pt x="1160377" y="131061"/>
                </a:lnTo>
                <a:lnTo>
                  <a:pt x="1155741" y="134387"/>
                </a:lnTo>
                <a:close/>
              </a:path>
              <a:path w="3535044" h="201929">
                <a:moveTo>
                  <a:pt x="898386" y="131868"/>
                </a:moveTo>
                <a:lnTo>
                  <a:pt x="307672" y="67437"/>
                </a:lnTo>
                <a:lnTo>
                  <a:pt x="312903" y="66730"/>
                </a:lnTo>
                <a:lnTo>
                  <a:pt x="317823" y="64711"/>
                </a:lnTo>
                <a:lnTo>
                  <a:pt x="326073" y="63056"/>
                </a:lnTo>
                <a:lnTo>
                  <a:pt x="344083" y="62465"/>
                </a:lnTo>
                <a:lnTo>
                  <a:pt x="353329" y="58364"/>
                </a:lnTo>
                <a:lnTo>
                  <a:pt x="358170" y="55059"/>
                </a:lnTo>
                <a:lnTo>
                  <a:pt x="363258" y="54337"/>
                </a:lnTo>
                <a:lnTo>
                  <a:pt x="374477" y="53005"/>
                </a:lnTo>
                <a:lnTo>
                  <a:pt x="384807" y="56687"/>
                </a:lnTo>
                <a:lnTo>
                  <a:pt x="393349" y="61451"/>
                </a:lnTo>
                <a:lnTo>
                  <a:pt x="1026909" y="130556"/>
                </a:lnTo>
                <a:lnTo>
                  <a:pt x="1000141" y="131469"/>
                </a:lnTo>
                <a:lnTo>
                  <a:pt x="955801" y="131742"/>
                </a:lnTo>
                <a:lnTo>
                  <a:pt x="942777" y="134154"/>
                </a:lnTo>
                <a:lnTo>
                  <a:pt x="904383" y="129967"/>
                </a:lnTo>
                <a:lnTo>
                  <a:pt x="898386" y="131868"/>
                </a:lnTo>
                <a:close/>
              </a:path>
              <a:path w="3535044" h="201929">
                <a:moveTo>
                  <a:pt x="855745" y="141269"/>
                </a:moveTo>
                <a:lnTo>
                  <a:pt x="252395" y="75460"/>
                </a:lnTo>
                <a:lnTo>
                  <a:pt x="287262" y="61378"/>
                </a:lnTo>
                <a:lnTo>
                  <a:pt x="291631" y="64410"/>
                </a:lnTo>
                <a:lnTo>
                  <a:pt x="296587" y="66228"/>
                </a:lnTo>
                <a:lnTo>
                  <a:pt x="898386" y="131868"/>
                </a:lnTo>
                <a:lnTo>
                  <a:pt x="880217" y="137551"/>
                </a:lnTo>
                <a:lnTo>
                  <a:pt x="868002" y="140051"/>
                </a:lnTo>
                <a:lnTo>
                  <a:pt x="855745" y="141269"/>
                </a:lnTo>
                <a:close/>
              </a:path>
              <a:path w="3535044" h="201929">
                <a:moveTo>
                  <a:pt x="912386" y="139782"/>
                </a:moveTo>
                <a:lnTo>
                  <a:pt x="904383" y="129967"/>
                </a:lnTo>
                <a:lnTo>
                  <a:pt x="942777" y="134154"/>
                </a:lnTo>
                <a:lnTo>
                  <a:pt x="912386" y="139782"/>
                </a:lnTo>
                <a:close/>
              </a:path>
              <a:path w="3535044" h="201929">
                <a:moveTo>
                  <a:pt x="52140" y="201812"/>
                </a:moveTo>
                <a:lnTo>
                  <a:pt x="38553" y="199052"/>
                </a:lnTo>
                <a:lnTo>
                  <a:pt x="12204" y="185958"/>
                </a:lnTo>
                <a:lnTo>
                  <a:pt x="0" y="155244"/>
                </a:lnTo>
                <a:lnTo>
                  <a:pt x="11213" y="142414"/>
                </a:lnTo>
                <a:lnTo>
                  <a:pt x="741" y="129774"/>
                </a:lnTo>
                <a:lnTo>
                  <a:pt x="30394" y="112568"/>
                </a:lnTo>
                <a:lnTo>
                  <a:pt x="45358" y="102702"/>
                </a:lnTo>
                <a:lnTo>
                  <a:pt x="60047" y="95362"/>
                </a:lnTo>
                <a:lnTo>
                  <a:pt x="91395" y="88560"/>
                </a:lnTo>
                <a:lnTo>
                  <a:pt x="152014" y="78564"/>
                </a:lnTo>
                <a:lnTo>
                  <a:pt x="212976" y="69883"/>
                </a:lnTo>
                <a:lnTo>
                  <a:pt x="245352" y="67027"/>
                </a:lnTo>
                <a:lnTo>
                  <a:pt x="247548" y="67267"/>
                </a:lnTo>
                <a:lnTo>
                  <a:pt x="249331" y="71294"/>
                </a:lnTo>
                <a:lnTo>
                  <a:pt x="252395" y="75460"/>
                </a:lnTo>
                <a:lnTo>
                  <a:pt x="855745" y="141269"/>
                </a:lnTo>
                <a:lnTo>
                  <a:pt x="833832" y="142712"/>
                </a:lnTo>
                <a:lnTo>
                  <a:pt x="768129" y="143211"/>
                </a:lnTo>
                <a:lnTo>
                  <a:pt x="729334" y="138979"/>
                </a:lnTo>
                <a:lnTo>
                  <a:pt x="713195" y="146162"/>
                </a:lnTo>
                <a:lnTo>
                  <a:pt x="681942" y="142753"/>
                </a:lnTo>
                <a:lnTo>
                  <a:pt x="664434" y="142121"/>
                </a:lnTo>
                <a:lnTo>
                  <a:pt x="646889" y="146595"/>
                </a:lnTo>
                <a:lnTo>
                  <a:pt x="632935" y="154015"/>
                </a:lnTo>
                <a:lnTo>
                  <a:pt x="572608" y="147435"/>
                </a:lnTo>
                <a:lnTo>
                  <a:pt x="555473" y="150677"/>
                </a:lnTo>
                <a:lnTo>
                  <a:pt x="538841" y="152695"/>
                </a:lnTo>
                <a:lnTo>
                  <a:pt x="521387" y="152069"/>
                </a:lnTo>
                <a:lnTo>
                  <a:pt x="504413" y="152773"/>
                </a:lnTo>
                <a:lnTo>
                  <a:pt x="489084" y="160043"/>
                </a:lnTo>
                <a:lnTo>
                  <a:pt x="357639" y="159759"/>
                </a:lnTo>
                <a:lnTo>
                  <a:pt x="346289" y="168741"/>
                </a:lnTo>
                <a:lnTo>
                  <a:pt x="326343" y="166566"/>
                </a:lnTo>
                <a:lnTo>
                  <a:pt x="311004" y="167448"/>
                </a:lnTo>
                <a:lnTo>
                  <a:pt x="296695" y="168442"/>
                </a:lnTo>
                <a:lnTo>
                  <a:pt x="283209" y="169526"/>
                </a:lnTo>
                <a:lnTo>
                  <a:pt x="257590" y="171842"/>
                </a:lnTo>
                <a:lnTo>
                  <a:pt x="244513" y="174248"/>
                </a:lnTo>
                <a:lnTo>
                  <a:pt x="231195" y="177906"/>
                </a:lnTo>
                <a:lnTo>
                  <a:pt x="217998" y="180299"/>
                </a:lnTo>
                <a:lnTo>
                  <a:pt x="180245" y="176181"/>
                </a:lnTo>
                <a:lnTo>
                  <a:pt x="167761" y="182485"/>
                </a:lnTo>
                <a:lnTo>
                  <a:pt x="134751" y="182717"/>
                </a:lnTo>
                <a:lnTo>
                  <a:pt x="123794" y="181522"/>
                </a:lnTo>
                <a:lnTo>
                  <a:pt x="108103" y="184920"/>
                </a:lnTo>
                <a:lnTo>
                  <a:pt x="95035" y="193715"/>
                </a:lnTo>
                <a:lnTo>
                  <a:pt x="87339" y="196708"/>
                </a:lnTo>
                <a:lnTo>
                  <a:pt x="66829" y="194471"/>
                </a:lnTo>
                <a:lnTo>
                  <a:pt x="52140" y="201812"/>
                </a:lnTo>
                <a:close/>
              </a:path>
              <a:path w="3535044" h="201929">
                <a:moveTo>
                  <a:pt x="737520" y="148815"/>
                </a:moveTo>
                <a:lnTo>
                  <a:pt x="729334" y="138979"/>
                </a:lnTo>
                <a:lnTo>
                  <a:pt x="768129" y="143211"/>
                </a:lnTo>
                <a:lnTo>
                  <a:pt x="760433" y="143649"/>
                </a:lnTo>
                <a:lnTo>
                  <a:pt x="737520" y="148815"/>
                </a:lnTo>
                <a:close/>
              </a:path>
              <a:path w="3535044" h="201929">
                <a:moveTo>
                  <a:pt x="699361" y="152318"/>
                </a:moveTo>
                <a:lnTo>
                  <a:pt x="681942" y="142753"/>
                </a:lnTo>
                <a:lnTo>
                  <a:pt x="713195" y="146162"/>
                </a:lnTo>
                <a:lnTo>
                  <a:pt x="699361" y="152318"/>
                </a:lnTo>
                <a:close/>
              </a:path>
              <a:path w="3535044" h="201929">
                <a:moveTo>
                  <a:pt x="628948" y="156136"/>
                </a:moveTo>
                <a:lnTo>
                  <a:pt x="591251" y="149469"/>
                </a:lnTo>
                <a:lnTo>
                  <a:pt x="632935" y="154015"/>
                </a:lnTo>
                <a:lnTo>
                  <a:pt x="628948" y="156136"/>
                </a:lnTo>
                <a:close/>
              </a:path>
              <a:path w="3535044" h="201929">
                <a:moveTo>
                  <a:pt x="336359" y="176601"/>
                </a:moveTo>
                <a:lnTo>
                  <a:pt x="326343" y="166566"/>
                </a:lnTo>
                <a:lnTo>
                  <a:pt x="346289" y="168741"/>
                </a:lnTo>
                <a:lnTo>
                  <a:pt x="336359" y="176601"/>
                </a:lnTo>
                <a:close/>
              </a:path>
              <a:path w="3535044" h="201929">
                <a:moveTo>
                  <a:pt x="82208" y="198704"/>
                </a:moveTo>
                <a:lnTo>
                  <a:pt x="66829" y="194471"/>
                </a:lnTo>
                <a:lnTo>
                  <a:pt x="87339" y="196708"/>
                </a:lnTo>
                <a:lnTo>
                  <a:pt x="82208" y="198704"/>
                </a:lnTo>
                <a:close/>
              </a:path>
            </a:pathLst>
          </a:custGeom>
          <a:solidFill>
            <a:srgbClr val="E7E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742467" y="8362251"/>
            <a:ext cx="9545955" cy="1930400"/>
            <a:chOff x="8742467" y="8362251"/>
            <a:chExt cx="9545955" cy="19304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42467" y="8736310"/>
              <a:ext cx="8833879" cy="15559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00416" y="8362251"/>
              <a:ext cx="2487583" cy="19247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481936" y="8498554"/>
              <a:ext cx="1507490" cy="1257300"/>
            </a:xfrm>
            <a:custGeom>
              <a:avLst/>
              <a:gdLst/>
              <a:ahLst/>
              <a:cxnLst/>
              <a:rect l="l" t="t" r="r" b="b"/>
              <a:pathLst>
                <a:path w="1507490" h="1257300">
                  <a:moveTo>
                    <a:pt x="61877" y="847497"/>
                  </a:moveTo>
                  <a:lnTo>
                    <a:pt x="26628" y="915760"/>
                  </a:lnTo>
                  <a:lnTo>
                    <a:pt x="11284" y="917796"/>
                  </a:lnTo>
                  <a:lnTo>
                    <a:pt x="0" y="911969"/>
                  </a:lnTo>
                  <a:lnTo>
                    <a:pt x="6742" y="898910"/>
                  </a:lnTo>
                  <a:lnTo>
                    <a:pt x="474" y="855690"/>
                  </a:lnTo>
                  <a:lnTo>
                    <a:pt x="17809" y="739078"/>
                  </a:lnTo>
                  <a:lnTo>
                    <a:pt x="12406" y="694181"/>
                  </a:lnTo>
                  <a:lnTo>
                    <a:pt x="24495" y="615408"/>
                  </a:lnTo>
                  <a:lnTo>
                    <a:pt x="35065" y="567258"/>
                  </a:lnTo>
                  <a:lnTo>
                    <a:pt x="75528" y="488897"/>
                  </a:lnTo>
                  <a:lnTo>
                    <a:pt x="92952" y="482834"/>
                  </a:lnTo>
                  <a:lnTo>
                    <a:pt x="47872" y="570137"/>
                  </a:lnTo>
                  <a:lnTo>
                    <a:pt x="49498" y="571193"/>
                  </a:lnTo>
                  <a:lnTo>
                    <a:pt x="49902" y="571456"/>
                  </a:lnTo>
                  <a:lnTo>
                    <a:pt x="58259" y="577702"/>
                  </a:lnTo>
                  <a:lnTo>
                    <a:pt x="57336" y="579488"/>
                  </a:lnTo>
                  <a:lnTo>
                    <a:pt x="66517" y="589389"/>
                  </a:lnTo>
                  <a:lnTo>
                    <a:pt x="75567" y="599542"/>
                  </a:lnTo>
                  <a:lnTo>
                    <a:pt x="84533" y="609860"/>
                  </a:lnTo>
                  <a:lnTo>
                    <a:pt x="74034" y="630193"/>
                  </a:lnTo>
                  <a:lnTo>
                    <a:pt x="81748" y="642933"/>
                  </a:lnTo>
                  <a:lnTo>
                    <a:pt x="79966" y="646385"/>
                  </a:lnTo>
                  <a:lnTo>
                    <a:pt x="58783" y="742768"/>
                  </a:lnTo>
                  <a:lnTo>
                    <a:pt x="59949" y="795870"/>
                  </a:lnTo>
                  <a:lnTo>
                    <a:pt x="61877" y="847497"/>
                  </a:lnTo>
                  <a:close/>
                </a:path>
                <a:path w="1507490" h="1257300">
                  <a:moveTo>
                    <a:pt x="49512" y="571165"/>
                  </a:moveTo>
                  <a:lnTo>
                    <a:pt x="47885" y="570111"/>
                  </a:lnTo>
                  <a:lnTo>
                    <a:pt x="49512" y="571165"/>
                  </a:lnTo>
                  <a:close/>
                </a:path>
                <a:path w="1507490" h="1257300">
                  <a:moveTo>
                    <a:pt x="58787" y="576678"/>
                  </a:moveTo>
                  <a:lnTo>
                    <a:pt x="58596" y="577048"/>
                  </a:lnTo>
                  <a:lnTo>
                    <a:pt x="49902" y="571456"/>
                  </a:lnTo>
                  <a:lnTo>
                    <a:pt x="47946" y="569994"/>
                  </a:lnTo>
                  <a:lnTo>
                    <a:pt x="58787" y="576678"/>
                  </a:lnTo>
                  <a:close/>
                </a:path>
                <a:path w="1507490" h="1257300">
                  <a:moveTo>
                    <a:pt x="60004" y="574322"/>
                  </a:moveTo>
                  <a:lnTo>
                    <a:pt x="58787" y="576678"/>
                  </a:lnTo>
                  <a:lnTo>
                    <a:pt x="47946" y="569994"/>
                  </a:lnTo>
                  <a:lnTo>
                    <a:pt x="60004" y="574322"/>
                  </a:lnTo>
                  <a:close/>
                </a:path>
                <a:path w="1507490" h="1257300">
                  <a:moveTo>
                    <a:pt x="114903" y="495684"/>
                  </a:moveTo>
                  <a:lnTo>
                    <a:pt x="81268" y="560822"/>
                  </a:lnTo>
                  <a:lnTo>
                    <a:pt x="64883" y="564874"/>
                  </a:lnTo>
                  <a:lnTo>
                    <a:pt x="60004" y="574322"/>
                  </a:lnTo>
                  <a:lnTo>
                    <a:pt x="47946" y="569994"/>
                  </a:lnTo>
                  <a:lnTo>
                    <a:pt x="93186" y="482382"/>
                  </a:lnTo>
                  <a:lnTo>
                    <a:pt x="105052" y="487081"/>
                  </a:lnTo>
                  <a:lnTo>
                    <a:pt x="114903" y="495684"/>
                  </a:lnTo>
                  <a:close/>
                </a:path>
                <a:path w="1507490" h="1257300">
                  <a:moveTo>
                    <a:pt x="58573" y="577092"/>
                  </a:moveTo>
                  <a:lnTo>
                    <a:pt x="58259" y="577702"/>
                  </a:lnTo>
                  <a:lnTo>
                    <a:pt x="49902" y="571456"/>
                  </a:lnTo>
                  <a:lnTo>
                    <a:pt x="58573" y="577092"/>
                  </a:lnTo>
                  <a:close/>
                </a:path>
                <a:path w="1507490" h="1257300">
                  <a:moveTo>
                    <a:pt x="584447" y="1164139"/>
                  </a:moveTo>
                  <a:lnTo>
                    <a:pt x="540048" y="1250122"/>
                  </a:lnTo>
                  <a:lnTo>
                    <a:pt x="504849" y="1207567"/>
                  </a:lnTo>
                  <a:lnTo>
                    <a:pt x="470058" y="1164223"/>
                  </a:lnTo>
                  <a:lnTo>
                    <a:pt x="435566" y="1120299"/>
                  </a:lnTo>
                  <a:lnTo>
                    <a:pt x="412547" y="1081836"/>
                  </a:lnTo>
                  <a:lnTo>
                    <a:pt x="378326" y="1037389"/>
                  </a:lnTo>
                  <a:lnTo>
                    <a:pt x="355494" y="998564"/>
                  </a:lnTo>
                  <a:lnTo>
                    <a:pt x="321462" y="953750"/>
                  </a:lnTo>
                  <a:lnTo>
                    <a:pt x="287492" y="908816"/>
                  </a:lnTo>
                  <a:lnTo>
                    <a:pt x="264846" y="869631"/>
                  </a:lnTo>
                  <a:lnTo>
                    <a:pt x="230934" y="824585"/>
                  </a:lnTo>
                  <a:lnTo>
                    <a:pt x="208302" y="785372"/>
                  </a:lnTo>
                  <a:lnTo>
                    <a:pt x="174360" y="740383"/>
                  </a:lnTo>
                  <a:lnTo>
                    <a:pt x="148635" y="707161"/>
                  </a:lnTo>
                  <a:lnTo>
                    <a:pt x="134143" y="679866"/>
                  </a:lnTo>
                  <a:lnTo>
                    <a:pt x="108250" y="646971"/>
                  </a:lnTo>
                  <a:lnTo>
                    <a:pt x="93458" y="620256"/>
                  </a:lnTo>
                  <a:lnTo>
                    <a:pt x="84533" y="609860"/>
                  </a:lnTo>
                  <a:lnTo>
                    <a:pt x="75567" y="599542"/>
                  </a:lnTo>
                  <a:lnTo>
                    <a:pt x="66517" y="589389"/>
                  </a:lnTo>
                  <a:lnTo>
                    <a:pt x="57336" y="579488"/>
                  </a:lnTo>
                  <a:lnTo>
                    <a:pt x="64883" y="564874"/>
                  </a:lnTo>
                  <a:lnTo>
                    <a:pt x="81268" y="560822"/>
                  </a:lnTo>
                  <a:lnTo>
                    <a:pt x="89837" y="544228"/>
                  </a:lnTo>
                  <a:lnTo>
                    <a:pt x="94128" y="563599"/>
                  </a:lnTo>
                  <a:lnTo>
                    <a:pt x="87157" y="604778"/>
                  </a:lnTo>
                  <a:lnTo>
                    <a:pt x="131273" y="519343"/>
                  </a:lnTo>
                  <a:lnTo>
                    <a:pt x="155857" y="554775"/>
                  </a:lnTo>
                  <a:lnTo>
                    <a:pt x="189663" y="600027"/>
                  </a:lnTo>
                  <a:lnTo>
                    <a:pt x="245260" y="686119"/>
                  </a:lnTo>
                  <a:lnTo>
                    <a:pt x="383735" y="888512"/>
                  </a:lnTo>
                  <a:lnTo>
                    <a:pt x="418315" y="932265"/>
                  </a:lnTo>
                  <a:lnTo>
                    <a:pt x="441732" y="969956"/>
                  </a:lnTo>
                  <a:lnTo>
                    <a:pt x="476590" y="1013171"/>
                  </a:lnTo>
                  <a:lnTo>
                    <a:pt x="500356" y="1050187"/>
                  </a:lnTo>
                  <a:lnTo>
                    <a:pt x="535634" y="1092588"/>
                  </a:lnTo>
                  <a:lnTo>
                    <a:pt x="543799" y="1104457"/>
                  </a:lnTo>
                  <a:lnTo>
                    <a:pt x="544989" y="1129833"/>
                  </a:lnTo>
                  <a:lnTo>
                    <a:pt x="538365" y="1142661"/>
                  </a:lnTo>
                  <a:lnTo>
                    <a:pt x="540660" y="1193577"/>
                  </a:lnTo>
                  <a:lnTo>
                    <a:pt x="535885" y="1202824"/>
                  </a:lnTo>
                  <a:lnTo>
                    <a:pt x="546839" y="1209291"/>
                  </a:lnTo>
                  <a:lnTo>
                    <a:pt x="570842" y="1162807"/>
                  </a:lnTo>
                  <a:lnTo>
                    <a:pt x="584447" y="1164139"/>
                  </a:lnTo>
                  <a:close/>
                </a:path>
                <a:path w="1507490" h="1257300">
                  <a:moveTo>
                    <a:pt x="131273" y="519343"/>
                  </a:moveTo>
                  <a:lnTo>
                    <a:pt x="87157" y="604778"/>
                  </a:lnTo>
                  <a:lnTo>
                    <a:pt x="94128" y="563599"/>
                  </a:lnTo>
                  <a:lnTo>
                    <a:pt x="89837" y="544228"/>
                  </a:lnTo>
                  <a:lnTo>
                    <a:pt x="112431" y="500472"/>
                  </a:lnTo>
                  <a:lnTo>
                    <a:pt x="121415" y="510754"/>
                  </a:lnTo>
                  <a:lnTo>
                    <a:pt x="131273" y="519343"/>
                  </a:lnTo>
                  <a:close/>
                </a:path>
                <a:path w="1507490" h="1257300">
                  <a:moveTo>
                    <a:pt x="56895" y="884826"/>
                  </a:moveTo>
                  <a:lnTo>
                    <a:pt x="36829" y="896005"/>
                  </a:lnTo>
                  <a:lnTo>
                    <a:pt x="54383" y="862009"/>
                  </a:lnTo>
                  <a:lnTo>
                    <a:pt x="56895" y="884826"/>
                  </a:lnTo>
                  <a:close/>
                </a:path>
                <a:path w="1507490" h="1257300">
                  <a:moveTo>
                    <a:pt x="604178" y="1125928"/>
                  </a:moveTo>
                  <a:lnTo>
                    <a:pt x="584447" y="1164139"/>
                  </a:lnTo>
                  <a:lnTo>
                    <a:pt x="559891" y="1128653"/>
                  </a:lnTo>
                  <a:lnTo>
                    <a:pt x="543799" y="1104457"/>
                  </a:lnTo>
                  <a:lnTo>
                    <a:pt x="531820" y="1044614"/>
                  </a:lnTo>
                  <a:lnTo>
                    <a:pt x="534795" y="1038854"/>
                  </a:lnTo>
                  <a:lnTo>
                    <a:pt x="534062" y="901871"/>
                  </a:lnTo>
                  <a:lnTo>
                    <a:pt x="530354" y="742971"/>
                  </a:lnTo>
                  <a:lnTo>
                    <a:pt x="528205" y="691772"/>
                  </a:lnTo>
                  <a:lnTo>
                    <a:pt x="526451" y="639809"/>
                  </a:lnTo>
                  <a:lnTo>
                    <a:pt x="535360" y="539515"/>
                  </a:lnTo>
                  <a:lnTo>
                    <a:pt x="568307" y="392668"/>
                  </a:lnTo>
                  <a:lnTo>
                    <a:pt x="609346" y="313193"/>
                  </a:lnTo>
                  <a:lnTo>
                    <a:pt x="626377" y="307891"/>
                  </a:lnTo>
                  <a:lnTo>
                    <a:pt x="579152" y="399346"/>
                  </a:lnTo>
                  <a:lnTo>
                    <a:pt x="589553" y="406885"/>
                  </a:lnTo>
                  <a:lnTo>
                    <a:pt x="588231" y="409445"/>
                  </a:lnTo>
                  <a:lnTo>
                    <a:pt x="598288" y="417649"/>
                  </a:lnTo>
                  <a:lnTo>
                    <a:pt x="606979" y="424887"/>
                  </a:lnTo>
                  <a:lnTo>
                    <a:pt x="605978" y="430437"/>
                  </a:lnTo>
                  <a:lnTo>
                    <a:pt x="599826" y="442350"/>
                  </a:lnTo>
                  <a:lnTo>
                    <a:pt x="608281" y="453656"/>
                  </a:lnTo>
                  <a:lnTo>
                    <a:pt x="594150" y="481022"/>
                  </a:lnTo>
                  <a:lnTo>
                    <a:pt x="599201" y="498920"/>
                  </a:lnTo>
                  <a:lnTo>
                    <a:pt x="593000" y="510930"/>
                  </a:lnTo>
                  <a:lnTo>
                    <a:pt x="598112" y="528709"/>
                  </a:lnTo>
                  <a:lnTo>
                    <a:pt x="591969" y="540607"/>
                  </a:lnTo>
                  <a:lnTo>
                    <a:pt x="591628" y="707349"/>
                  </a:lnTo>
                  <a:lnTo>
                    <a:pt x="592019" y="761952"/>
                  </a:lnTo>
                  <a:lnTo>
                    <a:pt x="593900" y="869030"/>
                  </a:lnTo>
                  <a:lnTo>
                    <a:pt x="597318" y="917770"/>
                  </a:lnTo>
                  <a:lnTo>
                    <a:pt x="599579" y="941073"/>
                  </a:lnTo>
                  <a:lnTo>
                    <a:pt x="601386" y="965253"/>
                  </a:lnTo>
                  <a:lnTo>
                    <a:pt x="609387" y="1088160"/>
                  </a:lnTo>
                  <a:lnTo>
                    <a:pt x="604178" y="1125928"/>
                  </a:lnTo>
                  <a:close/>
                </a:path>
                <a:path w="1507490" h="1257300">
                  <a:moveTo>
                    <a:pt x="606979" y="424887"/>
                  </a:moveTo>
                  <a:lnTo>
                    <a:pt x="598288" y="417649"/>
                  </a:lnTo>
                  <a:lnTo>
                    <a:pt x="588231" y="409445"/>
                  </a:lnTo>
                  <a:lnTo>
                    <a:pt x="589553" y="406885"/>
                  </a:lnTo>
                  <a:lnTo>
                    <a:pt x="579152" y="399346"/>
                  </a:lnTo>
                  <a:lnTo>
                    <a:pt x="579629" y="398423"/>
                  </a:lnTo>
                  <a:lnTo>
                    <a:pt x="625096" y="365732"/>
                  </a:lnTo>
                  <a:lnTo>
                    <a:pt x="613661" y="387877"/>
                  </a:lnTo>
                  <a:lnTo>
                    <a:pt x="606979" y="424887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60783" y="1182796"/>
                  </a:lnTo>
                  <a:lnTo>
                    <a:pt x="1049871" y="1176246"/>
                  </a:lnTo>
                  <a:lnTo>
                    <a:pt x="1024945" y="1141477"/>
                  </a:lnTo>
                  <a:lnTo>
                    <a:pt x="1000937" y="1104930"/>
                  </a:lnTo>
                  <a:lnTo>
                    <a:pt x="977501" y="1067275"/>
                  </a:lnTo>
                  <a:lnTo>
                    <a:pt x="954293" y="1029181"/>
                  </a:lnTo>
                  <a:lnTo>
                    <a:pt x="922432" y="980161"/>
                  </a:lnTo>
                  <a:lnTo>
                    <a:pt x="902023" y="936644"/>
                  </a:lnTo>
                  <a:lnTo>
                    <a:pt x="870455" y="887058"/>
                  </a:lnTo>
                  <a:lnTo>
                    <a:pt x="850255" y="843137"/>
                  </a:lnTo>
                  <a:lnTo>
                    <a:pt x="746880" y="655809"/>
                  </a:lnTo>
                  <a:lnTo>
                    <a:pt x="724850" y="615432"/>
                  </a:lnTo>
                  <a:lnTo>
                    <a:pt x="702686" y="575313"/>
                  </a:lnTo>
                  <a:lnTo>
                    <a:pt x="669011" y="529809"/>
                  </a:lnTo>
                  <a:lnTo>
                    <a:pt x="646298" y="490754"/>
                  </a:lnTo>
                  <a:lnTo>
                    <a:pt x="639106" y="477002"/>
                  </a:lnTo>
                  <a:lnTo>
                    <a:pt x="631826" y="463420"/>
                  </a:lnTo>
                  <a:lnTo>
                    <a:pt x="624420" y="450081"/>
                  </a:lnTo>
                  <a:lnTo>
                    <a:pt x="605566" y="431235"/>
                  </a:lnTo>
                  <a:lnTo>
                    <a:pt x="608283" y="425973"/>
                  </a:lnTo>
                  <a:lnTo>
                    <a:pt x="606979" y="424887"/>
                  </a:lnTo>
                  <a:lnTo>
                    <a:pt x="613661" y="387877"/>
                  </a:lnTo>
                  <a:lnTo>
                    <a:pt x="625096" y="365732"/>
                  </a:lnTo>
                  <a:lnTo>
                    <a:pt x="579629" y="398423"/>
                  </a:lnTo>
                  <a:lnTo>
                    <a:pt x="625543" y="309505"/>
                  </a:lnTo>
                  <a:lnTo>
                    <a:pt x="654146" y="337153"/>
                  </a:lnTo>
                  <a:lnTo>
                    <a:pt x="669679" y="362433"/>
                  </a:lnTo>
                  <a:lnTo>
                    <a:pt x="695465" y="395537"/>
                  </a:lnTo>
                  <a:lnTo>
                    <a:pt x="709690" y="423348"/>
                  </a:lnTo>
                  <a:lnTo>
                    <a:pt x="742339" y="470842"/>
                  </a:lnTo>
                  <a:lnTo>
                    <a:pt x="763409" y="513079"/>
                  </a:lnTo>
                  <a:lnTo>
                    <a:pt x="795526" y="561602"/>
                  </a:lnTo>
                  <a:lnTo>
                    <a:pt x="816179" y="604646"/>
                  </a:lnTo>
                  <a:lnTo>
                    <a:pt x="920718" y="789719"/>
                  </a:lnTo>
                  <a:lnTo>
                    <a:pt x="973356" y="881541"/>
                  </a:lnTo>
                  <a:lnTo>
                    <a:pt x="994221" y="924176"/>
                  </a:lnTo>
                  <a:lnTo>
                    <a:pt x="1026578" y="972233"/>
                  </a:lnTo>
                  <a:lnTo>
                    <a:pt x="1032366" y="988704"/>
                  </a:lnTo>
                  <a:lnTo>
                    <a:pt x="1033258" y="1014658"/>
                  </a:lnTo>
                  <a:lnTo>
                    <a:pt x="1046446" y="1044479"/>
                  </a:lnTo>
                  <a:lnTo>
                    <a:pt x="1049985" y="1092984"/>
                  </a:lnTo>
                  <a:lnTo>
                    <a:pt x="1051562" y="1117612"/>
                  </a:lnTo>
                  <a:lnTo>
                    <a:pt x="1045985" y="1128411"/>
                  </a:lnTo>
                  <a:lnTo>
                    <a:pt x="1055347" y="1137962"/>
                  </a:lnTo>
                  <a:lnTo>
                    <a:pt x="1072402" y="1104932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608283" y="425973"/>
                  </a:moveTo>
                  <a:lnTo>
                    <a:pt x="605978" y="430437"/>
                  </a:lnTo>
                  <a:lnTo>
                    <a:pt x="606979" y="424887"/>
                  </a:lnTo>
                  <a:lnTo>
                    <a:pt x="608283" y="425973"/>
                  </a:lnTo>
                  <a:close/>
                </a:path>
                <a:path w="1507490" h="1257300">
                  <a:moveTo>
                    <a:pt x="1113521" y="1080661"/>
                  </a:moveTo>
                  <a:lnTo>
                    <a:pt x="1105551" y="1096096"/>
                  </a:lnTo>
                  <a:lnTo>
                    <a:pt x="1089091" y="1072613"/>
                  </a:lnTo>
                  <a:lnTo>
                    <a:pt x="1079334" y="1063829"/>
                  </a:lnTo>
                  <a:lnTo>
                    <a:pt x="1065126" y="1035983"/>
                  </a:lnTo>
                  <a:lnTo>
                    <a:pt x="1040104" y="1001401"/>
                  </a:lnTo>
                  <a:lnTo>
                    <a:pt x="1032366" y="988704"/>
                  </a:lnTo>
                  <a:lnTo>
                    <a:pt x="1029692" y="966204"/>
                  </a:lnTo>
                  <a:lnTo>
                    <a:pt x="987910" y="714955"/>
                  </a:lnTo>
                  <a:lnTo>
                    <a:pt x="983934" y="667295"/>
                  </a:lnTo>
                  <a:lnTo>
                    <a:pt x="964726" y="566093"/>
                  </a:lnTo>
                  <a:lnTo>
                    <a:pt x="949534" y="512471"/>
                  </a:lnTo>
                  <a:lnTo>
                    <a:pt x="945692" y="464553"/>
                  </a:lnTo>
                  <a:lnTo>
                    <a:pt x="908800" y="259194"/>
                  </a:lnTo>
                  <a:lnTo>
                    <a:pt x="900202" y="165123"/>
                  </a:lnTo>
                  <a:lnTo>
                    <a:pt x="906791" y="124683"/>
                  </a:lnTo>
                  <a:lnTo>
                    <a:pt x="903063" y="76543"/>
                  </a:lnTo>
                  <a:lnTo>
                    <a:pt x="942588" y="0"/>
                  </a:lnTo>
                  <a:lnTo>
                    <a:pt x="968605" y="4975"/>
                  </a:lnTo>
                  <a:lnTo>
                    <a:pt x="922563" y="94141"/>
                  </a:lnTo>
                  <a:lnTo>
                    <a:pt x="923468" y="93118"/>
                  </a:lnTo>
                  <a:lnTo>
                    <a:pt x="963707" y="121770"/>
                  </a:lnTo>
                  <a:lnTo>
                    <a:pt x="964159" y="124305"/>
                  </a:lnTo>
                  <a:lnTo>
                    <a:pt x="972645" y="135552"/>
                  </a:lnTo>
                  <a:lnTo>
                    <a:pt x="966787" y="146896"/>
                  </a:lnTo>
                  <a:lnTo>
                    <a:pt x="972249" y="164000"/>
                  </a:lnTo>
                  <a:lnTo>
                    <a:pt x="966456" y="175218"/>
                  </a:lnTo>
                  <a:lnTo>
                    <a:pt x="971974" y="192212"/>
                  </a:lnTo>
                  <a:lnTo>
                    <a:pt x="1006771" y="401626"/>
                  </a:lnTo>
                  <a:lnTo>
                    <a:pt x="1010117" y="450507"/>
                  </a:lnTo>
                  <a:lnTo>
                    <a:pt x="1024820" y="505074"/>
                  </a:lnTo>
                  <a:lnTo>
                    <a:pt x="1028290" y="553715"/>
                  </a:lnTo>
                  <a:lnTo>
                    <a:pt x="1043074" y="608125"/>
                  </a:lnTo>
                  <a:lnTo>
                    <a:pt x="1046581" y="656693"/>
                  </a:lnTo>
                  <a:lnTo>
                    <a:pt x="1061359" y="711114"/>
                  </a:lnTo>
                  <a:lnTo>
                    <a:pt x="1064819" y="759776"/>
                  </a:lnTo>
                  <a:lnTo>
                    <a:pt x="1081029" y="811423"/>
                  </a:lnTo>
                  <a:lnTo>
                    <a:pt x="1095268" y="949930"/>
                  </a:lnTo>
                  <a:lnTo>
                    <a:pt x="1110941" y="1002618"/>
                  </a:lnTo>
                  <a:lnTo>
                    <a:pt x="1106051" y="1039768"/>
                  </a:lnTo>
                  <a:lnTo>
                    <a:pt x="1113521" y="1080661"/>
                  </a:lnTo>
                  <a:close/>
                </a:path>
                <a:path w="1507490" h="1257300">
                  <a:moveTo>
                    <a:pt x="923468" y="93118"/>
                  </a:moveTo>
                  <a:lnTo>
                    <a:pt x="922563" y="94141"/>
                  </a:lnTo>
                  <a:lnTo>
                    <a:pt x="923174" y="92956"/>
                  </a:lnTo>
                  <a:lnTo>
                    <a:pt x="923468" y="93118"/>
                  </a:lnTo>
                  <a:close/>
                </a:path>
                <a:path w="1507490" h="1257300">
                  <a:moveTo>
                    <a:pt x="980370" y="9871"/>
                  </a:moveTo>
                  <a:lnTo>
                    <a:pt x="956871" y="55380"/>
                  </a:lnTo>
                  <a:lnTo>
                    <a:pt x="923468" y="93118"/>
                  </a:lnTo>
                  <a:lnTo>
                    <a:pt x="923174" y="92956"/>
                  </a:lnTo>
                  <a:lnTo>
                    <a:pt x="969266" y="3695"/>
                  </a:lnTo>
                  <a:lnTo>
                    <a:pt x="980370" y="9871"/>
                  </a:lnTo>
                  <a:close/>
                </a:path>
                <a:path w="1507490" h="1257300">
                  <a:moveTo>
                    <a:pt x="963707" y="121770"/>
                  </a:moveTo>
                  <a:lnTo>
                    <a:pt x="955306" y="113770"/>
                  </a:lnTo>
                  <a:lnTo>
                    <a:pt x="944936" y="106174"/>
                  </a:lnTo>
                  <a:lnTo>
                    <a:pt x="934309" y="99072"/>
                  </a:lnTo>
                  <a:lnTo>
                    <a:pt x="923468" y="93118"/>
                  </a:lnTo>
                  <a:lnTo>
                    <a:pt x="956871" y="55380"/>
                  </a:lnTo>
                  <a:lnTo>
                    <a:pt x="960425" y="48496"/>
                  </a:lnTo>
                  <a:lnTo>
                    <a:pt x="963679" y="69874"/>
                  </a:lnTo>
                  <a:lnTo>
                    <a:pt x="959751" y="77482"/>
                  </a:lnTo>
                  <a:lnTo>
                    <a:pt x="967151" y="90832"/>
                  </a:lnTo>
                  <a:lnTo>
                    <a:pt x="960491" y="103729"/>
                  </a:lnTo>
                  <a:lnTo>
                    <a:pt x="963707" y="121770"/>
                  </a:lnTo>
                  <a:close/>
                </a:path>
                <a:path w="1507490" h="1257300">
                  <a:moveTo>
                    <a:pt x="1010503" y="34557"/>
                  </a:moveTo>
                  <a:lnTo>
                    <a:pt x="964888" y="122894"/>
                  </a:lnTo>
                  <a:lnTo>
                    <a:pt x="963707" y="121770"/>
                  </a:lnTo>
                  <a:lnTo>
                    <a:pt x="960491" y="103729"/>
                  </a:lnTo>
                  <a:lnTo>
                    <a:pt x="967151" y="90832"/>
                  </a:lnTo>
                  <a:lnTo>
                    <a:pt x="959751" y="77482"/>
                  </a:lnTo>
                  <a:lnTo>
                    <a:pt x="963679" y="69874"/>
                  </a:lnTo>
                  <a:lnTo>
                    <a:pt x="960425" y="48496"/>
                  </a:lnTo>
                  <a:lnTo>
                    <a:pt x="980190" y="10220"/>
                  </a:lnTo>
                  <a:lnTo>
                    <a:pt x="990462" y="18008"/>
                  </a:lnTo>
                  <a:lnTo>
                    <a:pt x="1000452" y="26340"/>
                  </a:lnTo>
                  <a:lnTo>
                    <a:pt x="1010503" y="34557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41895" y="749215"/>
                  </a:lnTo>
                  <a:lnTo>
                    <a:pt x="1430812" y="742998"/>
                  </a:lnTo>
                  <a:lnTo>
                    <a:pt x="1414188" y="719831"/>
                  </a:lnTo>
                  <a:lnTo>
                    <a:pt x="1387128" y="689196"/>
                  </a:lnTo>
                  <a:lnTo>
                    <a:pt x="1356419" y="637946"/>
                  </a:lnTo>
                  <a:lnTo>
                    <a:pt x="1288134" y="548745"/>
                  </a:lnTo>
                  <a:lnTo>
                    <a:pt x="1231110" y="465416"/>
                  </a:lnTo>
                  <a:lnTo>
                    <a:pt x="1208134" y="426870"/>
                  </a:lnTo>
                  <a:lnTo>
                    <a:pt x="1173752" y="382733"/>
                  </a:lnTo>
                  <a:lnTo>
                    <a:pt x="1139210" y="338907"/>
                  </a:lnTo>
                  <a:lnTo>
                    <a:pt x="1115753" y="301293"/>
                  </a:lnTo>
                  <a:lnTo>
                    <a:pt x="1079738" y="260318"/>
                  </a:lnTo>
                  <a:lnTo>
                    <a:pt x="1054736" y="225697"/>
                  </a:lnTo>
                  <a:lnTo>
                    <a:pt x="991916" y="153593"/>
                  </a:lnTo>
                  <a:lnTo>
                    <a:pt x="983329" y="142542"/>
                  </a:lnTo>
                  <a:lnTo>
                    <a:pt x="974274" y="132397"/>
                  </a:lnTo>
                  <a:lnTo>
                    <a:pt x="964159" y="124305"/>
                  </a:lnTo>
                  <a:lnTo>
                    <a:pt x="963707" y="121770"/>
                  </a:lnTo>
                  <a:lnTo>
                    <a:pt x="964888" y="122894"/>
                  </a:lnTo>
                  <a:lnTo>
                    <a:pt x="1010503" y="34557"/>
                  </a:lnTo>
                  <a:lnTo>
                    <a:pt x="1020553" y="42773"/>
                  </a:lnTo>
                  <a:lnTo>
                    <a:pt x="1029010" y="54076"/>
                  </a:lnTo>
                  <a:lnTo>
                    <a:pt x="1048472" y="71747"/>
                  </a:lnTo>
                  <a:lnTo>
                    <a:pt x="1056450" y="83976"/>
                  </a:lnTo>
                  <a:lnTo>
                    <a:pt x="1092730" y="124437"/>
                  </a:lnTo>
                  <a:lnTo>
                    <a:pt x="1128437" y="166008"/>
                  </a:lnTo>
                  <a:lnTo>
                    <a:pt x="1163663" y="208510"/>
                  </a:lnTo>
                  <a:lnTo>
                    <a:pt x="1187219" y="245932"/>
                  </a:lnTo>
                  <a:lnTo>
                    <a:pt x="1221766" y="289749"/>
                  </a:lnTo>
                  <a:lnTo>
                    <a:pt x="1244830" y="328125"/>
                  </a:lnTo>
                  <a:lnTo>
                    <a:pt x="1313302" y="416964"/>
                  </a:lnTo>
                  <a:lnTo>
                    <a:pt x="1360571" y="491504"/>
                  </a:lnTo>
                  <a:lnTo>
                    <a:pt x="1395490" y="534601"/>
                  </a:lnTo>
                  <a:lnTo>
                    <a:pt x="1419182" y="571759"/>
                  </a:lnTo>
                  <a:lnTo>
                    <a:pt x="1435645" y="595238"/>
                  </a:lnTo>
                  <a:lnTo>
                    <a:pt x="1435081" y="596330"/>
                  </a:lnTo>
                  <a:lnTo>
                    <a:pt x="1440044" y="642079"/>
                  </a:lnTo>
                  <a:lnTo>
                    <a:pt x="1437433" y="647136"/>
                  </a:lnTo>
                  <a:lnTo>
                    <a:pt x="1445750" y="658708"/>
                  </a:lnTo>
                  <a:lnTo>
                    <a:pt x="1435757" y="678062"/>
                  </a:lnTo>
                  <a:lnTo>
                    <a:pt x="1443130" y="691463"/>
                  </a:lnTo>
                  <a:lnTo>
                    <a:pt x="1453346" y="671678"/>
                  </a:lnTo>
                  <a:lnTo>
                    <a:pt x="1486495" y="662843"/>
                  </a:lnTo>
                  <a:close/>
                </a:path>
                <a:path w="1507490" h="1257300">
                  <a:moveTo>
                    <a:pt x="584447" y="1164139"/>
                  </a:moveTo>
                  <a:lnTo>
                    <a:pt x="570842" y="1162807"/>
                  </a:lnTo>
                  <a:lnTo>
                    <a:pt x="560025" y="1183754"/>
                  </a:lnTo>
                  <a:lnTo>
                    <a:pt x="542923" y="1189194"/>
                  </a:lnTo>
                  <a:lnTo>
                    <a:pt x="540660" y="1193577"/>
                  </a:lnTo>
                  <a:lnTo>
                    <a:pt x="538365" y="1142661"/>
                  </a:lnTo>
                  <a:lnTo>
                    <a:pt x="544989" y="1129833"/>
                  </a:lnTo>
                  <a:lnTo>
                    <a:pt x="543799" y="1104457"/>
                  </a:lnTo>
                  <a:lnTo>
                    <a:pt x="559891" y="1128653"/>
                  </a:lnTo>
                  <a:lnTo>
                    <a:pt x="584447" y="1164139"/>
                  </a:lnTo>
                  <a:close/>
                </a:path>
                <a:path w="1507490" h="1257300">
                  <a:moveTo>
                    <a:pt x="546911" y="1209151"/>
                  </a:moveTo>
                  <a:lnTo>
                    <a:pt x="546839" y="1209291"/>
                  </a:lnTo>
                  <a:lnTo>
                    <a:pt x="535885" y="1202824"/>
                  </a:lnTo>
                  <a:lnTo>
                    <a:pt x="546911" y="1209151"/>
                  </a:lnTo>
                  <a:close/>
                </a:path>
                <a:path w="1507490" h="1257300">
                  <a:moveTo>
                    <a:pt x="547052" y="1208877"/>
                  </a:moveTo>
                  <a:lnTo>
                    <a:pt x="546911" y="1209151"/>
                  </a:lnTo>
                  <a:lnTo>
                    <a:pt x="535885" y="1202824"/>
                  </a:lnTo>
                  <a:lnTo>
                    <a:pt x="536263" y="1202093"/>
                  </a:lnTo>
                  <a:lnTo>
                    <a:pt x="547052" y="1208877"/>
                  </a:lnTo>
                  <a:close/>
                </a:path>
                <a:path w="1507490" h="1257300">
                  <a:moveTo>
                    <a:pt x="547512" y="1207987"/>
                  </a:moveTo>
                  <a:lnTo>
                    <a:pt x="547052" y="1208877"/>
                  </a:lnTo>
                  <a:lnTo>
                    <a:pt x="536263" y="1202093"/>
                  </a:lnTo>
                  <a:lnTo>
                    <a:pt x="537851" y="1199016"/>
                  </a:lnTo>
                  <a:lnTo>
                    <a:pt x="547512" y="1207987"/>
                  </a:lnTo>
                  <a:close/>
                </a:path>
                <a:path w="1507490" h="1257300">
                  <a:moveTo>
                    <a:pt x="560025" y="1183754"/>
                  </a:moveTo>
                  <a:lnTo>
                    <a:pt x="547512" y="1207987"/>
                  </a:lnTo>
                  <a:lnTo>
                    <a:pt x="537851" y="1199016"/>
                  </a:lnTo>
                  <a:lnTo>
                    <a:pt x="542923" y="1189194"/>
                  </a:lnTo>
                  <a:lnTo>
                    <a:pt x="560025" y="1183754"/>
                  </a:lnTo>
                  <a:close/>
                </a:path>
                <a:path w="1507490" h="1257300">
                  <a:moveTo>
                    <a:pt x="596049" y="1197032"/>
                  </a:moveTo>
                  <a:lnTo>
                    <a:pt x="579892" y="1228321"/>
                  </a:lnTo>
                  <a:lnTo>
                    <a:pt x="553654" y="1251454"/>
                  </a:lnTo>
                  <a:lnTo>
                    <a:pt x="550805" y="1256971"/>
                  </a:lnTo>
                  <a:lnTo>
                    <a:pt x="538685" y="1252761"/>
                  </a:lnTo>
                  <a:lnTo>
                    <a:pt x="596856" y="1140108"/>
                  </a:lnTo>
                  <a:lnTo>
                    <a:pt x="600818" y="1160116"/>
                  </a:lnTo>
                  <a:lnTo>
                    <a:pt x="596049" y="1197032"/>
                  </a:lnTo>
                  <a:close/>
                </a:path>
                <a:path w="1507490" h="1257300">
                  <a:moveTo>
                    <a:pt x="1507453" y="649935"/>
                  </a:moveTo>
                  <a:lnTo>
                    <a:pt x="1459675" y="742464"/>
                  </a:lnTo>
                  <a:lnTo>
                    <a:pt x="1444395" y="744374"/>
                  </a:lnTo>
                  <a:lnTo>
                    <a:pt x="1486495" y="662843"/>
                  </a:lnTo>
                  <a:lnTo>
                    <a:pt x="1468970" y="641422"/>
                  </a:lnTo>
                  <a:lnTo>
                    <a:pt x="1452130" y="618673"/>
                  </a:lnTo>
                  <a:lnTo>
                    <a:pt x="1435081" y="596330"/>
                  </a:lnTo>
                  <a:lnTo>
                    <a:pt x="1439030" y="588682"/>
                  </a:lnTo>
                  <a:lnTo>
                    <a:pt x="1426256" y="530379"/>
                  </a:lnTo>
                  <a:lnTo>
                    <a:pt x="1411318" y="420908"/>
                  </a:lnTo>
                  <a:lnTo>
                    <a:pt x="1409530" y="369010"/>
                  </a:lnTo>
                  <a:lnTo>
                    <a:pt x="1396309" y="311572"/>
                  </a:lnTo>
                  <a:lnTo>
                    <a:pt x="1394910" y="258922"/>
                  </a:lnTo>
                  <a:lnTo>
                    <a:pt x="1382890" y="199158"/>
                  </a:lnTo>
                  <a:lnTo>
                    <a:pt x="1394232" y="149513"/>
                  </a:lnTo>
                  <a:lnTo>
                    <a:pt x="1395212" y="92256"/>
                  </a:lnTo>
                  <a:lnTo>
                    <a:pt x="1419835" y="44571"/>
                  </a:lnTo>
                  <a:lnTo>
                    <a:pt x="1437997" y="37078"/>
                  </a:lnTo>
                  <a:lnTo>
                    <a:pt x="1452257" y="37143"/>
                  </a:lnTo>
                  <a:lnTo>
                    <a:pt x="1450460" y="40623"/>
                  </a:lnTo>
                  <a:lnTo>
                    <a:pt x="1457293" y="55070"/>
                  </a:lnTo>
                  <a:lnTo>
                    <a:pt x="1446581" y="75814"/>
                  </a:lnTo>
                  <a:lnTo>
                    <a:pt x="1455777" y="85687"/>
                  </a:lnTo>
                  <a:lnTo>
                    <a:pt x="1446389" y="103867"/>
                  </a:lnTo>
                  <a:lnTo>
                    <a:pt x="1454058" y="116696"/>
                  </a:lnTo>
                  <a:lnTo>
                    <a:pt x="1450470" y="123643"/>
                  </a:lnTo>
                  <a:lnTo>
                    <a:pt x="1454210" y="144081"/>
                  </a:lnTo>
                  <a:lnTo>
                    <a:pt x="1447570" y="156941"/>
                  </a:lnTo>
                  <a:lnTo>
                    <a:pt x="1452288" y="175483"/>
                  </a:lnTo>
                  <a:lnTo>
                    <a:pt x="1456253" y="195485"/>
                  </a:lnTo>
                  <a:lnTo>
                    <a:pt x="1462178" y="294732"/>
                  </a:lnTo>
                  <a:lnTo>
                    <a:pt x="1465497" y="343664"/>
                  </a:lnTo>
                  <a:lnTo>
                    <a:pt x="1498123" y="501922"/>
                  </a:lnTo>
                  <a:lnTo>
                    <a:pt x="1502978" y="547881"/>
                  </a:lnTo>
                  <a:lnTo>
                    <a:pt x="1505881" y="597620"/>
                  </a:lnTo>
                  <a:lnTo>
                    <a:pt x="1502168" y="632491"/>
                  </a:lnTo>
                  <a:lnTo>
                    <a:pt x="1507453" y="649935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72402" y="1104932"/>
                  </a:lnTo>
                  <a:lnTo>
                    <a:pt x="1055347" y="1137962"/>
                  </a:lnTo>
                  <a:lnTo>
                    <a:pt x="1045985" y="1128411"/>
                  </a:lnTo>
                  <a:lnTo>
                    <a:pt x="1051562" y="1117612"/>
                  </a:lnTo>
                  <a:lnTo>
                    <a:pt x="1049985" y="1092984"/>
                  </a:lnTo>
                  <a:lnTo>
                    <a:pt x="1046446" y="1044479"/>
                  </a:lnTo>
                  <a:lnTo>
                    <a:pt x="1033258" y="1014658"/>
                  </a:lnTo>
                  <a:lnTo>
                    <a:pt x="1032366" y="988704"/>
                  </a:lnTo>
                  <a:lnTo>
                    <a:pt x="1040104" y="1001401"/>
                  </a:lnTo>
                  <a:lnTo>
                    <a:pt x="1065126" y="1035983"/>
                  </a:lnTo>
                  <a:lnTo>
                    <a:pt x="1079334" y="1063829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79334" y="1063829"/>
                  </a:lnTo>
                  <a:lnTo>
                    <a:pt x="1089091" y="1072613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1102550" y="1129589"/>
                  </a:moveTo>
                  <a:lnTo>
                    <a:pt x="1083020" y="1167410"/>
                  </a:lnTo>
                  <a:lnTo>
                    <a:pt x="1063437" y="1177656"/>
                  </a:lnTo>
                  <a:lnTo>
                    <a:pt x="1110502" y="1086509"/>
                  </a:lnTo>
                  <a:lnTo>
                    <a:pt x="1102550" y="1129589"/>
                  </a:lnTo>
                  <a:close/>
                </a:path>
                <a:path w="1507490" h="1257300">
                  <a:moveTo>
                    <a:pt x="1452130" y="618673"/>
                  </a:moveTo>
                  <a:lnTo>
                    <a:pt x="1440044" y="642079"/>
                  </a:lnTo>
                  <a:lnTo>
                    <a:pt x="1435081" y="596330"/>
                  </a:lnTo>
                  <a:lnTo>
                    <a:pt x="1452130" y="618673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54669" y="669117"/>
                  </a:lnTo>
                  <a:lnTo>
                    <a:pt x="1443130" y="691463"/>
                  </a:lnTo>
                  <a:lnTo>
                    <a:pt x="1435757" y="678062"/>
                  </a:lnTo>
                  <a:lnTo>
                    <a:pt x="1445750" y="658708"/>
                  </a:lnTo>
                  <a:lnTo>
                    <a:pt x="1437433" y="647136"/>
                  </a:lnTo>
                  <a:lnTo>
                    <a:pt x="1450698" y="621447"/>
                  </a:lnTo>
                  <a:lnTo>
                    <a:pt x="1468970" y="641422"/>
                  </a:lnTo>
                  <a:lnTo>
                    <a:pt x="1486495" y="662843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53346" y="671678"/>
                  </a:lnTo>
                  <a:lnTo>
                    <a:pt x="1454669" y="669117"/>
                  </a:lnTo>
                  <a:lnTo>
                    <a:pt x="1486495" y="662843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3655727" y="1076581"/>
            <a:ext cx="4293870" cy="2062480"/>
            <a:chOff x="13655727" y="1076581"/>
            <a:chExt cx="4293870" cy="2062480"/>
          </a:xfrm>
        </p:grpSpPr>
        <p:sp>
          <p:nvSpPr>
            <p:cNvPr id="14" name="object 14"/>
            <p:cNvSpPr/>
            <p:nvPr/>
          </p:nvSpPr>
          <p:spPr>
            <a:xfrm>
              <a:off x="13655727" y="1076591"/>
              <a:ext cx="4293870" cy="2062480"/>
            </a:xfrm>
            <a:custGeom>
              <a:avLst/>
              <a:gdLst/>
              <a:ahLst/>
              <a:cxnLst/>
              <a:rect l="l" t="t" r="r" b="b"/>
              <a:pathLst>
                <a:path w="4293869" h="2062480">
                  <a:moveTo>
                    <a:pt x="143967" y="1727212"/>
                  </a:moveTo>
                  <a:lnTo>
                    <a:pt x="132778" y="1691297"/>
                  </a:lnTo>
                  <a:lnTo>
                    <a:pt x="105803" y="1669986"/>
                  </a:lnTo>
                  <a:lnTo>
                    <a:pt x="71031" y="1663204"/>
                  </a:lnTo>
                  <a:lnTo>
                    <a:pt x="36474" y="1670837"/>
                  </a:lnTo>
                  <a:lnTo>
                    <a:pt x="10134" y="1692821"/>
                  </a:lnTo>
                  <a:lnTo>
                    <a:pt x="0" y="1729054"/>
                  </a:lnTo>
                  <a:lnTo>
                    <a:pt x="11188" y="1764969"/>
                  </a:lnTo>
                  <a:lnTo>
                    <a:pt x="38163" y="1786267"/>
                  </a:lnTo>
                  <a:lnTo>
                    <a:pt x="72936" y="1793062"/>
                  </a:lnTo>
                  <a:lnTo>
                    <a:pt x="107492" y="1785416"/>
                  </a:lnTo>
                  <a:lnTo>
                    <a:pt x="133832" y="1763445"/>
                  </a:lnTo>
                  <a:lnTo>
                    <a:pt x="143967" y="1727212"/>
                  </a:lnTo>
                  <a:close/>
                </a:path>
                <a:path w="4293869" h="2062480">
                  <a:moveTo>
                    <a:pt x="1203210" y="1113713"/>
                  </a:moveTo>
                  <a:lnTo>
                    <a:pt x="1199476" y="1057097"/>
                  </a:lnTo>
                  <a:lnTo>
                    <a:pt x="1192288" y="999426"/>
                  </a:lnTo>
                  <a:lnTo>
                    <a:pt x="1183271" y="943013"/>
                  </a:lnTo>
                  <a:lnTo>
                    <a:pt x="1174000" y="890168"/>
                  </a:lnTo>
                  <a:lnTo>
                    <a:pt x="1166075" y="843203"/>
                  </a:lnTo>
                  <a:lnTo>
                    <a:pt x="1154226" y="789978"/>
                  </a:lnTo>
                  <a:lnTo>
                    <a:pt x="1135926" y="740562"/>
                  </a:lnTo>
                  <a:lnTo>
                    <a:pt x="1111389" y="694956"/>
                  </a:lnTo>
                  <a:lnTo>
                    <a:pt x="1080795" y="653161"/>
                  </a:lnTo>
                  <a:lnTo>
                    <a:pt x="1044346" y="615175"/>
                  </a:lnTo>
                  <a:lnTo>
                    <a:pt x="1002245" y="580986"/>
                  </a:lnTo>
                  <a:lnTo>
                    <a:pt x="961644" y="555472"/>
                  </a:lnTo>
                  <a:lnTo>
                    <a:pt x="917930" y="534797"/>
                  </a:lnTo>
                  <a:lnTo>
                    <a:pt x="871702" y="518871"/>
                  </a:lnTo>
                  <a:lnTo>
                    <a:pt x="823544" y="507580"/>
                  </a:lnTo>
                  <a:lnTo>
                    <a:pt x="774065" y="500849"/>
                  </a:lnTo>
                  <a:lnTo>
                    <a:pt x="723849" y="498563"/>
                  </a:lnTo>
                  <a:lnTo>
                    <a:pt x="673493" y="500634"/>
                  </a:lnTo>
                  <a:lnTo>
                    <a:pt x="623570" y="506958"/>
                  </a:lnTo>
                  <a:lnTo>
                    <a:pt x="574700" y="517423"/>
                  </a:lnTo>
                  <a:lnTo>
                    <a:pt x="527469" y="531952"/>
                  </a:lnTo>
                  <a:lnTo>
                    <a:pt x="482447" y="550443"/>
                  </a:lnTo>
                  <a:lnTo>
                    <a:pt x="440258" y="572795"/>
                  </a:lnTo>
                  <a:lnTo>
                    <a:pt x="399376" y="600760"/>
                  </a:lnTo>
                  <a:lnTo>
                    <a:pt x="363334" y="632574"/>
                  </a:lnTo>
                  <a:lnTo>
                    <a:pt x="331952" y="667816"/>
                  </a:lnTo>
                  <a:lnTo>
                    <a:pt x="304990" y="706120"/>
                  </a:lnTo>
                  <a:lnTo>
                    <a:pt x="282257" y="747090"/>
                  </a:lnTo>
                  <a:lnTo>
                    <a:pt x="263525" y="790321"/>
                  </a:lnTo>
                  <a:lnTo>
                    <a:pt x="248602" y="835431"/>
                  </a:lnTo>
                  <a:lnTo>
                    <a:pt x="237261" y="882027"/>
                  </a:lnTo>
                  <a:lnTo>
                    <a:pt x="229298" y="929716"/>
                  </a:lnTo>
                  <a:lnTo>
                    <a:pt x="224497" y="978115"/>
                  </a:lnTo>
                  <a:lnTo>
                    <a:pt x="222643" y="1026807"/>
                  </a:lnTo>
                  <a:lnTo>
                    <a:pt x="223532" y="1075423"/>
                  </a:lnTo>
                  <a:lnTo>
                    <a:pt x="226961" y="1123569"/>
                  </a:lnTo>
                  <a:lnTo>
                    <a:pt x="232702" y="1170851"/>
                  </a:lnTo>
                  <a:lnTo>
                    <a:pt x="241769" y="1212024"/>
                  </a:lnTo>
                  <a:lnTo>
                    <a:pt x="256641" y="1253007"/>
                  </a:lnTo>
                  <a:lnTo>
                    <a:pt x="276834" y="1293164"/>
                  </a:lnTo>
                  <a:lnTo>
                    <a:pt x="301828" y="1331861"/>
                  </a:lnTo>
                  <a:lnTo>
                    <a:pt x="331127" y="1368463"/>
                  </a:lnTo>
                  <a:lnTo>
                    <a:pt x="364248" y="1402334"/>
                  </a:lnTo>
                  <a:lnTo>
                    <a:pt x="400697" y="1432826"/>
                  </a:lnTo>
                  <a:lnTo>
                    <a:pt x="439953" y="1459318"/>
                  </a:lnTo>
                  <a:lnTo>
                    <a:pt x="481533" y="1481175"/>
                  </a:lnTo>
                  <a:lnTo>
                    <a:pt x="524954" y="1497761"/>
                  </a:lnTo>
                  <a:lnTo>
                    <a:pt x="569683" y="1508429"/>
                  </a:lnTo>
                  <a:lnTo>
                    <a:pt x="615264" y="1512557"/>
                  </a:lnTo>
                  <a:lnTo>
                    <a:pt x="661162" y="1509496"/>
                  </a:lnTo>
                  <a:lnTo>
                    <a:pt x="706056" y="1515910"/>
                  </a:lnTo>
                  <a:lnTo>
                    <a:pt x="752411" y="1517142"/>
                  </a:lnTo>
                  <a:lnTo>
                    <a:pt x="799592" y="1513433"/>
                  </a:lnTo>
                  <a:lnTo>
                    <a:pt x="846988" y="1505013"/>
                  </a:lnTo>
                  <a:lnTo>
                    <a:pt x="893953" y="1492135"/>
                  </a:lnTo>
                  <a:lnTo>
                    <a:pt x="939863" y="1475028"/>
                  </a:lnTo>
                  <a:lnTo>
                    <a:pt x="984097" y="1453934"/>
                  </a:lnTo>
                  <a:lnTo>
                    <a:pt x="1026020" y="1429092"/>
                  </a:lnTo>
                  <a:lnTo>
                    <a:pt x="1065009" y="1400721"/>
                  </a:lnTo>
                  <a:lnTo>
                    <a:pt x="1100442" y="1369085"/>
                  </a:lnTo>
                  <a:lnTo>
                    <a:pt x="1131684" y="1334414"/>
                  </a:lnTo>
                  <a:lnTo>
                    <a:pt x="1158100" y="1296924"/>
                  </a:lnTo>
                  <a:lnTo>
                    <a:pt x="1179080" y="1256880"/>
                  </a:lnTo>
                  <a:lnTo>
                    <a:pt x="1193990" y="1214513"/>
                  </a:lnTo>
                  <a:lnTo>
                    <a:pt x="1201915" y="1166952"/>
                  </a:lnTo>
                  <a:lnTo>
                    <a:pt x="1203210" y="1113713"/>
                  </a:lnTo>
                  <a:close/>
                </a:path>
                <a:path w="4293869" h="2062480">
                  <a:moveTo>
                    <a:pt x="1733689" y="1240866"/>
                  </a:moveTo>
                  <a:lnTo>
                    <a:pt x="1722501" y="1204950"/>
                  </a:lnTo>
                  <a:lnTo>
                    <a:pt x="1695513" y="1183640"/>
                  </a:lnTo>
                  <a:lnTo>
                    <a:pt x="1660740" y="1176845"/>
                  </a:lnTo>
                  <a:lnTo>
                    <a:pt x="1626171" y="1184490"/>
                  </a:lnTo>
                  <a:lnTo>
                    <a:pt x="1599831" y="1206474"/>
                  </a:lnTo>
                  <a:lnTo>
                    <a:pt x="1589697" y="1242707"/>
                  </a:lnTo>
                  <a:lnTo>
                    <a:pt x="1600898" y="1278623"/>
                  </a:lnTo>
                  <a:lnTo>
                    <a:pt x="1627873" y="1299933"/>
                  </a:lnTo>
                  <a:lnTo>
                    <a:pt x="1662645" y="1306715"/>
                  </a:lnTo>
                  <a:lnTo>
                    <a:pt x="1697202" y="1299083"/>
                  </a:lnTo>
                  <a:lnTo>
                    <a:pt x="1723555" y="1277099"/>
                  </a:lnTo>
                  <a:lnTo>
                    <a:pt x="1733689" y="1240866"/>
                  </a:lnTo>
                  <a:close/>
                </a:path>
                <a:path w="4293869" h="2062480">
                  <a:moveTo>
                    <a:pt x="2098217" y="1941220"/>
                  </a:moveTo>
                  <a:lnTo>
                    <a:pt x="2090775" y="1880108"/>
                  </a:lnTo>
                  <a:lnTo>
                    <a:pt x="2057107" y="1828152"/>
                  </a:lnTo>
                  <a:lnTo>
                    <a:pt x="1997367" y="1797100"/>
                  </a:lnTo>
                  <a:lnTo>
                    <a:pt x="1957768" y="1793074"/>
                  </a:lnTo>
                  <a:lnTo>
                    <a:pt x="1923199" y="1793074"/>
                  </a:lnTo>
                  <a:lnTo>
                    <a:pt x="1879955" y="1798599"/>
                  </a:lnTo>
                  <a:lnTo>
                    <a:pt x="1821180" y="1831174"/>
                  </a:lnTo>
                  <a:lnTo>
                    <a:pt x="1789010" y="1883981"/>
                  </a:lnTo>
                  <a:lnTo>
                    <a:pt x="1782851" y="1914283"/>
                  </a:lnTo>
                  <a:lnTo>
                    <a:pt x="1783283" y="1945246"/>
                  </a:lnTo>
                  <a:lnTo>
                    <a:pt x="1803857" y="2003259"/>
                  </a:lnTo>
                  <a:lnTo>
                    <a:pt x="1850593" y="2046236"/>
                  </a:lnTo>
                  <a:lnTo>
                    <a:pt x="1918487" y="2061946"/>
                  </a:lnTo>
                  <a:lnTo>
                    <a:pt x="1961705" y="2061946"/>
                  </a:lnTo>
                  <a:lnTo>
                    <a:pt x="2001126" y="2056917"/>
                  </a:lnTo>
                  <a:lnTo>
                    <a:pt x="2059889" y="2024341"/>
                  </a:lnTo>
                  <a:lnTo>
                    <a:pt x="2092071" y="1971535"/>
                  </a:lnTo>
                  <a:lnTo>
                    <a:pt x="2098217" y="1941220"/>
                  </a:lnTo>
                  <a:close/>
                </a:path>
                <a:path w="4293869" h="2062480">
                  <a:moveTo>
                    <a:pt x="2521585" y="891908"/>
                  </a:moveTo>
                  <a:lnTo>
                    <a:pt x="2510383" y="855992"/>
                  </a:lnTo>
                  <a:lnTo>
                    <a:pt x="2483408" y="834682"/>
                  </a:lnTo>
                  <a:lnTo>
                    <a:pt x="2448636" y="827900"/>
                  </a:lnTo>
                  <a:lnTo>
                    <a:pt x="2414079" y="835533"/>
                  </a:lnTo>
                  <a:lnTo>
                    <a:pt x="2387739" y="857516"/>
                  </a:lnTo>
                  <a:lnTo>
                    <a:pt x="2377605" y="893749"/>
                  </a:lnTo>
                  <a:lnTo>
                    <a:pt x="2388793" y="929665"/>
                  </a:lnTo>
                  <a:lnTo>
                    <a:pt x="2415781" y="950976"/>
                  </a:lnTo>
                  <a:lnTo>
                    <a:pt x="2450541" y="957770"/>
                  </a:lnTo>
                  <a:lnTo>
                    <a:pt x="2485098" y="950125"/>
                  </a:lnTo>
                  <a:lnTo>
                    <a:pt x="2511450" y="928141"/>
                  </a:lnTo>
                  <a:lnTo>
                    <a:pt x="2521585" y="891908"/>
                  </a:lnTo>
                  <a:close/>
                </a:path>
                <a:path w="4293869" h="2062480">
                  <a:moveTo>
                    <a:pt x="2842780" y="150876"/>
                  </a:moveTo>
                  <a:lnTo>
                    <a:pt x="2836532" y="111302"/>
                  </a:lnTo>
                  <a:lnTo>
                    <a:pt x="2796362" y="54089"/>
                  </a:lnTo>
                  <a:lnTo>
                    <a:pt x="2732621" y="26022"/>
                  </a:lnTo>
                  <a:lnTo>
                    <a:pt x="2696895" y="22860"/>
                  </a:lnTo>
                  <a:lnTo>
                    <a:pt x="2661285" y="26898"/>
                  </a:lnTo>
                  <a:lnTo>
                    <a:pt x="2598382" y="56540"/>
                  </a:lnTo>
                  <a:lnTo>
                    <a:pt x="2559901" y="114782"/>
                  </a:lnTo>
                  <a:lnTo>
                    <a:pt x="2554808" y="154559"/>
                  </a:lnTo>
                  <a:lnTo>
                    <a:pt x="2561056" y="194144"/>
                  </a:lnTo>
                  <a:lnTo>
                    <a:pt x="2601239" y="251345"/>
                  </a:lnTo>
                  <a:lnTo>
                    <a:pt x="2664993" y="279412"/>
                  </a:lnTo>
                  <a:lnTo>
                    <a:pt x="2700705" y="282587"/>
                  </a:lnTo>
                  <a:lnTo>
                    <a:pt x="2736316" y="278536"/>
                  </a:lnTo>
                  <a:lnTo>
                    <a:pt x="2799219" y="248894"/>
                  </a:lnTo>
                  <a:lnTo>
                    <a:pt x="2837700" y="190665"/>
                  </a:lnTo>
                  <a:lnTo>
                    <a:pt x="2842780" y="150876"/>
                  </a:lnTo>
                  <a:close/>
                </a:path>
                <a:path w="4293869" h="2062480">
                  <a:moveTo>
                    <a:pt x="2904363" y="1405089"/>
                  </a:moveTo>
                  <a:lnTo>
                    <a:pt x="2893174" y="1369174"/>
                  </a:lnTo>
                  <a:lnTo>
                    <a:pt x="2866186" y="1347863"/>
                  </a:lnTo>
                  <a:lnTo>
                    <a:pt x="2831414" y="1341069"/>
                  </a:lnTo>
                  <a:lnTo>
                    <a:pt x="2796857" y="1348714"/>
                  </a:lnTo>
                  <a:lnTo>
                    <a:pt x="2770505" y="1370698"/>
                  </a:lnTo>
                  <a:lnTo>
                    <a:pt x="2760370" y="1406931"/>
                  </a:lnTo>
                  <a:lnTo>
                    <a:pt x="2771559" y="1442859"/>
                  </a:lnTo>
                  <a:lnTo>
                    <a:pt x="2798546" y="1464157"/>
                  </a:lnTo>
                  <a:lnTo>
                    <a:pt x="2833319" y="1470952"/>
                  </a:lnTo>
                  <a:lnTo>
                    <a:pt x="2867876" y="1463306"/>
                  </a:lnTo>
                  <a:lnTo>
                    <a:pt x="2894228" y="1441323"/>
                  </a:lnTo>
                  <a:lnTo>
                    <a:pt x="2904363" y="1405089"/>
                  </a:lnTo>
                  <a:close/>
                </a:path>
                <a:path w="4293869" h="2062480">
                  <a:moveTo>
                    <a:pt x="3780155" y="891908"/>
                  </a:moveTo>
                  <a:lnTo>
                    <a:pt x="3779634" y="856056"/>
                  </a:lnTo>
                  <a:lnTo>
                    <a:pt x="3768433" y="820140"/>
                  </a:lnTo>
                  <a:lnTo>
                    <a:pt x="3741445" y="798830"/>
                  </a:lnTo>
                  <a:lnTo>
                    <a:pt x="3706685" y="792035"/>
                  </a:lnTo>
                  <a:lnTo>
                    <a:pt x="3672116" y="799680"/>
                  </a:lnTo>
                  <a:lnTo>
                    <a:pt x="3645776" y="821664"/>
                  </a:lnTo>
                  <a:lnTo>
                    <a:pt x="3635629" y="857910"/>
                  </a:lnTo>
                  <a:lnTo>
                    <a:pt x="3636162" y="893749"/>
                  </a:lnTo>
                  <a:lnTo>
                    <a:pt x="3647363" y="929665"/>
                  </a:lnTo>
                  <a:lnTo>
                    <a:pt x="3674338" y="950976"/>
                  </a:lnTo>
                  <a:lnTo>
                    <a:pt x="3709111" y="957757"/>
                  </a:lnTo>
                  <a:lnTo>
                    <a:pt x="3743668" y="950112"/>
                  </a:lnTo>
                  <a:lnTo>
                    <a:pt x="3770020" y="928141"/>
                  </a:lnTo>
                  <a:lnTo>
                    <a:pt x="3780155" y="891908"/>
                  </a:lnTo>
                  <a:close/>
                </a:path>
                <a:path w="4293869" h="2062480">
                  <a:moveTo>
                    <a:pt x="3958983" y="79883"/>
                  </a:moveTo>
                  <a:lnTo>
                    <a:pt x="3956050" y="46990"/>
                  </a:lnTo>
                  <a:lnTo>
                    <a:pt x="3936606" y="19240"/>
                  </a:lnTo>
                  <a:lnTo>
                    <a:pt x="3906367" y="1841"/>
                  </a:lnTo>
                  <a:lnTo>
                    <a:pt x="3871074" y="0"/>
                  </a:lnTo>
                  <a:lnTo>
                    <a:pt x="3836454" y="18935"/>
                  </a:lnTo>
                  <a:lnTo>
                    <a:pt x="3798595" y="55283"/>
                  </a:lnTo>
                  <a:lnTo>
                    <a:pt x="3779278" y="88099"/>
                  </a:lnTo>
                  <a:lnTo>
                    <a:pt x="3782199" y="120992"/>
                  </a:lnTo>
                  <a:lnTo>
                    <a:pt x="3801656" y="148742"/>
                  </a:lnTo>
                  <a:lnTo>
                    <a:pt x="3831882" y="166141"/>
                  </a:lnTo>
                  <a:lnTo>
                    <a:pt x="3867175" y="167970"/>
                  </a:lnTo>
                  <a:lnTo>
                    <a:pt x="3901783" y="149047"/>
                  </a:lnTo>
                  <a:lnTo>
                    <a:pt x="3939667" y="112699"/>
                  </a:lnTo>
                  <a:lnTo>
                    <a:pt x="3958983" y="79883"/>
                  </a:lnTo>
                  <a:close/>
                </a:path>
                <a:path w="4293869" h="2062480">
                  <a:moveTo>
                    <a:pt x="4293476" y="1505877"/>
                  </a:moveTo>
                  <a:lnTo>
                    <a:pt x="4292955" y="1470037"/>
                  </a:lnTo>
                  <a:lnTo>
                    <a:pt x="4281754" y="1434122"/>
                  </a:lnTo>
                  <a:lnTo>
                    <a:pt x="4254766" y="1412811"/>
                  </a:lnTo>
                  <a:lnTo>
                    <a:pt x="4219994" y="1406017"/>
                  </a:lnTo>
                  <a:lnTo>
                    <a:pt x="4185437" y="1413662"/>
                  </a:lnTo>
                  <a:lnTo>
                    <a:pt x="4159085" y="1435633"/>
                  </a:lnTo>
                  <a:lnTo>
                    <a:pt x="4148950" y="1471866"/>
                  </a:lnTo>
                  <a:lnTo>
                    <a:pt x="4149483" y="1507731"/>
                  </a:lnTo>
                  <a:lnTo>
                    <a:pt x="4160672" y="1543646"/>
                  </a:lnTo>
                  <a:lnTo>
                    <a:pt x="4187660" y="1564957"/>
                  </a:lnTo>
                  <a:lnTo>
                    <a:pt x="4222432" y="1571739"/>
                  </a:lnTo>
                  <a:lnTo>
                    <a:pt x="4256989" y="1564093"/>
                  </a:lnTo>
                  <a:lnTo>
                    <a:pt x="4283341" y="1542110"/>
                  </a:lnTo>
                  <a:lnTo>
                    <a:pt x="4293476" y="1505877"/>
                  </a:lnTo>
                  <a:close/>
                </a:path>
              </a:pathLst>
            </a:custGeom>
            <a:solidFill>
              <a:srgbClr val="ECE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883996" y="1589417"/>
              <a:ext cx="975360" cy="1003300"/>
            </a:xfrm>
            <a:custGeom>
              <a:avLst/>
              <a:gdLst/>
              <a:ahLst/>
              <a:cxnLst/>
              <a:rect l="l" t="t" r="r" b="b"/>
              <a:pathLst>
                <a:path w="975359" h="1003300">
                  <a:moveTo>
                    <a:pt x="13335" y="439635"/>
                  </a:moveTo>
                  <a:lnTo>
                    <a:pt x="12839" y="439470"/>
                  </a:lnTo>
                  <a:lnTo>
                    <a:pt x="12077" y="439013"/>
                  </a:lnTo>
                  <a:lnTo>
                    <a:pt x="10769" y="440169"/>
                  </a:lnTo>
                  <a:lnTo>
                    <a:pt x="9791" y="441274"/>
                  </a:lnTo>
                  <a:lnTo>
                    <a:pt x="8953" y="442506"/>
                  </a:lnTo>
                  <a:lnTo>
                    <a:pt x="8801" y="442772"/>
                  </a:lnTo>
                  <a:lnTo>
                    <a:pt x="9906" y="443839"/>
                  </a:lnTo>
                  <a:lnTo>
                    <a:pt x="10998" y="445274"/>
                  </a:lnTo>
                  <a:lnTo>
                    <a:pt x="13335" y="439635"/>
                  </a:lnTo>
                  <a:close/>
                </a:path>
                <a:path w="975359" h="1003300">
                  <a:moveTo>
                    <a:pt x="49250" y="279654"/>
                  </a:moveTo>
                  <a:lnTo>
                    <a:pt x="43751" y="280314"/>
                  </a:lnTo>
                  <a:lnTo>
                    <a:pt x="38925" y="282486"/>
                  </a:lnTo>
                  <a:lnTo>
                    <a:pt x="31356" y="289293"/>
                  </a:lnTo>
                  <a:lnTo>
                    <a:pt x="27241" y="301713"/>
                  </a:lnTo>
                  <a:lnTo>
                    <a:pt x="27368" y="301879"/>
                  </a:lnTo>
                  <a:lnTo>
                    <a:pt x="27787" y="303123"/>
                  </a:lnTo>
                  <a:lnTo>
                    <a:pt x="32854" y="305054"/>
                  </a:lnTo>
                  <a:lnTo>
                    <a:pt x="37541" y="304368"/>
                  </a:lnTo>
                  <a:lnTo>
                    <a:pt x="41859" y="301104"/>
                  </a:lnTo>
                  <a:lnTo>
                    <a:pt x="38950" y="291160"/>
                  </a:lnTo>
                  <a:lnTo>
                    <a:pt x="49250" y="279654"/>
                  </a:lnTo>
                  <a:close/>
                </a:path>
                <a:path w="975359" h="1003300">
                  <a:moveTo>
                    <a:pt x="50050" y="243344"/>
                  </a:moveTo>
                  <a:lnTo>
                    <a:pt x="48399" y="247154"/>
                  </a:lnTo>
                  <a:lnTo>
                    <a:pt x="50050" y="248221"/>
                  </a:lnTo>
                  <a:lnTo>
                    <a:pt x="50050" y="243344"/>
                  </a:lnTo>
                  <a:close/>
                </a:path>
                <a:path w="975359" h="1003300">
                  <a:moveTo>
                    <a:pt x="60718" y="444995"/>
                  </a:moveTo>
                  <a:lnTo>
                    <a:pt x="41579" y="444995"/>
                  </a:lnTo>
                  <a:lnTo>
                    <a:pt x="40030" y="451396"/>
                  </a:lnTo>
                  <a:lnTo>
                    <a:pt x="41465" y="452424"/>
                  </a:lnTo>
                  <a:lnTo>
                    <a:pt x="42278" y="453390"/>
                  </a:lnTo>
                  <a:lnTo>
                    <a:pt x="48323" y="449160"/>
                  </a:lnTo>
                  <a:lnTo>
                    <a:pt x="58026" y="451688"/>
                  </a:lnTo>
                  <a:lnTo>
                    <a:pt x="58140" y="451396"/>
                  </a:lnTo>
                  <a:lnTo>
                    <a:pt x="59042" y="449160"/>
                  </a:lnTo>
                  <a:lnTo>
                    <a:pt x="60718" y="444995"/>
                  </a:lnTo>
                  <a:close/>
                </a:path>
                <a:path w="975359" h="1003300">
                  <a:moveTo>
                    <a:pt x="61010" y="242481"/>
                  </a:moveTo>
                  <a:lnTo>
                    <a:pt x="60426" y="236448"/>
                  </a:lnTo>
                  <a:lnTo>
                    <a:pt x="60312" y="233730"/>
                  </a:lnTo>
                  <a:lnTo>
                    <a:pt x="59842" y="231076"/>
                  </a:lnTo>
                  <a:lnTo>
                    <a:pt x="59347" y="230136"/>
                  </a:lnTo>
                  <a:lnTo>
                    <a:pt x="58559" y="229616"/>
                  </a:lnTo>
                  <a:lnTo>
                    <a:pt x="57492" y="229527"/>
                  </a:lnTo>
                  <a:lnTo>
                    <a:pt x="56896" y="229552"/>
                  </a:lnTo>
                  <a:lnTo>
                    <a:pt x="55714" y="231152"/>
                  </a:lnTo>
                  <a:lnTo>
                    <a:pt x="56934" y="234340"/>
                  </a:lnTo>
                  <a:lnTo>
                    <a:pt x="58331" y="236943"/>
                  </a:lnTo>
                  <a:lnTo>
                    <a:pt x="61010" y="242481"/>
                  </a:lnTo>
                  <a:close/>
                </a:path>
                <a:path w="975359" h="1003300">
                  <a:moveTo>
                    <a:pt x="61036" y="381533"/>
                  </a:moveTo>
                  <a:lnTo>
                    <a:pt x="52120" y="370090"/>
                  </a:lnTo>
                  <a:lnTo>
                    <a:pt x="51511" y="370090"/>
                  </a:lnTo>
                  <a:lnTo>
                    <a:pt x="44399" y="369697"/>
                  </a:lnTo>
                  <a:lnTo>
                    <a:pt x="36791" y="369697"/>
                  </a:lnTo>
                  <a:lnTo>
                    <a:pt x="28689" y="370090"/>
                  </a:lnTo>
                  <a:lnTo>
                    <a:pt x="24307" y="379450"/>
                  </a:lnTo>
                  <a:lnTo>
                    <a:pt x="32893" y="380225"/>
                  </a:lnTo>
                  <a:lnTo>
                    <a:pt x="35852" y="384327"/>
                  </a:lnTo>
                  <a:lnTo>
                    <a:pt x="35471" y="386003"/>
                  </a:lnTo>
                  <a:lnTo>
                    <a:pt x="35382" y="386689"/>
                  </a:lnTo>
                  <a:lnTo>
                    <a:pt x="35242" y="387680"/>
                  </a:lnTo>
                  <a:lnTo>
                    <a:pt x="35153" y="390334"/>
                  </a:lnTo>
                  <a:lnTo>
                    <a:pt x="36106" y="392061"/>
                  </a:lnTo>
                  <a:lnTo>
                    <a:pt x="36436" y="392061"/>
                  </a:lnTo>
                  <a:lnTo>
                    <a:pt x="37871" y="391845"/>
                  </a:lnTo>
                  <a:lnTo>
                    <a:pt x="40322" y="391096"/>
                  </a:lnTo>
                  <a:lnTo>
                    <a:pt x="40284" y="383286"/>
                  </a:lnTo>
                  <a:lnTo>
                    <a:pt x="45986" y="382993"/>
                  </a:lnTo>
                  <a:lnTo>
                    <a:pt x="50660" y="381533"/>
                  </a:lnTo>
                  <a:lnTo>
                    <a:pt x="61036" y="386219"/>
                  </a:lnTo>
                  <a:lnTo>
                    <a:pt x="61036" y="381533"/>
                  </a:lnTo>
                  <a:close/>
                </a:path>
                <a:path w="975359" h="1003300">
                  <a:moveTo>
                    <a:pt x="61353" y="386372"/>
                  </a:moveTo>
                  <a:lnTo>
                    <a:pt x="61036" y="386219"/>
                  </a:lnTo>
                  <a:lnTo>
                    <a:pt x="61010" y="386689"/>
                  </a:lnTo>
                  <a:lnTo>
                    <a:pt x="61353" y="386372"/>
                  </a:lnTo>
                  <a:close/>
                </a:path>
                <a:path w="975359" h="1003300">
                  <a:moveTo>
                    <a:pt x="63271" y="426669"/>
                  </a:moveTo>
                  <a:lnTo>
                    <a:pt x="58839" y="425742"/>
                  </a:lnTo>
                  <a:lnTo>
                    <a:pt x="54800" y="430288"/>
                  </a:lnTo>
                  <a:lnTo>
                    <a:pt x="51676" y="425145"/>
                  </a:lnTo>
                  <a:lnTo>
                    <a:pt x="52527" y="423811"/>
                  </a:lnTo>
                  <a:lnTo>
                    <a:pt x="53327" y="422313"/>
                  </a:lnTo>
                  <a:lnTo>
                    <a:pt x="54343" y="420992"/>
                  </a:lnTo>
                  <a:lnTo>
                    <a:pt x="60464" y="411530"/>
                  </a:lnTo>
                  <a:lnTo>
                    <a:pt x="60439" y="411327"/>
                  </a:lnTo>
                  <a:lnTo>
                    <a:pt x="60401" y="410946"/>
                  </a:lnTo>
                  <a:lnTo>
                    <a:pt x="60020" y="407543"/>
                  </a:lnTo>
                  <a:lnTo>
                    <a:pt x="59944" y="406819"/>
                  </a:lnTo>
                  <a:lnTo>
                    <a:pt x="59829" y="406565"/>
                  </a:lnTo>
                  <a:lnTo>
                    <a:pt x="59715" y="406323"/>
                  </a:lnTo>
                  <a:lnTo>
                    <a:pt x="58978" y="404799"/>
                  </a:lnTo>
                  <a:lnTo>
                    <a:pt x="58343" y="404164"/>
                  </a:lnTo>
                  <a:lnTo>
                    <a:pt x="57289" y="403110"/>
                  </a:lnTo>
                  <a:lnTo>
                    <a:pt x="56337" y="401929"/>
                  </a:lnTo>
                  <a:lnTo>
                    <a:pt x="55943" y="401586"/>
                  </a:lnTo>
                  <a:lnTo>
                    <a:pt x="54432" y="400748"/>
                  </a:lnTo>
                  <a:lnTo>
                    <a:pt x="53505" y="400748"/>
                  </a:lnTo>
                  <a:lnTo>
                    <a:pt x="51130" y="400443"/>
                  </a:lnTo>
                  <a:lnTo>
                    <a:pt x="49999" y="400735"/>
                  </a:lnTo>
                  <a:lnTo>
                    <a:pt x="49999" y="413004"/>
                  </a:lnTo>
                  <a:lnTo>
                    <a:pt x="49301" y="413702"/>
                  </a:lnTo>
                  <a:lnTo>
                    <a:pt x="48615" y="414743"/>
                  </a:lnTo>
                  <a:lnTo>
                    <a:pt x="47002" y="415048"/>
                  </a:lnTo>
                  <a:lnTo>
                    <a:pt x="46024" y="414388"/>
                  </a:lnTo>
                  <a:lnTo>
                    <a:pt x="45110" y="414083"/>
                  </a:lnTo>
                  <a:lnTo>
                    <a:pt x="45872" y="413004"/>
                  </a:lnTo>
                  <a:lnTo>
                    <a:pt x="46596" y="412254"/>
                  </a:lnTo>
                  <a:lnTo>
                    <a:pt x="47561" y="411530"/>
                  </a:lnTo>
                  <a:lnTo>
                    <a:pt x="47980" y="411327"/>
                  </a:lnTo>
                  <a:lnTo>
                    <a:pt x="49085" y="412432"/>
                  </a:lnTo>
                  <a:lnTo>
                    <a:pt x="49999" y="413004"/>
                  </a:lnTo>
                  <a:lnTo>
                    <a:pt x="49999" y="400735"/>
                  </a:lnTo>
                  <a:lnTo>
                    <a:pt x="49669" y="400748"/>
                  </a:lnTo>
                  <a:lnTo>
                    <a:pt x="48056" y="401929"/>
                  </a:lnTo>
                  <a:lnTo>
                    <a:pt x="44665" y="403834"/>
                  </a:lnTo>
                  <a:lnTo>
                    <a:pt x="42100" y="404164"/>
                  </a:lnTo>
                  <a:lnTo>
                    <a:pt x="39662" y="400748"/>
                  </a:lnTo>
                  <a:lnTo>
                    <a:pt x="36855" y="396836"/>
                  </a:lnTo>
                  <a:lnTo>
                    <a:pt x="33274" y="399034"/>
                  </a:lnTo>
                  <a:lnTo>
                    <a:pt x="30505" y="400215"/>
                  </a:lnTo>
                  <a:lnTo>
                    <a:pt x="30340" y="400215"/>
                  </a:lnTo>
                  <a:lnTo>
                    <a:pt x="30213" y="400443"/>
                  </a:lnTo>
                  <a:lnTo>
                    <a:pt x="28981" y="402666"/>
                  </a:lnTo>
                  <a:lnTo>
                    <a:pt x="27609" y="404799"/>
                  </a:lnTo>
                  <a:lnTo>
                    <a:pt x="25996" y="406819"/>
                  </a:lnTo>
                  <a:lnTo>
                    <a:pt x="25323" y="407543"/>
                  </a:lnTo>
                  <a:lnTo>
                    <a:pt x="23088" y="406565"/>
                  </a:lnTo>
                  <a:lnTo>
                    <a:pt x="21602" y="406323"/>
                  </a:lnTo>
                  <a:lnTo>
                    <a:pt x="21945" y="404799"/>
                  </a:lnTo>
                  <a:lnTo>
                    <a:pt x="21958" y="402666"/>
                  </a:lnTo>
                  <a:lnTo>
                    <a:pt x="22720" y="402374"/>
                  </a:lnTo>
                  <a:lnTo>
                    <a:pt x="25285" y="401586"/>
                  </a:lnTo>
                  <a:lnTo>
                    <a:pt x="29349" y="400748"/>
                  </a:lnTo>
                  <a:lnTo>
                    <a:pt x="29972" y="400748"/>
                  </a:lnTo>
                  <a:lnTo>
                    <a:pt x="30238" y="400215"/>
                  </a:lnTo>
                  <a:lnTo>
                    <a:pt x="28448" y="395744"/>
                  </a:lnTo>
                  <a:lnTo>
                    <a:pt x="30530" y="389394"/>
                  </a:lnTo>
                  <a:lnTo>
                    <a:pt x="28194" y="387172"/>
                  </a:lnTo>
                  <a:lnTo>
                    <a:pt x="26174" y="385267"/>
                  </a:lnTo>
                  <a:lnTo>
                    <a:pt x="23406" y="386321"/>
                  </a:lnTo>
                  <a:lnTo>
                    <a:pt x="20866" y="386918"/>
                  </a:lnTo>
                  <a:lnTo>
                    <a:pt x="21285" y="386918"/>
                  </a:lnTo>
                  <a:lnTo>
                    <a:pt x="18681" y="387172"/>
                  </a:lnTo>
                  <a:lnTo>
                    <a:pt x="15265" y="387172"/>
                  </a:lnTo>
                  <a:lnTo>
                    <a:pt x="13093" y="383171"/>
                  </a:lnTo>
                  <a:lnTo>
                    <a:pt x="10655" y="386918"/>
                  </a:lnTo>
                  <a:lnTo>
                    <a:pt x="10706" y="393865"/>
                  </a:lnTo>
                  <a:lnTo>
                    <a:pt x="15748" y="399884"/>
                  </a:lnTo>
                  <a:lnTo>
                    <a:pt x="15633" y="400215"/>
                  </a:lnTo>
                  <a:lnTo>
                    <a:pt x="15557" y="400443"/>
                  </a:lnTo>
                  <a:lnTo>
                    <a:pt x="15455" y="400748"/>
                  </a:lnTo>
                  <a:lnTo>
                    <a:pt x="12979" y="408025"/>
                  </a:lnTo>
                  <a:lnTo>
                    <a:pt x="14465" y="409727"/>
                  </a:lnTo>
                  <a:lnTo>
                    <a:pt x="15341" y="410946"/>
                  </a:lnTo>
                  <a:lnTo>
                    <a:pt x="18592" y="416115"/>
                  </a:lnTo>
                  <a:lnTo>
                    <a:pt x="22225" y="420992"/>
                  </a:lnTo>
                  <a:lnTo>
                    <a:pt x="26390" y="425742"/>
                  </a:lnTo>
                  <a:lnTo>
                    <a:pt x="29794" y="429463"/>
                  </a:lnTo>
                  <a:lnTo>
                    <a:pt x="31762" y="433997"/>
                  </a:lnTo>
                  <a:lnTo>
                    <a:pt x="32169" y="439204"/>
                  </a:lnTo>
                  <a:lnTo>
                    <a:pt x="32778" y="444030"/>
                  </a:lnTo>
                  <a:lnTo>
                    <a:pt x="41821" y="444030"/>
                  </a:lnTo>
                  <a:lnTo>
                    <a:pt x="61112" y="444030"/>
                  </a:lnTo>
                  <a:lnTo>
                    <a:pt x="61607" y="442798"/>
                  </a:lnTo>
                  <a:lnTo>
                    <a:pt x="56502" y="436448"/>
                  </a:lnTo>
                  <a:lnTo>
                    <a:pt x="60769" y="430288"/>
                  </a:lnTo>
                  <a:lnTo>
                    <a:pt x="63271" y="426669"/>
                  </a:lnTo>
                  <a:close/>
                </a:path>
                <a:path w="975359" h="1003300">
                  <a:moveTo>
                    <a:pt x="65316" y="268947"/>
                  </a:moveTo>
                  <a:lnTo>
                    <a:pt x="63157" y="268008"/>
                  </a:lnTo>
                  <a:lnTo>
                    <a:pt x="60947" y="267220"/>
                  </a:lnTo>
                  <a:lnTo>
                    <a:pt x="58674" y="266598"/>
                  </a:lnTo>
                  <a:lnTo>
                    <a:pt x="58153" y="266496"/>
                  </a:lnTo>
                  <a:lnTo>
                    <a:pt x="56794" y="268401"/>
                  </a:lnTo>
                  <a:lnTo>
                    <a:pt x="57988" y="270040"/>
                  </a:lnTo>
                  <a:lnTo>
                    <a:pt x="59385" y="271500"/>
                  </a:lnTo>
                  <a:lnTo>
                    <a:pt x="60947" y="272770"/>
                  </a:lnTo>
                  <a:lnTo>
                    <a:pt x="62522" y="271640"/>
                  </a:lnTo>
                  <a:lnTo>
                    <a:pt x="63982" y="270357"/>
                  </a:lnTo>
                  <a:lnTo>
                    <a:pt x="65316" y="268947"/>
                  </a:lnTo>
                  <a:close/>
                </a:path>
                <a:path w="975359" h="1003300">
                  <a:moveTo>
                    <a:pt x="69761" y="256641"/>
                  </a:moveTo>
                  <a:lnTo>
                    <a:pt x="68948" y="248932"/>
                  </a:lnTo>
                  <a:lnTo>
                    <a:pt x="56324" y="254444"/>
                  </a:lnTo>
                  <a:lnTo>
                    <a:pt x="53797" y="261874"/>
                  </a:lnTo>
                  <a:lnTo>
                    <a:pt x="56337" y="259981"/>
                  </a:lnTo>
                  <a:lnTo>
                    <a:pt x="59131" y="258330"/>
                  </a:lnTo>
                  <a:lnTo>
                    <a:pt x="63715" y="254203"/>
                  </a:lnTo>
                  <a:lnTo>
                    <a:pt x="69761" y="256641"/>
                  </a:lnTo>
                  <a:close/>
                </a:path>
                <a:path w="975359" h="1003300">
                  <a:moveTo>
                    <a:pt x="71716" y="478409"/>
                  </a:moveTo>
                  <a:lnTo>
                    <a:pt x="70459" y="476034"/>
                  </a:lnTo>
                  <a:lnTo>
                    <a:pt x="68478" y="475005"/>
                  </a:lnTo>
                  <a:lnTo>
                    <a:pt x="66954" y="473735"/>
                  </a:lnTo>
                  <a:lnTo>
                    <a:pt x="66268" y="475056"/>
                  </a:lnTo>
                  <a:lnTo>
                    <a:pt x="65087" y="476377"/>
                  </a:lnTo>
                  <a:lnTo>
                    <a:pt x="65087" y="477685"/>
                  </a:lnTo>
                  <a:lnTo>
                    <a:pt x="65112" y="478853"/>
                  </a:lnTo>
                  <a:lnTo>
                    <a:pt x="66548" y="479958"/>
                  </a:lnTo>
                  <a:lnTo>
                    <a:pt x="68453" y="482574"/>
                  </a:lnTo>
                  <a:lnTo>
                    <a:pt x="69837" y="480326"/>
                  </a:lnTo>
                  <a:lnTo>
                    <a:pt x="71716" y="478409"/>
                  </a:lnTo>
                  <a:close/>
                </a:path>
                <a:path w="975359" h="1003300">
                  <a:moveTo>
                    <a:pt x="78384" y="633526"/>
                  </a:moveTo>
                  <a:lnTo>
                    <a:pt x="78028" y="633857"/>
                  </a:lnTo>
                  <a:lnTo>
                    <a:pt x="78308" y="634136"/>
                  </a:lnTo>
                  <a:lnTo>
                    <a:pt x="78384" y="633526"/>
                  </a:lnTo>
                  <a:close/>
                </a:path>
                <a:path w="975359" h="1003300">
                  <a:moveTo>
                    <a:pt x="80505" y="406730"/>
                  </a:moveTo>
                  <a:lnTo>
                    <a:pt x="77584" y="401472"/>
                  </a:lnTo>
                  <a:lnTo>
                    <a:pt x="74523" y="399554"/>
                  </a:lnTo>
                  <a:lnTo>
                    <a:pt x="70586" y="400926"/>
                  </a:lnTo>
                  <a:lnTo>
                    <a:pt x="68694" y="402666"/>
                  </a:lnTo>
                  <a:lnTo>
                    <a:pt x="67538" y="405231"/>
                  </a:lnTo>
                  <a:lnTo>
                    <a:pt x="66878" y="407479"/>
                  </a:lnTo>
                  <a:lnTo>
                    <a:pt x="68427" y="410413"/>
                  </a:lnTo>
                  <a:lnTo>
                    <a:pt x="69202" y="413321"/>
                  </a:lnTo>
                  <a:lnTo>
                    <a:pt x="70053" y="413423"/>
                  </a:lnTo>
                  <a:lnTo>
                    <a:pt x="70561" y="413626"/>
                  </a:lnTo>
                  <a:lnTo>
                    <a:pt x="75057" y="413677"/>
                  </a:lnTo>
                  <a:lnTo>
                    <a:pt x="80505" y="406730"/>
                  </a:lnTo>
                  <a:close/>
                </a:path>
                <a:path w="975359" h="1003300">
                  <a:moveTo>
                    <a:pt x="87528" y="386689"/>
                  </a:moveTo>
                  <a:lnTo>
                    <a:pt x="77558" y="353364"/>
                  </a:lnTo>
                  <a:lnTo>
                    <a:pt x="75946" y="352145"/>
                  </a:lnTo>
                  <a:lnTo>
                    <a:pt x="74129" y="351561"/>
                  </a:lnTo>
                  <a:lnTo>
                    <a:pt x="70446" y="351561"/>
                  </a:lnTo>
                  <a:lnTo>
                    <a:pt x="68287" y="352425"/>
                  </a:lnTo>
                  <a:lnTo>
                    <a:pt x="66776" y="353783"/>
                  </a:lnTo>
                  <a:lnTo>
                    <a:pt x="69824" y="360299"/>
                  </a:lnTo>
                  <a:lnTo>
                    <a:pt x="70345" y="366991"/>
                  </a:lnTo>
                  <a:lnTo>
                    <a:pt x="69659" y="373748"/>
                  </a:lnTo>
                  <a:lnTo>
                    <a:pt x="69100" y="380479"/>
                  </a:lnTo>
                  <a:lnTo>
                    <a:pt x="61404" y="386397"/>
                  </a:lnTo>
                  <a:lnTo>
                    <a:pt x="61391" y="386689"/>
                  </a:lnTo>
                  <a:lnTo>
                    <a:pt x="63246" y="394690"/>
                  </a:lnTo>
                  <a:lnTo>
                    <a:pt x="70192" y="388988"/>
                  </a:lnTo>
                  <a:lnTo>
                    <a:pt x="86956" y="393458"/>
                  </a:lnTo>
                  <a:lnTo>
                    <a:pt x="87325" y="388988"/>
                  </a:lnTo>
                  <a:lnTo>
                    <a:pt x="87528" y="386689"/>
                  </a:lnTo>
                  <a:close/>
                </a:path>
                <a:path w="975359" h="1003300">
                  <a:moveTo>
                    <a:pt x="89192" y="269582"/>
                  </a:moveTo>
                  <a:lnTo>
                    <a:pt x="89179" y="269214"/>
                  </a:lnTo>
                  <a:lnTo>
                    <a:pt x="88925" y="269417"/>
                  </a:lnTo>
                  <a:lnTo>
                    <a:pt x="89192" y="269582"/>
                  </a:lnTo>
                  <a:close/>
                </a:path>
                <a:path w="975359" h="1003300">
                  <a:moveTo>
                    <a:pt x="89408" y="568934"/>
                  </a:moveTo>
                  <a:lnTo>
                    <a:pt x="88163" y="566915"/>
                  </a:lnTo>
                  <a:lnTo>
                    <a:pt x="84442" y="566978"/>
                  </a:lnTo>
                  <a:lnTo>
                    <a:pt x="81826" y="574205"/>
                  </a:lnTo>
                  <a:lnTo>
                    <a:pt x="85483" y="575043"/>
                  </a:lnTo>
                  <a:lnTo>
                    <a:pt x="88353" y="574916"/>
                  </a:lnTo>
                  <a:lnTo>
                    <a:pt x="89408" y="568934"/>
                  </a:lnTo>
                  <a:close/>
                </a:path>
                <a:path w="975359" h="1003300">
                  <a:moveTo>
                    <a:pt x="90614" y="189141"/>
                  </a:moveTo>
                  <a:lnTo>
                    <a:pt x="90385" y="188861"/>
                  </a:lnTo>
                  <a:lnTo>
                    <a:pt x="90449" y="189141"/>
                  </a:lnTo>
                  <a:lnTo>
                    <a:pt x="90512" y="189382"/>
                  </a:lnTo>
                  <a:lnTo>
                    <a:pt x="90614" y="189141"/>
                  </a:lnTo>
                  <a:close/>
                </a:path>
                <a:path w="975359" h="1003300">
                  <a:moveTo>
                    <a:pt x="91998" y="519976"/>
                  </a:moveTo>
                  <a:lnTo>
                    <a:pt x="83121" y="521601"/>
                  </a:lnTo>
                  <a:lnTo>
                    <a:pt x="78968" y="522452"/>
                  </a:lnTo>
                  <a:lnTo>
                    <a:pt x="78917" y="522897"/>
                  </a:lnTo>
                  <a:lnTo>
                    <a:pt x="78917" y="523354"/>
                  </a:lnTo>
                  <a:lnTo>
                    <a:pt x="78968" y="523798"/>
                  </a:lnTo>
                  <a:lnTo>
                    <a:pt x="89560" y="525856"/>
                  </a:lnTo>
                  <a:lnTo>
                    <a:pt x="91998" y="519976"/>
                  </a:lnTo>
                  <a:close/>
                </a:path>
                <a:path w="975359" h="1003300">
                  <a:moveTo>
                    <a:pt x="94551" y="204927"/>
                  </a:moveTo>
                  <a:lnTo>
                    <a:pt x="93891" y="202361"/>
                  </a:lnTo>
                  <a:lnTo>
                    <a:pt x="93802" y="202044"/>
                  </a:lnTo>
                  <a:lnTo>
                    <a:pt x="90512" y="189382"/>
                  </a:lnTo>
                  <a:lnTo>
                    <a:pt x="84823" y="202361"/>
                  </a:lnTo>
                  <a:lnTo>
                    <a:pt x="82905" y="200850"/>
                  </a:lnTo>
                  <a:lnTo>
                    <a:pt x="80810" y="199605"/>
                  </a:lnTo>
                  <a:lnTo>
                    <a:pt x="78486" y="198640"/>
                  </a:lnTo>
                  <a:lnTo>
                    <a:pt x="78257" y="198640"/>
                  </a:lnTo>
                  <a:lnTo>
                    <a:pt x="76479" y="198488"/>
                  </a:lnTo>
                  <a:lnTo>
                    <a:pt x="74422" y="198640"/>
                  </a:lnTo>
                  <a:lnTo>
                    <a:pt x="73660" y="198805"/>
                  </a:lnTo>
                  <a:lnTo>
                    <a:pt x="72644" y="200660"/>
                  </a:lnTo>
                  <a:lnTo>
                    <a:pt x="72745" y="202044"/>
                  </a:lnTo>
                  <a:lnTo>
                    <a:pt x="72821" y="202361"/>
                  </a:lnTo>
                  <a:lnTo>
                    <a:pt x="73101" y="203492"/>
                  </a:lnTo>
                  <a:lnTo>
                    <a:pt x="74853" y="208902"/>
                  </a:lnTo>
                  <a:lnTo>
                    <a:pt x="74396" y="210743"/>
                  </a:lnTo>
                  <a:lnTo>
                    <a:pt x="73926" y="212458"/>
                  </a:lnTo>
                  <a:lnTo>
                    <a:pt x="69405" y="214083"/>
                  </a:lnTo>
                  <a:lnTo>
                    <a:pt x="66624" y="214795"/>
                  </a:lnTo>
                  <a:lnTo>
                    <a:pt x="64617" y="215099"/>
                  </a:lnTo>
                  <a:lnTo>
                    <a:pt x="62522" y="218884"/>
                  </a:lnTo>
                  <a:lnTo>
                    <a:pt x="68033" y="231140"/>
                  </a:lnTo>
                  <a:lnTo>
                    <a:pt x="83299" y="236029"/>
                  </a:lnTo>
                  <a:lnTo>
                    <a:pt x="84518" y="230644"/>
                  </a:lnTo>
                  <a:lnTo>
                    <a:pt x="87668" y="225069"/>
                  </a:lnTo>
                  <a:lnTo>
                    <a:pt x="84086" y="215582"/>
                  </a:lnTo>
                  <a:lnTo>
                    <a:pt x="86017" y="213537"/>
                  </a:lnTo>
                  <a:lnTo>
                    <a:pt x="89725" y="210743"/>
                  </a:lnTo>
                  <a:lnTo>
                    <a:pt x="91617" y="208902"/>
                  </a:lnTo>
                  <a:lnTo>
                    <a:pt x="93154" y="207035"/>
                  </a:lnTo>
                  <a:lnTo>
                    <a:pt x="94551" y="204927"/>
                  </a:lnTo>
                  <a:close/>
                </a:path>
                <a:path w="975359" h="1003300">
                  <a:moveTo>
                    <a:pt x="102400" y="187439"/>
                  </a:moveTo>
                  <a:lnTo>
                    <a:pt x="102019" y="187096"/>
                  </a:lnTo>
                  <a:lnTo>
                    <a:pt x="102222" y="187439"/>
                  </a:lnTo>
                  <a:lnTo>
                    <a:pt x="102400" y="187439"/>
                  </a:lnTo>
                  <a:close/>
                </a:path>
                <a:path w="975359" h="1003300">
                  <a:moveTo>
                    <a:pt x="103898" y="193230"/>
                  </a:moveTo>
                  <a:lnTo>
                    <a:pt x="103746" y="191731"/>
                  </a:lnTo>
                  <a:lnTo>
                    <a:pt x="103454" y="190080"/>
                  </a:lnTo>
                  <a:lnTo>
                    <a:pt x="102870" y="188531"/>
                  </a:lnTo>
                  <a:lnTo>
                    <a:pt x="102235" y="187464"/>
                  </a:lnTo>
                  <a:lnTo>
                    <a:pt x="90690" y="189128"/>
                  </a:lnTo>
                  <a:lnTo>
                    <a:pt x="93014" y="191020"/>
                  </a:lnTo>
                  <a:lnTo>
                    <a:pt x="95478" y="193230"/>
                  </a:lnTo>
                  <a:lnTo>
                    <a:pt x="98132" y="195148"/>
                  </a:lnTo>
                  <a:lnTo>
                    <a:pt x="99415" y="195973"/>
                  </a:lnTo>
                  <a:lnTo>
                    <a:pt x="100736" y="195973"/>
                  </a:lnTo>
                  <a:lnTo>
                    <a:pt x="103327" y="194398"/>
                  </a:lnTo>
                  <a:lnTo>
                    <a:pt x="103898" y="193230"/>
                  </a:lnTo>
                  <a:close/>
                </a:path>
                <a:path w="975359" h="1003300">
                  <a:moveTo>
                    <a:pt x="105168" y="726859"/>
                  </a:moveTo>
                  <a:lnTo>
                    <a:pt x="105041" y="723760"/>
                  </a:lnTo>
                  <a:lnTo>
                    <a:pt x="103924" y="722210"/>
                  </a:lnTo>
                  <a:lnTo>
                    <a:pt x="101942" y="721296"/>
                  </a:lnTo>
                  <a:lnTo>
                    <a:pt x="94665" y="720039"/>
                  </a:lnTo>
                  <a:lnTo>
                    <a:pt x="87553" y="720166"/>
                  </a:lnTo>
                  <a:lnTo>
                    <a:pt x="80606" y="721690"/>
                  </a:lnTo>
                  <a:lnTo>
                    <a:pt x="74599" y="724281"/>
                  </a:lnTo>
                  <a:lnTo>
                    <a:pt x="74091" y="724281"/>
                  </a:lnTo>
                  <a:lnTo>
                    <a:pt x="73761" y="723849"/>
                  </a:lnTo>
                  <a:lnTo>
                    <a:pt x="73812" y="724306"/>
                  </a:lnTo>
                  <a:lnTo>
                    <a:pt x="73901" y="724522"/>
                  </a:lnTo>
                  <a:lnTo>
                    <a:pt x="74358" y="724395"/>
                  </a:lnTo>
                  <a:lnTo>
                    <a:pt x="79286" y="726274"/>
                  </a:lnTo>
                  <a:lnTo>
                    <a:pt x="84404" y="728472"/>
                  </a:lnTo>
                  <a:lnTo>
                    <a:pt x="89687" y="730173"/>
                  </a:lnTo>
                  <a:lnTo>
                    <a:pt x="91732" y="730173"/>
                  </a:lnTo>
                  <a:lnTo>
                    <a:pt x="92849" y="729780"/>
                  </a:lnTo>
                  <a:lnTo>
                    <a:pt x="94081" y="728599"/>
                  </a:lnTo>
                  <a:lnTo>
                    <a:pt x="94183" y="728472"/>
                  </a:lnTo>
                  <a:lnTo>
                    <a:pt x="94805" y="727684"/>
                  </a:lnTo>
                  <a:lnTo>
                    <a:pt x="95770" y="727151"/>
                  </a:lnTo>
                  <a:lnTo>
                    <a:pt x="98069" y="726859"/>
                  </a:lnTo>
                  <a:lnTo>
                    <a:pt x="99110" y="727151"/>
                  </a:lnTo>
                  <a:lnTo>
                    <a:pt x="100037" y="727862"/>
                  </a:lnTo>
                  <a:lnTo>
                    <a:pt x="102336" y="729373"/>
                  </a:lnTo>
                  <a:lnTo>
                    <a:pt x="104635" y="728599"/>
                  </a:lnTo>
                  <a:lnTo>
                    <a:pt x="104952" y="728472"/>
                  </a:lnTo>
                  <a:lnTo>
                    <a:pt x="105054" y="727684"/>
                  </a:lnTo>
                  <a:lnTo>
                    <a:pt x="105168" y="726859"/>
                  </a:lnTo>
                  <a:close/>
                </a:path>
                <a:path w="975359" h="1003300">
                  <a:moveTo>
                    <a:pt x="107924" y="311912"/>
                  </a:moveTo>
                  <a:lnTo>
                    <a:pt x="98272" y="309803"/>
                  </a:lnTo>
                  <a:lnTo>
                    <a:pt x="98272" y="317119"/>
                  </a:lnTo>
                  <a:lnTo>
                    <a:pt x="91617" y="317119"/>
                  </a:lnTo>
                  <a:lnTo>
                    <a:pt x="91668" y="316750"/>
                  </a:lnTo>
                  <a:lnTo>
                    <a:pt x="91795" y="315976"/>
                  </a:lnTo>
                  <a:lnTo>
                    <a:pt x="91909" y="315277"/>
                  </a:lnTo>
                  <a:lnTo>
                    <a:pt x="98272" y="317119"/>
                  </a:lnTo>
                  <a:lnTo>
                    <a:pt x="98272" y="309803"/>
                  </a:lnTo>
                  <a:lnTo>
                    <a:pt x="82511" y="306349"/>
                  </a:lnTo>
                  <a:lnTo>
                    <a:pt x="89611" y="293319"/>
                  </a:lnTo>
                  <a:lnTo>
                    <a:pt x="85788" y="289725"/>
                  </a:lnTo>
                  <a:lnTo>
                    <a:pt x="84569" y="291211"/>
                  </a:lnTo>
                  <a:lnTo>
                    <a:pt x="83007" y="292798"/>
                  </a:lnTo>
                  <a:lnTo>
                    <a:pt x="81292" y="294246"/>
                  </a:lnTo>
                  <a:lnTo>
                    <a:pt x="72644" y="300329"/>
                  </a:lnTo>
                  <a:lnTo>
                    <a:pt x="70700" y="311912"/>
                  </a:lnTo>
                  <a:lnTo>
                    <a:pt x="68605" y="311645"/>
                  </a:lnTo>
                  <a:lnTo>
                    <a:pt x="66535" y="311251"/>
                  </a:lnTo>
                  <a:lnTo>
                    <a:pt x="64490" y="310756"/>
                  </a:lnTo>
                  <a:lnTo>
                    <a:pt x="61252" y="309321"/>
                  </a:lnTo>
                  <a:lnTo>
                    <a:pt x="57950" y="309156"/>
                  </a:lnTo>
                  <a:lnTo>
                    <a:pt x="51523" y="311251"/>
                  </a:lnTo>
                  <a:lnTo>
                    <a:pt x="51346" y="311251"/>
                  </a:lnTo>
                  <a:lnTo>
                    <a:pt x="48653" y="313423"/>
                  </a:lnTo>
                  <a:lnTo>
                    <a:pt x="46888" y="316496"/>
                  </a:lnTo>
                  <a:lnTo>
                    <a:pt x="46164" y="317652"/>
                  </a:lnTo>
                  <a:lnTo>
                    <a:pt x="43980" y="317893"/>
                  </a:lnTo>
                  <a:lnTo>
                    <a:pt x="42481" y="318541"/>
                  </a:lnTo>
                  <a:lnTo>
                    <a:pt x="41516" y="315976"/>
                  </a:lnTo>
                  <a:lnTo>
                    <a:pt x="41414" y="315734"/>
                  </a:lnTo>
                  <a:lnTo>
                    <a:pt x="41262" y="315976"/>
                  </a:lnTo>
                  <a:lnTo>
                    <a:pt x="33375" y="312674"/>
                  </a:lnTo>
                  <a:lnTo>
                    <a:pt x="30848" y="316877"/>
                  </a:lnTo>
                  <a:lnTo>
                    <a:pt x="28663" y="320154"/>
                  </a:lnTo>
                  <a:lnTo>
                    <a:pt x="32473" y="323951"/>
                  </a:lnTo>
                  <a:lnTo>
                    <a:pt x="37198" y="331978"/>
                  </a:lnTo>
                  <a:lnTo>
                    <a:pt x="24117" y="339826"/>
                  </a:lnTo>
                  <a:lnTo>
                    <a:pt x="23926" y="339826"/>
                  </a:lnTo>
                  <a:lnTo>
                    <a:pt x="26936" y="358660"/>
                  </a:lnTo>
                  <a:lnTo>
                    <a:pt x="36817" y="365645"/>
                  </a:lnTo>
                  <a:lnTo>
                    <a:pt x="36868" y="366115"/>
                  </a:lnTo>
                  <a:lnTo>
                    <a:pt x="44894" y="365290"/>
                  </a:lnTo>
                  <a:lnTo>
                    <a:pt x="49911" y="367474"/>
                  </a:lnTo>
                  <a:lnTo>
                    <a:pt x="51765" y="365290"/>
                  </a:lnTo>
                  <a:lnTo>
                    <a:pt x="53492" y="363283"/>
                  </a:lnTo>
                  <a:lnTo>
                    <a:pt x="54825" y="361569"/>
                  </a:lnTo>
                  <a:lnTo>
                    <a:pt x="56057" y="359791"/>
                  </a:lnTo>
                  <a:lnTo>
                    <a:pt x="57200" y="357936"/>
                  </a:lnTo>
                  <a:lnTo>
                    <a:pt x="54978" y="352463"/>
                  </a:lnTo>
                  <a:lnTo>
                    <a:pt x="48298" y="349694"/>
                  </a:lnTo>
                  <a:lnTo>
                    <a:pt x="49936" y="342125"/>
                  </a:lnTo>
                  <a:lnTo>
                    <a:pt x="57378" y="341744"/>
                  </a:lnTo>
                  <a:lnTo>
                    <a:pt x="55346" y="341744"/>
                  </a:lnTo>
                  <a:lnTo>
                    <a:pt x="60883" y="339826"/>
                  </a:lnTo>
                  <a:lnTo>
                    <a:pt x="64871" y="341744"/>
                  </a:lnTo>
                  <a:lnTo>
                    <a:pt x="67906" y="343890"/>
                  </a:lnTo>
                  <a:lnTo>
                    <a:pt x="71297" y="344906"/>
                  </a:lnTo>
                  <a:lnTo>
                    <a:pt x="78740" y="344703"/>
                  </a:lnTo>
                  <a:lnTo>
                    <a:pt x="82067" y="343496"/>
                  </a:lnTo>
                  <a:lnTo>
                    <a:pt x="85661" y="340639"/>
                  </a:lnTo>
                  <a:lnTo>
                    <a:pt x="88328" y="342557"/>
                  </a:lnTo>
                  <a:lnTo>
                    <a:pt x="91020" y="343763"/>
                  </a:lnTo>
                  <a:lnTo>
                    <a:pt x="90919" y="342557"/>
                  </a:lnTo>
                  <a:lnTo>
                    <a:pt x="90817" y="341579"/>
                  </a:lnTo>
                  <a:lnTo>
                    <a:pt x="90665" y="340639"/>
                  </a:lnTo>
                  <a:lnTo>
                    <a:pt x="90449" y="339420"/>
                  </a:lnTo>
                  <a:lnTo>
                    <a:pt x="89916" y="337299"/>
                  </a:lnTo>
                  <a:lnTo>
                    <a:pt x="89535" y="335584"/>
                  </a:lnTo>
                  <a:lnTo>
                    <a:pt x="88684" y="334149"/>
                  </a:lnTo>
                  <a:lnTo>
                    <a:pt x="87363" y="332994"/>
                  </a:lnTo>
                  <a:lnTo>
                    <a:pt x="82791" y="330390"/>
                  </a:lnTo>
                  <a:lnTo>
                    <a:pt x="77939" y="328256"/>
                  </a:lnTo>
                  <a:lnTo>
                    <a:pt x="73253" y="325970"/>
                  </a:lnTo>
                  <a:lnTo>
                    <a:pt x="75907" y="320497"/>
                  </a:lnTo>
                  <a:lnTo>
                    <a:pt x="79171" y="322478"/>
                  </a:lnTo>
                  <a:lnTo>
                    <a:pt x="89662" y="325666"/>
                  </a:lnTo>
                  <a:lnTo>
                    <a:pt x="96050" y="325221"/>
                  </a:lnTo>
                  <a:lnTo>
                    <a:pt x="96139" y="324993"/>
                  </a:lnTo>
                  <a:lnTo>
                    <a:pt x="98069" y="320497"/>
                  </a:lnTo>
                  <a:lnTo>
                    <a:pt x="98920" y="318541"/>
                  </a:lnTo>
                  <a:lnTo>
                    <a:pt x="99428" y="317360"/>
                  </a:lnTo>
                  <a:lnTo>
                    <a:pt x="100698" y="317119"/>
                  </a:lnTo>
                  <a:lnTo>
                    <a:pt x="102666" y="316750"/>
                  </a:lnTo>
                  <a:lnTo>
                    <a:pt x="107315" y="318541"/>
                  </a:lnTo>
                  <a:lnTo>
                    <a:pt x="107632" y="318541"/>
                  </a:lnTo>
                  <a:lnTo>
                    <a:pt x="107708" y="316750"/>
                  </a:lnTo>
                  <a:lnTo>
                    <a:pt x="107784" y="315277"/>
                  </a:lnTo>
                  <a:lnTo>
                    <a:pt x="107861" y="313423"/>
                  </a:lnTo>
                  <a:lnTo>
                    <a:pt x="107924" y="311912"/>
                  </a:lnTo>
                  <a:close/>
                </a:path>
                <a:path w="975359" h="1003300">
                  <a:moveTo>
                    <a:pt x="111188" y="146558"/>
                  </a:moveTo>
                  <a:lnTo>
                    <a:pt x="109232" y="148755"/>
                  </a:lnTo>
                  <a:lnTo>
                    <a:pt x="110807" y="147840"/>
                  </a:lnTo>
                  <a:lnTo>
                    <a:pt x="111188" y="146558"/>
                  </a:lnTo>
                  <a:close/>
                </a:path>
                <a:path w="975359" h="1003300">
                  <a:moveTo>
                    <a:pt x="116293" y="626833"/>
                  </a:moveTo>
                  <a:lnTo>
                    <a:pt x="115303" y="624293"/>
                  </a:lnTo>
                  <a:lnTo>
                    <a:pt x="114757" y="623023"/>
                  </a:lnTo>
                  <a:lnTo>
                    <a:pt x="105067" y="630643"/>
                  </a:lnTo>
                  <a:lnTo>
                    <a:pt x="97967" y="624293"/>
                  </a:lnTo>
                  <a:lnTo>
                    <a:pt x="91478" y="619213"/>
                  </a:lnTo>
                  <a:lnTo>
                    <a:pt x="87528" y="615403"/>
                  </a:lnTo>
                  <a:lnTo>
                    <a:pt x="86487" y="615403"/>
                  </a:lnTo>
                  <a:lnTo>
                    <a:pt x="82804" y="616673"/>
                  </a:lnTo>
                  <a:lnTo>
                    <a:pt x="77939" y="619213"/>
                  </a:lnTo>
                  <a:lnTo>
                    <a:pt x="75692" y="611593"/>
                  </a:lnTo>
                  <a:lnTo>
                    <a:pt x="75933" y="611593"/>
                  </a:lnTo>
                  <a:lnTo>
                    <a:pt x="78917" y="607783"/>
                  </a:lnTo>
                  <a:lnTo>
                    <a:pt x="80225" y="605243"/>
                  </a:lnTo>
                  <a:lnTo>
                    <a:pt x="75996" y="605243"/>
                  </a:lnTo>
                  <a:lnTo>
                    <a:pt x="72644" y="603973"/>
                  </a:lnTo>
                  <a:lnTo>
                    <a:pt x="70688" y="598893"/>
                  </a:lnTo>
                  <a:lnTo>
                    <a:pt x="78778" y="588733"/>
                  </a:lnTo>
                  <a:lnTo>
                    <a:pt x="79946" y="587463"/>
                  </a:lnTo>
                  <a:lnTo>
                    <a:pt x="69380" y="572223"/>
                  </a:lnTo>
                  <a:lnTo>
                    <a:pt x="68173" y="570953"/>
                  </a:lnTo>
                  <a:lnTo>
                    <a:pt x="69392" y="567143"/>
                  </a:lnTo>
                  <a:lnTo>
                    <a:pt x="75933" y="568413"/>
                  </a:lnTo>
                  <a:lnTo>
                    <a:pt x="75323" y="567143"/>
                  </a:lnTo>
                  <a:lnTo>
                    <a:pt x="73380" y="562063"/>
                  </a:lnTo>
                  <a:lnTo>
                    <a:pt x="60896" y="562063"/>
                  </a:lnTo>
                  <a:lnTo>
                    <a:pt x="60896" y="574763"/>
                  </a:lnTo>
                  <a:lnTo>
                    <a:pt x="60693" y="576033"/>
                  </a:lnTo>
                  <a:lnTo>
                    <a:pt x="59829" y="579843"/>
                  </a:lnTo>
                  <a:lnTo>
                    <a:pt x="58737" y="584923"/>
                  </a:lnTo>
                  <a:lnTo>
                    <a:pt x="57429" y="588733"/>
                  </a:lnTo>
                  <a:lnTo>
                    <a:pt x="46710" y="581113"/>
                  </a:lnTo>
                  <a:lnTo>
                    <a:pt x="49225" y="576033"/>
                  </a:lnTo>
                  <a:lnTo>
                    <a:pt x="56007" y="581113"/>
                  </a:lnTo>
                  <a:lnTo>
                    <a:pt x="57708" y="576033"/>
                  </a:lnTo>
                  <a:lnTo>
                    <a:pt x="58902" y="572287"/>
                  </a:lnTo>
                  <a:lnTo>
                    <a:pt x="60896" y="574763"/>
                  </a:lnTo>
                  <a:lnTo>
                    <a:pt x="60896" y="562063"/>
                  </a:lnTo>
                  <a:lnTo>
                    <a:pt x="59880" y="562063"/>
                  </a:lnTo>
                  <a:lnTo>
                    <a:pt x="53505" y="560793"/>
                  </a:lnTo>
                  <a:lnTo>
                    <a:pt x="47256" y="558253"/>
                  </a:lnTo>
                  <a:lnTo>
                    <a:pt x="46672" y="558253"/>
                  </a:lnTo>
                  <a:lnTo>
                    <a:pt x="46685" y="556983"/>
                  </a:lnTo>
                  <a:lnTo>
                    <a:pt x="46189" y="554443"/>
                  </a:lnTo>
                  <a:lnTo>
                    <a:pt x="46380" y="554443"/>
                  </a:lnTo>
                  <a:lnTo>
                    <a:pt x="54889" y="551903"/>
                  </a:lnTo>
                  <a:lnTo>
                    <a:pt x="65557" y="558253"/>
                  </a:lnTo>
                  <a:lnTo>
                    <a:pt x="68668" y="553173"/>
                  </a:lnTo>
                  <a:lnTo>
                    <a:pt x="68808" y="551903"/>
                  </a:lnTo>
                  <a:lnTo>
                    <a:pt x="68897" y="550633"/>
                  </a:lnTo>
                  <a:lnTo>
                    <a:pt x="68973" y="549363"/>
                  </a:lnTo>
                  <a:lnTo>
                    <a:pt x="69049" y="548093"/>
                  </a:lnTo>
                  <a:lnTo>
                    <a:pt x="69430" y="548093"/>
                  </a:lnTo>
                  <a:lnTo>
                    <a:pt x="74142" y="546925"/>
                  </a:lnTo>
                  <a:lnTo>
                    <a:pt x="74193" y="548093"/>
                  </a:lnTo>
                  <a:lnTo>
                    <a:pt x="74523" y="546823"/>
                  </a:lnTo>
                  <a:lnTo>
                    <a:pt x="74142" y="546823"/>
                  </a:lnTo>
                  <a:lnTo>
                    <a:pt x="73748" y="545553"/>
                  </a:lnTo>
                  <a:lnTo>
                    <a:pt x="72377" y="543013"/>
                  </a:lnTo>
                  <a:lnTo>
                    <a:pt x="69227" y="540473"/>
                  </a:lnTo>
                  <a:lnTo>
                    <a:pt x="67945" y="540473"/>
                  </a:lnTo>
                  <a:lnTo>
                    <a:pt x="65532" y="539203"/>
                  </a:lnTo>
                  <a:lnTo>
                    <a:pt x="63246" y="540473"/>
                  </a:lnTo>
                  <a:lnTo>
                    <a:pt x="54876" y="540473"/>
                  </a:lnTo>
                  <a:lnTo>
                    <a:pt x="54000" y="539203"/>
                  </a:lnTo>
                  <a:lnTo>
                    <a:pt x="54254" y="536663"/>
                  </a:lnTo>
                  <a:lnTo>
                    <a:pt x="54406" y="535393"/>
                  </a:lnTo>
                  <a:lnTo>
                    <a:pt x="55372" y="529043"/>
                  </a:lnTo>
                  <a:lnTo>
                    <a:pt x="62471" y="534123"/>
                  </a:lnTo>
                  <a:lnTo>
                    <a:pt x="69075" y="529043"/>
                  </a:lnTo>
                  <a:lnTo>
                    <a:pt x="69621" y="529043"/>
                  </a:lnTo>
                  <a:lnTo>
                    <a:pt x="63080" y="525233"/>
                  </a:lnTo>
                  <a:lnTo>
                    <a:pt x="62966" y="521423"/>
                  </a:lnTo>
                  <a:lnTo>
                    <a:pt x="62915" y="520153"/>
                  </a:lnTo>
                  <a:lnTo>
                    <a:pt x="62814" y="517613"/>
                  </a:lnTo>
                  <a:lnTo>
                    <a:pt x="60045" y="512533"/>
                  </a:lnTo>
                  <a:lnTo>
                    <a:pt x="60375" y="512533"/>
                  </a:lnTo>
                  <a:lnTo>
                    <a:pt x="60591" y="511263"/>
                  </a:lnTo>
                  <a:lnTo>
                    <a:pt x="64566" y="509993"/>
                  </a:lnTo>
                  <a:lnTo>
                    <a:pt x="69215" y="508723"/>
                  </a:lnTo>
                  <a:lnTo>
                    <a:pt x="69278" y="506183"/>
                  </a:lnTo>
                  <a:lnTo>
                    <a:pt x="69303" y="503643"/>
                  </a:lnTo>
                  <a:lnTo>
                    <a:pt x="69392" y="499833"/>
                  </a:lnTo>
                  <a:lnTo>
                    <a:pt x="60223" y="493483"/>
                  </a:lnTo>
                  <a:lnTo>
                    <a:pt x="59016" y="493483"/>
                  </a:lnTo>
                  <a:lnTo>
                    <a:pt x="59016" y="504913"/>
                  </a:lnTo>
                  <a:lnTo>
                    <a:pt x="58610" y="506183"/>
                  </a:lnTo>
                  <a:lnTo>
                    <a:pt x="58077" y="504913"/>
                  </a:lnTo>
                  <a:lnTo>
                    <a:pt x="57772" y="504913"/>
                  </a:lnTo>
                  <a:lnTo>
                    <a:pt x="57912" y="503643"/>
                  </a:lnTo>
                  <a:lnTo>
                    <a:pt x="59016" y="504913"/>
                  </a:lnTo>
                  <a:lnTo>
                    <a:pt x="59016" y="493483"/>
                  </a:lnTo>
                  <a:lnTo>
                    <a:pt x="57848" y="493483"/>
                  </a:lnTo>
                  <a:lnTo>
                    <a:pt x="55041" y="492213"/>
                  </a:lnTo>
                  <a:lnTo>
                    <a:pt x="54749" y="490943"/>
                  </a:lnTo>
                  <a:lnTo>
                    <a:pt x="54063" y="489673"/>
                  </a:lnTo>
                  <a:lnTo>
                    <a:pt x="56845" y="483323"/>
                  </a:lnTo>
                  <a:lnTo>
                    <a:pt x="58077" y="480783"/>
                  </a:lnTo>
                  <a:lnTo>
                    <a:pt x="58394" y="479513"/>
                  </a:lnTo>
                  <a:lnTo>
                    <a:pt x="55613" y="475703"/>
                  </a:lnTo>
                  <a:lnTo>
                    <a:pt x="49555" y="480783"/>
                  </a:lnTo>
                  <a:lnTo>
                    <a:pt x="49326" y="479513"/>
                  </a:lnTo>
                  <a:lnTo>
                    <a:pt x="47879" y="474433"/>
                  </a:lnTo>
                  <a:lnTo>
                    <a:pt x="49415" y="473163"/>
                  </a:lnTo>
                  <a:lnTo>
                    <a:pt x="51092" y="470623"/>
                  </a:lnTo>
                  <a:lnTo>
                    <a:pt x="52209" y="469353"/>
                  </a:lnTo>
                  <a:lnTo>
                    <a:pt x="54305" y="466813"/>
                  </a:lnTo>
                  <a:lnTo>
                    <a:pt x="54978" y="465543"/>
                  </a:lnTo>
                  <a:lnTo>
                    <a:pt x="55041" y="464273"/>
                  </a:lnTo>
                  <a:lnTo>
                    <a:pt x="55118" y="461733"/>
                  </a:lnTo>
                  <a:lnTo>
                    <a:pt x="54533" y="460463"/>
                  </a:lnTo>
                  <a:lnTo>
                    <a:pt x="53428" y="459193"/>
                  </a:lnTo>
                  <a:lnTo>
                    <a:pt x="51739" y="456653"/>
                  </a:lnTo>
                  <a:lnTo>
                    <a:pt x="48056" y="456653"/>
                  </a:lnTo>
                  <a:lnTo>
                    <a:pt x="41617" y="460463"/>
                  </a:lnTo>
                  <a:lnTo>
                    <a:pt x="41478" y="460616"/>
                  </a:lnTo>
                  <a:lnTo>
                    <a:pt x="41478" y="548093"/>
                  </a:lnTo>
                  <a:lnTo>
                    <a:pt x="40525" y="549363"/>
                  </a:lnTo>
                  <a:lnTo>
                    <a:pt x="39535" y="550633"/>
                  </a:lnTo>
                  <a:lnTo>
                    <a:pt x="38481" y="550633"/>
                  </a:lnTo>
                  <a:lnTo>
                    <a:pt x="37807" y="549808"/>
                  </a:lnTo>
                  <a:lnTo>
                    <a:pt x="37807" y="570953"/>
                  </a:lnTo>
                  <a:lnTo>
                    <a:pt x="37388" y="572223"/>
                  </a:lnTo>
                  <a:lnTo>
                    <a:pt x="36753" y="573493"/>
                  </a:lnTo>
                  <a:lnTo>
                    <a:pt x="34874" y="574763"/>
                  </a:lnTo>
                  <a:lnTo>
                    <a:pt x="33680" y="574763"/>
                  </a:lnTo>
                  <a:lnTo>
                    <a:pt x="33197" y="573493"/>
                  </a:lnTo>
                  <a:lnTo>
                    <a:pt x="31864" y="572223"/>
                  </a:lnTo>
                  <a:lnTo>
                    <a:pt x="31991" y="570953"/>
                  </a:lnTo>
                  <a:lnTo>
                    <a:pt x="32232" y="569683"/>
                  </a:lnTo>
                  <a:lnTo>
                    <a:pt x="33058" y="568413"/>
                  </a:lnTo>
                  <a:lnTo>
                    <a:pt x="34328" y="567143"/>
                  </a:lnTo>
                  <a:lnTo>
                    <a:pt x="36182" y="567143"/>
                  </a:lnTo>
                  <a:lnTo>
                    <a:pt x="37007" y="568413"/>
                  </a:lnTo>
                  <a:lnTo>
                    <a:pt x="37655" y="569683"/>
                  </a:lnTo>
                  <a:lnTo>
                    <a:pt x="37807" y="570953"/>
                  </a:lnTo>
                  <a:lnTo>
                    <a:pt x="37807" y="549808"/>
                  </a:lnTo>
                  <a:lnTo>
                    <a:pt x="37452" y="549363"/>
                  </a:lnTo>
                  <a:lnTo>
                    <a:pt x="36626" y="548093"/>
                  </a:lnTo>
                  <a:lnTo>
                    <a:pt x="35941" y="546823"/>
                  </a:lnTo>
                  <a:lnTo>
                    <a:pt x="38061" y="545553"/>
                  </a:lnTo>
                  <a:lnTo>
                    <a:pt x="38392" y="545553"/>
                  </a:lnTo>
                  <a:lnTo>
                    <a:pt x="39547" y="546823"/>
                  </a:lnTo>
                  <a:lnTo>
                    <a:pt x="40525" y="546823"/>
                  </a:lnTo>
                  <a:lnTo>
                    <a:pt x="41478" y="548093"/>
                  </a:lnTo>
                  <a:lnTo>
                    <a:pt x="41478" y="460616"/>
                  </a:lnTo>
                  <a:lnTo>
                    <a:pt x="40551" y="461581"/>
                  </a:lnTo>
                  <a:lnTo>
                    <a:pt x="40551" y="535393"/>
                  </a:lnTo>
                  <a:lnTo>
                    <a:pt x="39395" y="536663"/>
                  </a:lnTo>
                  <a:lnTo>
                    <a:pt x="30886" y="536663"/>
                  </a:lnTo>
                  <a:lnTo>
                    <a:pt x="30937" y="532853"/>
                  </a:lnTo>
                  <a:lnTo>
                    <a:pt x="31369" y="531583"/>
                  </a:lnTo>
                  <a:lnTo>
                    <a:pt x="32334" y="530313"/>
                  </a:lnTo>
                  <a:lnTo>
                    <a:pt x="35191" y="529043"/>
                  </a:lnTo>
                  <a:lnTo>
                    <a:pt x="36385" y="529043"/>
                  </a:lnTo>
                  <a:lnTo>
                    <a:pt x="40551" y="535393"/>
                  </a:lnTo>
                  <a:lnTo>
                    <a:pt x="40551" y="461581"/>
                  </a:lnTo>
                  <a:lnTo>
                    <a:pt x="39179" y="463003"/>
                  </a:lnTo>
                  <a:lnTo>
                    <a:pt x="37553" y="464273"/>
                  </a:lnTo>
                  <a:lnTo>
                    <a:pt x="37096" y="464146"/>
                  </a:lnTo>
                  <a:lnTo>
                    <a:pt x="37096" y="480783"/>
                  </a:lnTo>
                  <a:lnTo>
                    <a:pt x="35890" y="480783"/>
                  </a:lnTo>
                  <a:lnTo>
                    <a:pt x="36118" y="479513"/>
                  </a:lnTo>
                  <a:lnTo>
                    <a:pt x="37096" y="480783"/>
                  </a:lnTo>
                  <a:lnTo>
                    <a:pt x="37096" y="464146"/>
                  </a:lnTo>
                  <a:lnTo>
                    <a:pt x="28917" y="461733"/>
                  </a:lnTo>
                  <a:lnTo>
                    <a:pt x="20777" y="461733"/>
                  </a:lnTo>
                  <a:lnTo>
                    <a:pt x="16954" y="464273"/>
                  </a:lnTo>
                  <a:lnTo>
                    <a:pt x="13106" y="465543"/>
                  </a:lnTo>
                  <a:lnTo>
                    <a:pt x="6565" y="464273"/>
                  </a:lnTo>
                  <a:lnTo>
                    <a:pt x="4343" y="464273"/>
                  </a:lnTo>
                  <a:lnTo>
                    <a:pt x="25" y="463003"/>
                  </a:lnTo>
                  <a:lnTo>
                    <a:pt x="0" y="468083"/>
                  </a:lnTo>
                  <a:lnTo>
                    <a:pt x="457" y="469353"/>
                  </a:lnTo>
                  <a:lnTo>
                    <a:pt x="1066" y="470623"/>
                  </a:lnTo>
                  <a:lnTo>
                    <a:pt x="3505" y="473163"/>
                  </a:lnTo>
                  <a:lnTo>
                    <a:pt x="3911" y="473163"/>
                  </a:lnTo>
                  <a:lnTo>
                    <a:pt x="5410" y="471893"/>
                  </a:lnTo>
                  <a:lnTo>
                    <a:pt x="7239" y="470623"/>
                  </a:lnTo>
                  <a:lnTo>
                    <a:pt x="11417" y="470623"/>
                  </a:lnTo>
                  <a:lnTo>
                    <a:pt x="13157" y="471893"/>
                  </a:lnTo>
                  <a:lnTo>
                    <a:pt x="14541" y="473163"/>
                  </a:lnTo>
                  <a:lnTo>
                    <a:pt x="18846" y="476973"/>
                  </a:lnTo>
                  <a:lnTo>
                    <a:pt x="20459" y="470623"/>
                  </a:lnTo>
                  <a:lnTo>
                    <a:pt x="20815" y="469353"/>
                  </a:lnTo>
                  <a:lnTo>
                    <a:pt x="28054" y="471893"/>
                  </a:lnTo>
                  <a:lnTo>
                    <a:pt x="30086" y="474433"/>
                  </a:lnTo>
                  <a:lnTo>
                    <a:pt x="30111" y="476973"/>
                  </a:lnTo>
                  <a:lnTo>
                    <a:pt x="29895" y="478243"/>
                  </a:lnTo>
                  <a:lnTo>
                    <a:pt x="29387" y="479513"/>
                  </a:lnTo>
                  <a:lnTo>
                    <a:pt x="28600" y="480783"/>
                  </a:lnTo>
                  <a:lnTo>
                    <a:pt x="24079" y="483323"/>
                  </a:lnTo>
                  <a:lnTo>
                    <a:pt x="18249" y="478243"/>
                  </a:lnTo>
                  <a:lnTo>
                    <a:pt x="14998" y="484593"/>
                  </a:lnTo>
                  <a:lnTo>
                    <a:pt x="21653" y="485863"/>
                  </a:lnTo>
                  <a:lnTo>
                    <a:pt x="28143" y="488403"/>
                  </a:lnTo>
                  <a:lnTo>
                    <a:pt x="34429" y="490943"/>
                  </a:lnTo>
                  <a:lnTo>
                    <a:pt x="40525" y="494753"/>
                  </a:lnTo>
                  <a:lnTo>
                    <a:pt x="35801" y="496023"/>
                  </a:lnTo>
                  <a:lnTo>
                    <a:pt x="32524" y="497293"/>
                  </a:lnTo>
                  <a:lnTo>
                    <a:pt x="26797" y="499833"/>
                  </a:lnTo>
                  <a:lnTo>
                    <a:pt x="26504" y="499833"/>
                  </a:lnTo>
                  <a:lnTo>
                    <a:pt x="22313" y="496023"/>
                  </a:lnTo>
                  <a:lnTo>
                    <a:pt x="20675" y="501103"/>
                  </a:lnTo>
                  <a:lnTo>
                    <a:pt x="31483" y="518883"/>
                  </a:lnTo>
                  <a:lnTo>
                    <a:pt x="30124" y="521423"/>
                  </a:lnTo>
                  <a:lnTo>
                    <a:pt x="24650" y="520153"/>
                  </a:lnTo>
                  <a:lnTo>
                    <a:pt x="25298" y="525233"/>
                  </a:lnTo>
                  <a:lnTo>
                    <a:pt x="25222" y="531583"/>
                  </a:lnTo>
                  <a:lnTo>
                    <a:pt x="24472" y="536663"/>
                  </a:lnTo>
                  <a:lnTo>
                    <a:pt x="22821" y="541743"/>
                  </a:lnTo>
                  <a:lnTo>
                    <a:pt x="25057" y="544283"/>
                  </a:lnTo>
                  <a:lnTo>
                    <a:pt x="28511" y="546823"/>
                  </a:lnTo>
                  <a:lnTo>
                    <a:pt x="28397" y="548093"/>
                  </a:lnTo>
                  <a:lnTo>
                    <a:pt x="26593" y="554443"/>
                  </a:lnTo>
                  <a:lnTo>
                    <a:pt x="31623" y="562063"/>
                  </a:lnTo>
                  <a:lnTo>
                    <a:pt x="22161" y="570953"/>
                  </a:lnTo>
                  <a:lnTo>
                    <a:pt x="24942" y="573493"/>
                  </a:lnTo>
                  <a:lnTo>
                    <a:pt x="30518" y="574763"/>
                  </a:lnTo>
                  <a:lnTo>
                    <a:pt x="33553" y="574763"/>
                  </a:lnTo>
                  <a:lnTo>
                    <a:pt x="34099" y="576033"/>
                  </a:lnTo>
                  <a:lnTo>
                    <a:pt x="36131" y="577303"/>
                  </a:lnTo>
                  <a:lnTo>
                    <a:pt x="36944" y="581113"/>
                  </a:lnTo>
                  <a:lnTo>
                    <a:pt x="35991" y="584923"/>
                  </a:lnTo>
                  <a:lnTo>
                    <a:pt x="35598" y="586193"/>
                  </a:lnTo>
                  <a:lnTo>
                    <a:pt x="36525" y="587463"/>
                  </a:lnTo>
                  <a:lnTo>
                    <a:pt x="36690" y="588733"/>
                  </a:lnTo>
                  <a:lnTo>
                    <a:pt x="51676" y="592543"/>
                  </a:lnTo>
                  <a:lnTo>
                    <a:pt x="50495" y="602703"/>
                  </a:lnTo>
                  <a:lnTo>
                    <a:pt x="59499" y="607783"/>
                  </a:lnTo>
                  <a:lnTo>
                    <a:pt x="57175" y="609231"/>
                  </a:lnTo>
                  <a:lnTo>
                    <a:pt x="57175" y="624293"/>
                  </a:lnTo>
                  <a:lnTo>
                    <a:pt x="57099" y="625563"/>
                  </a:lnTo>
                  <a:lnTo>
                    <a:pt x="55753" y="625563"/>
                  </a:lnTo>
                  <a:lnTo>
                    <a:pt x="57175" y="624293"/>
                  </a:lnTo>
                  <a:lnTo>
                    <a:pt x="57175" y="609231"/>
                  </a:lnTo>
                  <a:lnTo>
                    <a:pt x="53365" y="611593"/>
                  </a:lnTo>
                  <a:lnTo>
                    <a:pt x="49034" y="609053"/>
                  </a:lnTo>
                  <a:lnTo>
                    <a:pt x="45504" y="605243"/>
                  </a:lnTo>
                  <a:lnTo>
                    <a:pt x="45339" y="605243"/>
                  </a:lnTo>
                  <a:lnTo>
                    <a:pt x="41376" y="602703"/>
                  </a:lnTo>
                  <a:lnTo>
                    <a:pt x="41313" y="603973"/>
                  </a:lnTo>
                  <a:lnTo>
                    <a:pt x="40170" y="607783"/>
                  </a:lnTo>
                  <a:lnTo>
                    <a:pt x="37807" y="617943"/>
                  </a:lnTo>
                  <a:lnTo>
                    <a:pt x="38290" y="619213"/>
                  </a:lnTo>
                  <a:lnTo>
                    <a:pt x="38836" y="620483"/>
                  </a:lnTo>
                  <a:lnTo>
                    <a:pt x="48691" y="624293"/>
                  </a:lnTo>
                  <a:lnTo>
                    <a:pt x="50698" y="629373"/>
                  </a:lnTo>
                  <a:lnTo>
                    <a:pt x="52590" y="633183"/>
                  </a:lnTo>
                  <a:lnTo>
                    <a:pt x="56476" y="640803"/>
                  </a:lnTo>
                  <a:lnTo>
                    <a:pt x="50863" y="645883"/>
                  </a:lnTo>
                  <a:lnTo>
                    <a:pt x="55372" y="649693"/>
                  </a:lnTo>
                  <a:lnTo>
                    <a:pt x="69380" y="648423"/>
                  </a:lnTo>
                  <a:lnTo>
                    <a:pt x="69608" y="647153"/>
                  </a:lnTo>
                  <a:lnTo>
                    <a:pt x="69672" y="645883"/>
                  </a:lnTo>
                  <a:lnTo>
                    <a:pt x="70192" y="630643"/>
                  </a:lnTo>
                  <a:lnTo>
                    <a:pt x="78282" y="633183"/>
                  </a:lnTo>
                  <a:lnTo>
                    <a:pt x="78473" y="633183"/>
                  </a:lnTo>
                  <a:lnTo>
                    <a:pt x="80962" y="630643"/>
                  </a:lnTo>
                  <a:lnTo>
                    <a:pt x="84747" y="628103"/>
                  </a:lnTo>
                  <a:lnTo>
                    <a:pt x="91554" y="625563"/>
                  </a:lnTo>
                  <a:lnTo>
                    <a:pt x="98933" y="631913"/>
                  </a:lnTo>
                  <a:lnTo>
                    <a:pt x="100520" y="633183"/>
                  </a:lnTo>
                  <a:lnTo>
                    <a:pt x="102349" y="634453"/>
                  </a:lnTo>
                  <a:lnTo>
                    <a:pt x="106743" y="634453"/>
                  </a:lnTo>
                  <a:lnTo>
                    <a:pt x="109994" y="631913"/>
                  </a:lnTo>
                  <a:lnTo>
                    <a:pt x="112293" y="630643"/>
                  </a:lnTo>
                  <a:lnTo>
                    <a:pt x="112725" y="630643"/>
                  </a:lnTo>
                  <a:lnTo>
                    <a:pt x="114300" y="629373"/>
                  </a:lnTo>
                  <a:lnTo>
                    <a:pt x="116014" y="626833"/>
                  </a:lnTo>
                  <a:lnTo>
                    <a:pt x="116293" y="626833"/>
                  </a:lnTo>
                  <a:close/>
                </a:path>
                <a:path w="975359" h="1003300">
                  <a:moveTo>
                    <a:pt x="122643" y="644474"/>
                  </a:moveTo>
                  <a:lnTo>
                    <a:pt x="120319" y="642912"/>
                  </a:lnTo>
                  <a:lnTo>
                    <a:pt x="117957" y="641311"/>
                  </a:lnTo>
                  <a:lnTo>
                    <a:pt x="112687" y="640245"/>
                  </a:lnTo>
                  <a:lnTo>
                    <a:pt x="107378" y="641311"/>
                  </a:lnTo>
                  <a:lnTo>
                    <a:pt x="107238" y="641311"/>
                  </a:lnTo>
                  <a:lnTo>
                    <a:pt x="102120" y="642912"/>
                  </a:lnTo>
                  <a:lnTo>
                    <a:pt x="96304" y="642912"/>
                  </a:lnTo>
                  <a:lnTo>
                    <a:pt x="86169" y="640245"/>
                  </a:lnTo>
                  <a:lnTo>
                    <a:pt x="81788" y="637705"/>
                  </a:lnTo>
                  <a:lnTo>
                    <a:pt x="78308" y="634136"/>
                  </a:lnTo>
                  <a:lnTo>
                    <a:pt x="76581" y="647204"/>
                  </a:lnTo>
                  <a:lnTo>
                    <a:pt x="83273" y="648309"/>
                  </a:lnTo>
                  <a:lnTo>
                    <a:pt x="89992" y="648500"/>
                  </a:lnTo>
                  <a:lnTo>
                    <a:pt x="97663" y="647661"/>
                  </a:lnTo>
                  <a:lnTo>
                    <a:pt x="97345" y="647661"/>
                  </a:lnTo>
                  <a:lnTo>
                    <a:pt x="103314" y="646671"/>
                  </a:lnTo>
                  <a:lnTo>
                    <a:pt x="109893" y="646303"/>
                  </a:lnTo>
                  <a:lnTo>
                    <a:pt x="116459" y="646671"/>
                  </a:lnTo>
                  <a:lnTo>
                    <a:pt x="122440" y="647661"/>
                  </a:lnTo>
                  <a:lnTo>
                    <a:pt x="122643" y="647661"/>
                  </a:lnTo>
                  <a:lnTo>
                    <a:pt x="122643" y="646303"/>
                  </a:lnTo>
                  <a:lnTo>
                    <a:pt x="122643" y="644474"/>
                  </a:lnTo>
                  <a:close/>
                </a:path>
                <a:path w="975359" h="1003300">
                  <a:moveTo>
                    <a:pt x="123177" y="647661"/>
                  </a:moveTo>
                  <a:lnTo>
                    <a:pt x="122643" y="647661"/>
                  </a:lnTo>
                  <a:lnTo>
                    <a:pt x="122643" y="648030"/>
                  </a:lnTo>
                  <a:lnTo>
                    <a:pt x="123177" y="647661"/>
                  </a:lnTo>
                  <a:close/>
                </a:path>
                <a:path w="975359" h="1003300">
                  <a:moveTo>
                    <a:pt x="125425" y="161036"/>
                  </a:moveTo>
                  <a:lnTo>
                    <a:pt x="125209" y="157441"/>
                  </a:lnTo>
                  <a:lnTo>
                    <a:pt x="121691" y="155333"/>
                  </a:lnTo>
                  <a:lnTo>
                    <a:pt x="103289" y="158229"/>
                  </a:lnTo>
                  <a:lnTo>
                    <a:pt x="102298" y="167093"/>
                  </a:lnTo>
                  <a:lnTo>
                    <a:pt x="98640" y="173951"/>
                  </a:lnTo>
                  <a:lnTo>
                    <a:pt x="92748" y="179273"/>
                  </a:lnTo>
                  <a:lnTo>
                    <a:pt x="85090" y="183527"/>
                  </a:lnTo>
                  <a:lnTo>
                    <a:pt x="91389" y="184340"/>
                  </a:lnTo>
                  <a:lnTo>
                    <a:pt x="97904" y="182143"/>
                  </a:lnTo>
                  <a:lnTo>
                    <a:pt x="102082" y="187058"/>
                  </a:lnTo>
                  <a:lnTo>
                    <a:pt x="105511" y="185356"/>
                  </a:lnTo>
                  <a:lnTo>
                    <a:pt x="108673" y="183146"/>
                  </a:lnTo>
                  <a:lnTo>
                    <a:pt x="109753" y="182143"/>
                  </a:lnTo>
                  <a:lnTo>
                    <a:pt x="111518" y="180479"/>
                  </a:lnTo>
                  <a:lnTo>
                    <a:pt x="114960" y="174218"/>
                  </a:lnTo>
                  <a:lnTo>
                    <a:pt x="118948" y="168313"/>
                  </a:lnTo>
                  <a:lnTo>
                    <a:pt x="123456" y="162775"/>
                  </a:lnTo>
                  <a:lnTo>
                    <a:pt x="125425" y="161036"/>
                  </a:lnTo>
                  <a:close/>
                </a:path>
                <a:path w="975359" h="1003300">
                  <a:moveTo>
                    <a:pt x="136067" y="814158"/>
                  </a:moveTo>
                  <a:lnTo>
                    <a:pt x="134531" y="811885"/>
                  </a:lnTo>
                  <a:lnTo>
                    <a:pt x="131457" y="809371"/>
                  </a:lnTo>
                  <a:lnTo>
                    <a:pt x="131457" y="820178"/>
                  </a:lnTo>
                  <a:lnTo>
                    <a:pt x="136067" y="814158"/>
                  </a:lnTo>
                  <a:close/>
                </a:path>
                <a:path w="975359" h="1003300">
                  <a:moveTo>
                    <a:pt x="136410" y="740714"/>
                  </a:moveTo>
                  <a:lnTo>
                    <a:pt x="129705" y="737298"/>
                  </a:lnTo>
                  <a:lnTo>
                    <a:pt x="122605" y="735177"/>
                  </a:lnTo>
                  <a:lnTo>
                    <a:pt x="115227" y="734402"/>
                  </a:lnTo>
                  <a:lnTo>
                    <a:pt x="107581" y="734961"/>
                  </a:lnTo>
                  <a:lnTo>
                    <a:pt x="107543" y="735177"/>
                  </a:lnTo>
                  <a:lnTo>
                    <a:pt x="105829" y="742899"/>
                  </a:lnTo>
                  <a:lnTo>
                    <a:pt x="113944" y="742899"/>
                  </a:lnTo>
                  <a:lnTo>
                    <a:pt x="133527" y="742899"/>
                  </a:lnTo>
                  <a:lnTo>
                    <a:pt x="136410" y="740714"/>
                  </a:lnTo>
                  <a:close/>
                </a:path>
                <a:path w="975359" h="1003300">
                  <a:moveTo>
                    <a:pt x="155384" y="125844"/>
                  </a:moveTo>
                  <a:lnTo>
                    <a:pt x="144551" y="126339"/>
                  </a:lnTo>
                  <a:lnTo>
                    <a:pt x="138188" y="130746"/>
                  </a:lnTo>
                  <a:lnTo>
                    <a:pt x="134340" y="138341"/>
                  </a:lnTo>
                  <a:lnTo>
                    <a:pt x="131000" y="148437"/>
                  </a:lnTo>
                  <a:lnTo>
                    <a:pt x="136474" y="149771"/>
                  </a:lnTo>
                  <a:lnTo>
                    <a:pt x="139255" y="145770"/>
                  </a:lnTo>
                  <a:lnTo>
                    <a:pt x="144132" y="140017"/>
                  </a:lnTo>
                  <a:lnTo>
                    <a:pt x="144970" y="136461"/>
                  </a:lnTo>
                  <a:lnTo>
                    <a:pt x="147027" y="133896"/>
                  </a:lnTo>
                  <a:lnTo>
                    <a:pt x="149631" y="131013"/>
                  </a:lnTo>
                  <a:lnTo>
                    <a:pt x="152412" y="128333"/>
                  </a:lnTo>
                  <a:lnTo>
                    <a:pt x="155384" y="125844"/>
                  </a:lnTo>
                  <a:close/>
                </a:path>
                <a:path w="975359" h="1003300">
                  <a:moveTo>
                    <a:pt x="156425" y="174713"/>
                  </a:moveTo>
                  <a:lnTo>
                    <a:pt x="154203" y="172770"/>
                  </a:lnTo>
                  <a:lnTo>
                    <a:pt x="151879" y="170942"/>
                  </a:lnTo>
                  <a:lnTo>
                    <a:pt x="149466" y="169227"/>
                  </a:lnTo>
                  <a:lnTo>
                    <a:pt x="149110" y="168998"/>
                  </a:lnTo>
                  <a:lnTo>
                    <a:pt x="147332" y="170141"/>
                  </a:lnTo>
                  <a:lnTo>
                    <a:pt x="146608" y="171665"/>
                  </a:lnTo>
                  <a:lnTo>
                    <a:pt x="146481" y="172339"/>
                  </a:lnTo>
                  <a:lnTo>
                    <a:pt x="146570" y="173774"/>
                  </a:lnTo>
                  <a:lnTo>
                    <a:pt x="150012" y="176974"/>
                  </a:lnTo>
                  <a:lnTo>
                    <a:pt x="150723" y="176974"/>
                  </a:lnTo>
                  <a:lnTo>
                    <a:pt x="152120" y="177050"/>
                  </a:lnTo>
                  <a:lnTo>
                    <a:pt x="153543" y="175920"/>
                  </a:lnTo>
                  <a:lnTo>
                    <a:pt x="156425" y="174713"/>
                  </a:lnTo>
                  <a:close/>
                </a:path>
                <a:path w="975359" h="1003300">
                  <a:moveTo>
                    <a:pt x="157048" y="111048"/>
                  </a:moveTo>
                  <a:lnTo>
                    <a:pt x="156616" y="110820"/>
                  </a:lnTo>
                  <a:lnTo>
                    <a:pt x="156883" y="111048"/>
                  </a:lnTo>
                  <a:lnTo>
                    <a:pt x="157048" y="111048"/>
                  </a:lnTo>
                  <a:close/>
                </a:path>
                <a:path w="975359" h="1003300">
                  <a:moveTo>
                    <a:pt x="170726" y="727125"/>
                  </a:moveTo>
                  <a:lnTo>
                    <a:pt x="169087" y="727125"/>
                  </a:lnTo>
                  <a:lnTo>
                    <a:pt x="167830" y="727341"/>
                  </a:lnTo>
                  <a:lnTo>
                    <a:pt x="165481" y="728281"/>
                  </a:lnTo>
                  <a:lnTo>
                    <a:pt x="163029" y="728764"/>
                  </a:lnTo>
                  <a:lnTo>
                    <a:pt x="157568" y="728764"/>
                  </a:lnTo>
                  <a:lnTo>
                    <a:pt x="155511" y="728421"/>
                  </a:lnTo>
                  <a:lnTo>
                    <a:pt x="142062" y="717854"/>
                  </a:lnTo>
                  <a:lnTo>
                    <a:pt x="139877" y="714197"/>
                  </a:lnTo>
                  <a:lnTo>
                    <a:pt x="138404" y="711733"/>
                  </a:lnTo>
                  <a:lnTo>
                    <a:pt x="130479" y="714197"/>
                  </a:lnTo>
                  <a:lnTo>
                    <a:pt x="125984" y="709663"/>
                  </a:lnTo>
                  <a:lnTo>
                    <a:pt x="125564" y="709155"/>
                  </a:lnTo>
                  <a:lnTo>
                    <a:pt x="121920" y="705637"/>
                  </a:lnTo>
                  <a:lnTo>
                    <a:pt x="121488" y="705116"/>
                  </a:lnTo>
                  <a:lnTo>
                    <a:pt x="124955" y="703414"/>
                  </a:lnTo>
                  <a:lnTo>
                    <a:pt x="126047" y="702881"/>
                  </a:lnTo>
                  <a:lnTo>
                    <a:pt x="118770" y="700252"/>
                  </a:lnTo>
                  <a:lnTo>
                    <a:pt x="110147" y="703414"/>
                  </a:lnTo>
                  <a:lnTo>
                    <a:pt x="110070" y="702665"/>
                  </a:lnTo>
                  <a:lnTo>
                    <a:pt x="109207" y="695071"/>
                  </a:lnTo>
                  <a:lnTo>
                    <a:pt x="108839" y="694512"/>
                  </a:lnTo>
                  <a:lnTo>
                    <a:pt x="105130" y="688721"/>
                  </a:lnTo>
                  <a:lnTo>
                    <a:pt x="97929" y="684377"/>
                  </a:lnTo>
                  <a:lnTo>
                    <a:pt x="105105" y="677240"/>
                  </a:lnTo>
                  <a:lnTo>
                    <a:pt x="95961" y="661060"/>
                  </a:lnTo>
                  <a:lnTo>
                    <a:pt x="94513" y="658495"/>
                  </a:lnTo>
                  <a:lnTo>
                    <a:pt x="94602" y="658304"/>
                  </a:lnTo>
                  <a:lnTo>
                    <a:pt x="90170" y="659320"/>
                  </a:lnTo>
                  <a:lnTo>
                    <a:pt x="90919" y="659320"/>
                  </a:lnTo>
                  <a:lnTo>
                    <a:pt x="85191" y="659726"/>
                  </a:lnTo>
                  <a:lnTo>
                    <a:pt x="80492" y="659320"/>
                  </a:lnTo>
                  <a:lnTo>
                    <a:pt x="73393" y="658495"/>
                  </a:lnTo>
                  <a:lnTo>
                    <a:pt x="66294" y="658304"/>
                  </a:lnTo>
                  <a:lnTo>
                    <a:pt x="59220" y="658736"/>
                  </a:lnTo>
                  <a:lnTo>
                    <a:pt x="52590" y="659726"/>
                  </a:lnTo>
                  <a:lnTo>
                    <a:pt x="51701" y="659726"/>
                  </a:lnTo>
                  <a:lnTo>
                    <a:pt x="51346" y="661543"/>
                  </a:lnTo>
                  <a:lnTo>
                    <a:pt x="50939" y="662482"/>
                  </a:lnTo>
                  <a:lnTo>
                    <a:pt x="54457" y="667042"/>
                  </a:lnTo>
                  <a:lnTo>
                    <a:pt x="58229" y="661060"/>
                  </a:lnTo>
                  <a:lnTo>
                    <a:pt x="63322" y="663435"/>
                  </a:lnTo>
                  <a:lnTo>
                    <a:pt x="64884" y="663956"/>
                  </a:lnTo>
                  <a:lnTo>
                    <a:pt x="66065" y="664425"/>
                  </a:lnTo>
                  <a:lnTo>
                    <a:pt x="70142" y="679018"/>
                  </a:lnTo>
                  <a:lnTo>
                    <a:pt x="82473" y="679996"/>
                  </a:lnTo>
                  <a:lnTo>
                    <a:pt x="81978" y="690587"/>
                  </a:lnTo>
                  <a:lnTo>
                    <a:pt x="64731" y="690587"/>
                  </a:lnTo>
                  <a:lnTo>
                    <a:pt x="63474" y="699071"/>
                  </a:lnTo>
                  <a:lnTo>
                    <a:pt x="73761" y="723849"/>
                  </a:lnTo>
                  <a:lnTo>
                    <a:pt x="73698" y="723036"/>
                  </a:lnTo>
                  <a:lnTo>
                    <a:pt x="73596" y="721956"/>
                  </a:lnTo>
                  <a:lnTo>
                    <a:pt x="73533" y="721347"/>
                  </a:lnTo>
                  <a:lnTo>
                    <a:pt x="73418" y="720090"/>
                  </a:lnTo>
                  <a:lnTo>
                    <a:pt x="73101" y="716597"/>
                  </a:lnTo>
                  <a:lnTo>
                    <a:pt x="80911" y="713854"/>
                  </a:lnTo>
                  <a:lnTo>
                    <a:pt x="84429" y="709155"/>
                  </a:lnTo>
                  <a:lnTo>
                    <a:pt x="83273" y="706247"/>
                  </a:lnTo>
                  <a:lnTo>
                    <a:pt x="82550" y="704443"/>
                  </a:lnTo>
                  <a:lnTo>
                    <a:pt x="79400" y="706247"/>
                  </a:lnTo>
                  <a:lnTo>
                    <a:pt x="74002" y="705637"/>
                  </a:lnTo>
                  <a:lnTo>
                    <a:pt x="70840" y="705116"/>
                  </a:lnTo>
                  <a:lnTo>
                    <a:pt x="71081" y="705116"/>
                  </a:lnTo>
                  <a:lnTo>
                    <a:pt x="71196" y="701078"/>
                  </a:lnTo>
                  <a:lnTo>
                    <a:pt x="75907" y="696277"/>
                  </a:lnTo>
                  <a:lnTo>
                    <a:pt x="81559" y="694512"/>
                  </a:lnTo>
                  <a:lnTo>
                    <a:pt x="88163" y="695756"/>
                  </a:lnTo>
                  <a:lnTo>
                    <a:pt x="93662" y="696455"/>
                  </a:lnTo>
                  <a:lnTo>
                    <a:pt x="98005" y="699071"/>
                  </a:lnTo>
                  <a:lnTo>
                    <a:pt x="101193" y="703618"/>
                  </a:lnTo>
                  <a:lnTo>
                    <a:pt x="92722" y="705116"/>
                  </a:lnTo>
                  <a:lnTo>
                    <a:pt x="91833" y="705116"/>
                  </a:lnTo>
                  <a:lnTo>
                    <a:pt x="93510" y="707301"/>
                  </a:lnTo>
                  <a:lnTo>
                    <a:pt x="94475" y="709930"/>
                  </a:lnTo>
                  <a:lnTo>
                    <a:pt x="102019" y="711568"/>
                  </a:lnTo>
                  <a:lnTo>
                    <a:pt x="108242" y="712038"/>
                  </a:lnTo>
                  <a:lnTo>
                    <a:pt x="118402" y="713854"/>
                  </a:lnTo>
                  <a:lnTo>
                    <a:pt x="118948" y="713854"/>
                  </a:lnTo>
                  <a:lnTo>
                    <a:pt x="118973" y="714197"/>
                  </a:lnTo>
                  <a:lnTo>
                    <a:pt x="119202" y="717219"/>
                  </a:lnTo>
                  <a:lnTo>
                    <a:pt x="117894" y="721347"/>
                  </a:lnTo>
                  <a:lnTo>
                    <a:pt x="121056" y="721956"/>
                  </a:lnTo>
                  <a:lnTo>
                    <a:pt x="124307" y="723036"/>
                  </a:lnTo>
                  <a:lnTo>
                    <a:pt x="127292" y="724535"/>
                  </a:lnTo>
                  <a:lnTo>
                    <a:pt x="132181" y="727824"/>
                  </a:lnTo>
                  <a:lnTo>
                    <a:pt x="132295" y="727341"/>
                  </a:lnTo>
                  <a:lnTo>
                    <a:pt x="132346" y="727125"/>
                  </a:lnTo>
                  <a:lnTo>
                    <a:pt x="132461" y="726668"/>
                  </a:lnTo>
                  <a:lnTo>
                    <a:pt x="133921" y="720788"/>
                  </a:lnTo>
                  <a:lnTo>
                    <a:pt x="137883" y="721956"/>
                  </a:lnTo>
                  <a:lnTo>
                    <a:pt x="141389" y="729170"/>
                  </a:lnTo>
                  <a:lnTo>
                    <a:pt x="149745" y="735126"/>
                  </a:lnTo>
                  <a:lnTo>
                    <a:pt x="155702" y="734123"/>
                  </a:lnTo>
                  <a:lnTo>
                    <a:pt x="160578" y="733234"/>
                  </a:lnTo>
                  <a:lnTo>
                    <a:pt x="168897" y="731989"/>
                  </a:lnTo>
                  <a:lnTo>
                    <a:pt x="170129" y="728764"/>
                  </a:lnTo>
                  <a:lnTo>
                    <a:pt x="170726" y="727125"/>
                  </a:lnTo>
                  <a:close/>
                </a:path>
                <a:path w="975359" h="1003300">
                  <a:moveTo>
                    <a:pt x="171170" y="727125"/>
                  </a:moveTo>
                  <a:lnTo>
                    <a:pt x="170891" y="726668"/>
                  </a:lnTo>
                  <a:lnTo>
                    <a:pt x="170726" y="727125"/>
                  </a:lnTo>
                  <a:lnTo>
                    <a:pt x="171170" y="727125"/>
                  </a:lnTo>
                  <a:close/>
                </a:path>
                <a:path w="975359" h="1003300">
                  <a:moveTo>
                    <a:pt x="185140" y="107467"/>
                  </a:moveTo>
                  <a:lnTo>
                    <a:pt x="178092" y="98437"/>
                  </a:lnTo>
                  <a:lnTo>
                    <a:pt x="176453" y="98437"/>
                  </a:lnTo>
                  <a:lnTo>
                    <a:pt x="175158" y="98069"/>
                  </a:lnTo>
                  <a:lnTo>
                    <a:pt x="173304" y="103314"/>
                  </a:lnTo>
                  <a:lnTo>
                    <a:pt x="171221" y="108165"/>
                  </a:lnTo>
                  <a:lnTo>
                    <a:pt x="161848" y="106464"/>
                  </a:lnTo>
                  <a:lnTo>
                    <a:pt x="159245" y="109588"/>
                  </a:lnTo>
                  <a:lnTo>
                    <a:pt x="157048" y="111048"/>
                  </a:lnTo>
                  <a:lnTo>
                    <a:pt x="162496" y="114046"/>
                  </a:lnTo>
                  <a:lnTo>
                    <a:pt x="163652" y="114655"/>
                  </a:lnTo>
                  <a:lnTo>
                    <a:pt x="167449" y="114046"/>
                  </a:lnTo>
                  <a:lnTo>
                    <a:pt x="171284" y="113601"/>
                  </a:lnTo>
                  <a:lnTo>
                    <a:pt x="184454" y="110820"/>
                  </a:lnTo>
                  <a:lnTo>
                    <a:pt x="184264" y="110820"/>
                  </a:lnTo>
                  <a:lnTo>
                    <a:pt x="184950" y="108165"/>
                  </a:lnTo>
                  <a:lnTo>
                    <a:pt x="185140" y="107467"/>
                  </a:lnTo>
                  <a:close/>
                </a:path>
                <a:path w="975359" h="1003300">
                  <a:moveTo>
                    <a:pt x="187286" y="160350"/>
                  </a:moveTo>
                  <a:lnTo>
                    <a:pt x="187032" y="160350"/>
                  </a:lnTo>
                  <a:lnTo>
                    <a:pt x="186969" y="160604"/>
                  </a:lnTo>
                  <a:lnTo>
                    <a:pt x="187286" y="160350"/>
                  </a:lnTo>
                  <a:close/>
                </a:path>
                <a:path w="975359" h="1003300">
                  <a:moveTo>
                    <a:pt x="190919" y="145224"/>
                  </a:moveTo>
                  <a:lnTo>
                    <a:pt x="186207" y="139293"/>
                  </a:lnTo>
                  <a:lnTo>
                    <a:pt x="184734" y="143230"/>
                  </a:lnTo>
                  <a:lnTo>
                    <a:pt x="182753" y="146900"/>
                  </a:lnTo>
                  <a:lnTo>
                    <a:pt x="180251" y="150291"/>
                  </a:lnTo>
                  <a:lnTo>
                    <a:pt x="177101" y="152374"/>
                  </a:lnTo>
                  <a:lnTo>
                    <a:pt x="173786" y="154152"/>
                  </a:lnTo>
                  <a:lnTo>
                    <a:pt x="170307" y="155625"/>
                  </a:lnTo>
                  <a:lnTo>
                    <a:pt x="169151" y="156362"/>
                  </a:lnTo>
                  <a:lnTo>
                    <a:pt x="168821" y="158445"/>
                  </a:lnTo>
                  <a:lnTo>
                    <a:pt x="168008" y="160197"/>
                  </a:lnTo>
                  <a:lnTo>
                    <a:pt x="174625" y="165531"/>
                  </a:lnTo>
                  <a:lnTo>
                    <a:pt x="181114" y="160350"/>
                  </a:lnTo>
                  <a:lnTo>
                    <a:pt x="187032" y="160350"/>
                  </a:lnTo>
                  <a:lnTo>
                    <a:pt x="187071" y="160197"/>
                  </a:lnTo>
                  <a:lnTo>
                    <a:pt x="190919" y="145224"/>
                  </a:lnTo>
                  <a:close/>
                </a:path>
                <a:path w="975359" h="1003300">
                  <a:moveTo>
                    <a:pt x="195478" y="91478"/>
                  </a:moveTo>
                  <a:lnTo>
                    <a:pt x="191744" y="90144"/>
                  </a:lnTo>
                  <a:lnTo>
                    <a:pt x="187261" y="88887"/>
                  </a:lnTo>
                  <a:lnTo>
                    <a:pt x="183019" y="87985"/>
                  </a:lnTo>
                  <a:lnTo>
                    <a:pt x="180962" y="87985"/>
                  </a:lnTo>
                  <a:lnTo>
                    <a:pt x="179247" y="88887"/>
                  </a:lnTo>
                  <a:lnTo>
                    <a:pt x="178028" y="90728"/>
                  </a:lnTo>
                  <a:lnTo>
                    <a:pt x="177076" y="93141"/>
                  </a:lnTo>
                  <a:lnTo>
                    <a:pt x="179247" y="94234"/>
                  </a:lnTo>
                  <a:lnTo>
                    <a:pt x="187032" y="96418"/>
                  </a:lnTo>
                  <a:lnTo>
                    <a:pt x="191681" y="95211"/>
                  </a:lnTo>
                  <a:lnTo>
                    <a:pt x="195478" y="91478"/>
                  </a:lnTo>
                  <a:close/>
                </a:path>
                <a:path w="975359" h="1003300">
                  <a:moveTo>
                    <a:pt x="195973" y="91287"/>
                  </a:moveTo>
                  <a:lnTo>
                    <a:pt x="195592" y="91287"/>
                  </a:lnTo>
                  <a:lnTo>
                    <a:pt x="195478" y="91478"/>
                  </a:lnTo>
                  <a:lnTo>
                    <a:pt x="195922" y="91630"/>
                  </a:lnTo>
                  <a:lnTo>
                    <a:pt x="195973" y="91287"/>
                  </a:lnTo>
                  <a:close/>
                </a:path>
                <a:path w="975359" h="1003300">
                  <a:moveTo>
                    <a:pt x="206768" y="131813"/>
                  </a:moveTo>
                  <a:lnTo>
                    <a:pt x="201015" y="121132"/>
                  </a:lnTo>
                  <a:lnTo>
                    <a:pt x="190144" y="130225"/>
                  </a:lnTo>
                  <a:lnTo>
                    <a:pt x="197154" y="130924"/>
                  </a:lnTo>
                  <a:lnTo>
                    <a:pt x="201066" y="134073"/>
                  </a:lnTo>
                  <a:lnTo>
                    <a:pt x="206768" y="131813"/>
                  </a:lnTo>
                  <a:close/>
                </a:path>
                <a:path w="975359" h="1003300">
                  <a:moveTo>
                    <a:pt x="209169" y="181216"/>
                  </a:moveTo>
                  <a:lnTo>
                    <a:pt x="207695" y="180327"/>
                  </a:lnTo>
                  <a:lnTo>
                    <a:pt x="206311" y="179019"/>
                  </a:lnTo>
                  <a:lnTo>
                    <a:pt x="204876" y="180555"/>
                  </a:lnTo>
                  <a:lnTo>
                    <a:pt x="202704" y="181889"/>
                  </a:lnTo>
                  <a:lnTo>
                    <a:pt x="202222" y="183692"/>
                  </a:lnTo>
                  <a:lnTo>
                    <a:pt x="202082" y="185864"/>
                  </a:lnTo>
                  <a:lnTo>
                    <a:pt x="202450" y="187960"/>
                  </a:lnTo>
                  <a:lnTo>
                    <a:pt x="203390" y="190055"/>
                  </a:lnTo>
                  <a:lnTo>
                    <a:pt x="205943" y="189953"/>
                  </a:lnTo>
                  <a:lnTo>
                    <a:pt x="207416" y="186931"/>
                  </a:lnTo>
                  <a:lnTo>
                    <a:pt x="208368" y="184365"/>
                  </a:lnTo>
                  <a:lnTo>
                    <a:pt x="209169" y="181216"/>
                  </a:lnTo>
                  <a:close/>
                </a:path>
                <a:path w="975359" h="1003300">
                  <a:moveTo>
                    <a:pt x="219252" y="79984"/>
                  </a:moveTo>
                  <a:lnTo>
                    <a:pt x="212890" y="76593"/>
                  </a:lnTo>
                  <a:lnTo>
                    <a:pt x="209918" y="85686"/>
                  </a:lnTo>
                  <a:lnTo>
                    <a:pt x="204152" y="82156"/>
                  </a:lnTo>
                  <a:lnTo>
                    <a:pt x="201866" y="81648"/>
                  </a:lnTo>
                  <a:lnTo>
                    <a:pt x="200126" y="82156"/>
                  </a:lnTo>
                  <a:lnTo>
                    <a:pt x="199974" y="82156"/>
                  </a:lnTo>
                  <a:lnTo>
                    <a:pt x="198259" y="83883"/>
                  </a:lnTo>
                  <a:lnTo>
                    <a:pt x="197040" y="86334"/>
                  </a:lnTo>
                  <a:lnTo>
                    <a:pt x="196951" y="86652"/>
                  </a:lnTo>
                  <a:lnTo>
                    <a:pt x="196265" y="88912"/>
                  </a:lnTo>
                  <a:lnTo>
                    <a:pt x="196151" y="89903"/>
                  </a:lnTo>
                  <a:lnTo>
                    <a:pt x="195973" y="91287"/>
                  </a:lnTo>
                  <a:lnTo>
                    <a:pt x="212305" y="89903"/>
                  </a:lnTo>
                  <a:lnTo>
                    <a:pt x="214795" y="86652"/>
                  </a:lnTo>
                  <a:lnTo>
                    <a:pt x="216623" y="85686"/>
                  </a:lnTo>
                  <a:lnTo>
                    <a:pt x="218935" y="84455"/>
                  </a:lnTo>
                  <a:lnTo>
                    <a:pt x="218986" y="83883"/>
                  </a:lnTo>
                  <a:lnTo>
                    <a:pt x="219100" y="82156"/>
                  </a:lnTo>
                  <a:lnTo>
                    <a:pt x="219138" y="81648"/>
                  </a:lnTo>
                  <a:lnTo>
                    <a:pt x="219252" y="79984"/>
                  </a:lnTo>
                  <a:close/>
                </a:path>
                <a:path w="975359" h="1003300">
                  <a:moveTo>
                    <a:pt x="226123" y="128930"/>
                  </a:moveTo>
                  <a:lnTo>
                    <a:pt x="225018" y="126263"/>
                  </a:lnTo>
                  <a:lnTo>
                    <a:pt x="224751" y="125564"/>
                  </a:lnTo>
                  <a:lnTo>
                    <a:pt x="222846" y="124714"/>
                  </a:lnTo>
                  <a:lnTo>
                    <a:pt x="222580" y="124942"/>
                  </a:lnTo>
                  <a:lnTo>
                    <a:pt x="220738" y="126593"/>
                  </a:lnTo>
                  <a:lnTo>
                    <a:pt x="219062" y="128397"/>
                  </a:lnTo>
                  <a:lnTo>
                    <a:pt x="217525" y="130340"/>
                  </a:lnTo>
                  <a:lnTo>
                    <a:pt x="218147" y="131114"/>
                  </a:lnTo>
                  <a:lnTo>
                    <a:pt x="218808" y="131838"/>
                  </a:lnTo>
                  <a:lnTo>
                    <a:pt x="219532" y="132511"/>
                  </a:lnTo>
                  <a:lnTo>
                    <a:pt x="222491" y="132905"/>
                  </a:lnTo>
                  <a:lnTo>
                    <a:pt x="226123" y="128930"/>
                  </a:lnTo>
                  <a:close/>
                </a:path>
                <a:path w="975359" h="1003300">
                  <a:moveTo>
                    <a:pt x="235661" y="918921"/>
                  </a:moveTo>
                  <a:lnTo>
                    <a:pt x="231343" y="916317"/>
                  </a:lnTo>
                  <a:lnTo>
                    <a:pt x="226606" y="913384"/>
                  </a:lnTo>
                  <a:lnTo>
                    <a:pt x="221754" y="910666"/>
                  </a:lnTo>
                  <a:lnTo>
                    <a:pt x="221297" y="910424"/>
                  </a:lnTo>
                  <a:lnTo>
                    <a:pt x="220116" y="911453"/>
                  </a:lnTo>
                  <a:lnTo>
                    <a:pt x="218935" y="912050"/>
                  </a:lnTo>
                  <a:lnTo>
                    <a:pt x="223913" y="920800"/>
                  </a:lnTo>
                  <a:lnTo>
                    <a:pt x="225882" y="921880"/>
                  </a:lnTo>
                  <a:lnTo>
                    <a:pt x="227977" y="922235"/>
                  </a:lnTo>
                  <a:lnTo>
                    <a:pt x="232422" y="921473"/>
                  </a:lnTo>
                  <a:lnTo>
                    <a:pt x="234276" y="920457"/>
                  </a:lnTo>
                  <a:lnTo>
                    <a:pt x="235661" y="918921"/>
                  </a:lnTo>
                  <a:close/>
                </a:path>
                <a:path w="975359" h="1003300">
                  <a:moveTo>
                    <a:pt x="236156" y="919048"/>
                  </a:moveTo>
                  <a:lnTo>
                    <a:pt x="235788" y="918781"/>
                  </a:lnTo>
                  <a:lnTo>
                    <a:pt x="235661" y="918921"/>
                  </a:lnTo>
                  <a:lnTo>
                    <a:pt x="236093" y="919187"/>
                  </a:lnTo>
                  <a:lnTo>
                    <a:pt x="236156" y="919048"/>
                  </a:lnTo>
                  <a:close/>
                </a:path>
                <a:path w="975359" h="1003300">
                  <a:moveTo>
                    <a:pt x="238340" y="112547"/>
                  </a:moveTo>
                  <a:lnTo>
                    <a:pt x="234886" y="111861"/>
                  </a:lnTo>
                  <a:lnTo>
                    <a:pt x="230860" y="109702"/>
                  </a:lnTo>
                  <a:lnTo>
                    <a:pt x="226834" y="113093"/>
                  </a:lnTo>
                  <a:lnTo>
                    <a:pt x="233540" y="119392"/>
                  </a:lnTo>
                  <a:lnTo>
                    <a:pt x="238340" y="112547"/>
                  </a:lnTo>
                  <a:close/>
                </a:path>
                <a:path w="975359" h="1003300">
                  <a:moveTo>
                    <a:pt x="238721" y="112547"/>
                  </a:moveTo>
                  <a:lnTo>
                    <a:pt x="238544" y="112268"/>
                  </a:lnTo>
                  <a:lnTo>
                    <a:pt x="238340" y="112547"/>
                  </a:lnTo>
                  <a:lnTo>
                    <a:pt x="238721" y="112547"/>
                  </a:lnTo>
                  <a:close/>
                </a:path>
                <a:path w="975359" h="1003300">
                  <a:moveTo>
                    <a:pt x="248691" y="918781"/>
                  </a:moveTo>
                  <a:lnTo>
                    <a:pt x="238544" y="912304"/>
                  </a:lnTo>
                  <a:lnTo>
                    <a:pt x="237388" y="916012"/>
                  </a:lnTo>
                  <a:lnTo>
                    <a:pt x="236258" y="918781"/>
                  </a:lnTo>
                  <a:lnTo>
                    <a:pt x="244284" y="923772"/>
                  </a:lnTo>
                  <a:lnTo>
                    <a:pt x="247053" y="923467"/>
                  </a:lnTo>
                  <a:lnTo>
                    <a:pt x="247167" y="923239"/>
                  </a:lnTo>
                  <a:lnTo>
                    <a:pt x="247421" y="922705"/>
                  </a:lnTo>
                  <a:lnTo>
                    <a:pt x="248488" y="920813"/>
                  </a:lnTo>
                  <a:lnTo>
                    <a:pt x="248526" y="920457"/>
                  </a:lnTo>
                  <a:lnTo>
                    <a:pt x="248691" y="918781"/>
                  </a:lnTo>
                  <a:close/>
                </a:path>
                <a:path w="975359" h="1003300">
                  <a:moveTo>
                    <a:pt x="278676" y="93256"/>
                  </a:moveTo>
                  <a:lnTo>
                    <a:pt x="274675" y="88138"/>
                  </a:lnTo>
                  <a:lnTo>
                    <a:pt x="271005" y="84683"/>
                  </a:lnTo>
                  <a:lnTo>
                    <a:pt x="265328" y="85826"/>
                  </a:lnTo>
                  <a:lnTo>
                    <a:pt x="263131" y="86385"/>
                  </a:lnTo>
                  <a:lnTo>
                    <a:pt x="261505" y="87668"/>
                  </a:lnTo>
                  <a:lnTo>
                    <a:pt x="260438" y="89662"/>
                  </a:lnTo>
                  <a:lnTo>
                    <a:pt x="259473" y="91922"/>
                  </a:lnTo>
                  <a:lnTo>
                    <a:pt x="261277" y="93548"/>
                  </a:lnTo>
                  <a:lnTo>
                    <a:pt x="263791" y="94208"/>
                  </a:lnTo>
                  <a:lnTo>
                    <a:pt x="266319" y="95338"/>
                  </a:lnTo>
                  <a:lnTo>
                    <a:pt x="268947" y="96126"/>
                  </a:lnTo>
                  <a:lnTo>
                    <a:pt x="271678" y="96570"/>
                  </a:lnTo>
                  <a:lnTo>
                    <a:pt x="273900" y="96520"/>
                  </a:lnTo>
                  <a:lnTo>
                    <a:pt x="276085" y="94576"/>
                  </a:lnTo>
                  <a:lnTo>
                    <a:pt x="278676" y="93256"/>
                  </a:lnTo>
                  <a:close/>
                </a:path>
                <a:path w="975359" h="1003300">
                  <a:moveTo>
                    <a:pt x="292049" y="58369"/>
                  </a:moveTo>
                  <a:lnTo>
                    <a:pt x="291122" y="55181"/>
                  </a:lnTo>
                  <a:lnTo>
                    <a:pt x="284873" y="58229"/>
                  </a:lnTo>
                  <a:lnTo>
                    <a:pt x="285584" y="50787"/>
                  </a:lnTo>
                  <a:lnTo>
                    <a:pt x="280784" y="48856"/>
                  </a:lnTo>
                  <a:lnTo>
                    <a:pt x="277888" y="46215"/>
                  </a:lnTo>
                  <a:lnTo>
                    <a:pt x="277952" y="44602"/>
                  </a:lnTo>
                  <a:lnTo>
                    <a:pt x="278612" y="40284"/>
                  </a:lnTo>
                  <a:lnTo>
                    <a:pt x="276618" y="39370"/>
                  </a:lnTo>
                  <a:lnTo>
                    <a:pt x="272770" y="39928"/>
                  </a:lnTo>
                  <a:lnTo>
                    <a:pt x="270408" y="41300"/>
                  </a:lnTo>
                  <a:lnTo>
                    <a:pt x="270535" y="44881"/>
                  </a:lnTo>
                  <a:lnTo>
                    <a:pt x="269811" y="47256"/>
                  </a:lnTo>
                  <a:lnTo>
                    <a:pt x="266623" y="51485"/>
                  </a:lnTo>
                  <a:lnTo>
                    <a:pt x="264553" y="52844"/>
                  </a:lnTo>
                  <a:lnTo>
                    <a:pt x="261975" y="53454"/>
                  </a:lnTo>
                  <a:lnTo>
                    <a:pt x="257606" y="54914"/>
                  </a:lnTo>
                  <a:lnTo>
                    <a:pt x="254139" y="59143"/>
                  </a:lnTo>
                  <a:lnTo>
                    <a:pt x="248005" y="57150"/>
                  </a:lnTo>
                  <a:lnTo>
                    <a:pt x="246761" y="76288"/>
                  </a:lnTo>
                  <a:lnTo>
                    <a:pt x="252349" y="75755"/>
                  </a:lnTo>
                  <a:lnTo>
                    <a:pt x="258216" y="76809"/>
                  </a:lnTo>
                  <a:lnTo>
                    <a:pt x="261861" y="74447"/>
                  </a:lnTo>
                  <a:lnTo>
                    <a:pt x="267347" y="70065"/>
                  </a:lnTo>
                  <a:lnTo>
                    <a:pt x="272300" y="65138"/>
                  </a:lnTo>
                  <a:lnTo>
                    <a:pt x="276694" y="59664"/>
                  </a:lnTo>
                  <a:lnTo>
                    <a:pt x="287693" y="68148"/>
                  </a:lnTo>
                  <a:lnTo>
                    <a:pt x="292049" y="58369"/>
                  </a:lnTo>
                  <a:close/>
                </a:path>
                <a:path w="975359" h="1003300">
                  <a:moveTo>
                    <a:pt x="308051" y="55714"/>
                  </a:moveTo>
                  <a:lnTo>
                    <a:pt x="307708" y="55575"/>
                  </a:lnTo>
                  <a:lnTo>
                    <a:pt x="308038" y="55880"/>
                  </a:lnTo>
                  <a:lnTo>
                    <a:pt x="308051" y="55714"/>
                  </a:lnTo>
                  <a:close/>
                </a:path>
                <a:path w="975359" h="1003300">
                  <a:moveTo>
                    <a:pt x="315315" y="39319"/>
                  </a:moveTo>
                  <a:lnTo>
                    <a:pt x="315277" y="39039"/>
                  </a:lnTo>
                  <a:lnTo>
                    <a:pt x="314921" y="39039"/>
                  </a:lnTo>
                  <a:lnTo>
                    <a:pt x="315150" y="39319"/>
                  </a:lnTo>
                  <a:lnTo>
                    <a:pt x="315315" y="39319"/>
                  </a:lnTo>
                  <a:close/>
                </a:path>
                <a:path w="975359" h="1003300">
                  <a:moveTo>
                    <a:pt x="320649" y="46113"/>
                  </a:moveTo>
                  <a:lnTo>
                    <a:pt x="315150" y="39331"/>
                  </a:lnTo>
                  <a:lnTo>
                    <a:pt x="311048" y="39624"/>
                  </a:lnTo>
                  <a:lnTo>
                    <a:pt x="307860" y="40830"/>
                  </a:lnTo>
                  <a:lnTo>
                    <a:pt x="308305" y="46113"/>
                  </a:lnTo>
                  <a:lnTo>
                    <a:pt x="308317" y="52654"/>
                  </a:lnTo>
                  <a:lnTo>
                    <a:pt x="308051" y="55714"/>
                  </a:lnTo>
                  <a:lnTo>
                    <a:pt x="311162" y="56946"/>
                  </a:lnTo>
                  <a:lnTo>
                    <a:pt x="311772" y="62877"/>
                  </a:lnTo>
                  <a:lnTo>
                    <a:pt x="316992" y="61429"/>
                  </a:lnTo>
                  <a:lnTo>
                    <a:pt x="320649" y="46113"/>
                  </a:lnTo>
                  <a:close/>
                </a:path>
                <a:path w="975359" h="1003300">
                  <a:moveTo>
                    <a:pt x="343192" y="974026"/>
                  </a:moveTo>
                  <a:lnTo>
                    <a:pt x="342404" y="974026"/>
                  </a:lnTo>
                  <a:lnTo>
                    <a:pt x="336588" y="969137"/>
                  </a:lnTo>
                  <a:lnTo>
                    <a:pt x="329412" y="966622"/>
                  </a:lnTo>
                  <a:lnTo>
                    <a:pt x="319430" y="966622"/>
                  </a:lnTo>
                  <a:lnTo>
                    <a:pt x="316268" y="966279"/>
                  </a:lnTo>
                  <a:lnTo>
                    <a:pt x="311454" y="964984"/>
                  </a:lnTo>
                  <a:lnTo>
                    <a:pt x="306844" y="962952"/>
                  </a:lnTo>
                  <a:lnTo>
                    <a:pt x="305917" y="962685"/>
                  </a:lnTo>
                  <a:lnTo>
                    <a:pt x="304774" y="963295"/>
                  </a:lnTo>
                  <a:lnTo>
                    <a:pt x="303682" y="963498"/>
                  </a:lnTo>
                  <a:lnTo>
                    <a:pt x="302183" y="966622"/>
                  </a:lnTo>
                  <a:lnTo>
                    <a:pt x="302310" y="966622"/>
                  </a:lnTo>
                  <a:lnTo>
                    <a:pt x="297840" y="969137"/>
                  </a:lnTo>
                  <a:lnTo>
                    <a:pt x="300507" y="973340"/>
                  </a:lnTo>
                  <a:lnTo>
                    <a:pt x="325882" y="973340"/>
                  </a:lnTo>
                  <a:lnTo>
                    <a:pt x="322694" y="979017"/>
                  </a:lnTo>
                  <a:lnTo>
                    <a:pt x="331533" y="981443"/>
                  </a:lnTo>
                  <a:lnTo>
                    <a:pt x="326948" y="987247"/>
                  </a:lnTo>
                  <a:lnTo>
                    <a:pt x="327202" y="987539"/>
                  </a:lnTo>
                  <a:lnTo>
                    <a:pt x="326732" y="992035"/>
                  </a:lnTo>
                  <a:lnTo>
                    <a:pt x="326428" y="992035"/>
                  </a:lnTo>
                  <a:lnTo>
                    <a:pt x="330517" y="993000"/>
                  </a:lnTo>
                  <a:lnTo>
                    <a:pt x="334695" y="992035"/>
                  </a:lnTo>
                  <a:lnTo>
                    <a:pt x="336918" y="989863"/>
                  </a:lnTo>
                  <a:lnTo>
                    <a:pt x="333806" y="985316"/>
                  </a:lnTo>
                  <a:lnTo>
                    <a:pt x="332587" y="980300"/>
                  </a:lnTo>
                  <a:lnTo>
                    <a:pt x="333260" y="974839"/>
                  </a:lnTo>
                  <a:lnTo>
                    <a:pt x="342468" y="974090"/>
                  </a:lnTo>
                  <a:lnTo>
                    <a:pt x="342811" y="974356"/>
                  </a:lnTo>
                  <a:lnTo>
                    <a:pt x="343192" y="974026"/>
                  </a:lnTo>
                  <a:close/>
                </a:path>
                <a:path w="975359" h="1003300">
                  <a:moveTo>
                    <a:pt x="349237" y="996315"/>
                  </a:moveTo>
                  <a:lnTo>
                    <a:pt x="347091" y="994918"/>
                  </a:lnTo>
                  <a:lnTo>
                    <a:pt x="346278" y="996048"/>
                  </a:lnTo>
                  <a:lnTo>
                    <a:pt x="349237" y="996315"/>
                  </a:lnTo>
                  <a:close/>
                </a:path>
                <a:path w="975359" h="1003300">
                  <a:moveTo>
                    <a:pt x="359816" y="19189"/>
                  </a:moveTo>
                  <a:lnTo>
                    <a:pt x="355041" y="18338"/>
                  </a:lnTo>
                  <a:lnTo>
                    <a:pt x="349961" y="14122"/>
                  </a:lnTo>
                  <a:lnTo>
                    <a:pt x="343077" y="19723"/>
                  </a:lnTo>
                  <a:lnTo>
                    <a:pt x="340144" y="18338"/>
                  </a:lnTo>
                  <a:lnTo>
                    <a:pt x="332282" y="17627"/>
                  </a:lnTo>
                  <a:lnTo>
                    <a:pt x="330098" y="20142"/>
                  </a:lnTo>
                  <a:lnTo>
                    <a:pt x="331495" y="28168"/>
                  </a:lnTo>
                  <a:lnTo>
                    <a:pt x="332155" y="30060"/>
                  </a:lnTo>
                  <a:lnTo>
                    <a:pt x="333197" y="33947"/>
                  </a:lnTo>
                  <a:lnTo>
                    <a:pt x="328803" y="32842"/>
                  </a:lnTo>
                  <a:lnTo>
                    <a:pt x="326148" y="32321"/>
                  </a:lnTo>
                  <a:lnTo>
                    <a:pt x="321373" y="30670"/>
                  </a:lnTo>
                  <a:lnTo>
                    <a:pt x="319112" y="29489"/>
                  </a:lnTo>
                  <a:lnTo>
                    <a:pt x="315277" y="27787"/>
                  </a:lnTo>
                  <a:lnTo>
                    <a:pt x="315277" y="39039"/>
                  </a:lnTo>
                  <a:lnTo>
                    <a:pt x="323380" y="38646"/>
                  </a:lnTo>
                  <a:lnTo>
                    <a:pt x="329895" y="47853"/>
                  </a:lnTo>
                  <a:lnTo>
                    <a:pt x="335876" y="46050"/>
                  </a:lnTo>
                  <a:lnTo>
                    <a:pt x="335864" y="46380"/>
                  </a:lnTo>
                  <a:lnTo>
                    <a:pt x="335965" y="46202"/>
                  </a:lnTo>
                  <a:lnTo>
                    <a:pt x="336207" y="46202"/>
                  </a:lnTo>
                  <a:lnTo>
                    <a:pt x="336092" y="45948"/>
                  </a:lnTo>
                  <a:lnTo>
                    <a:pt x="335889" y="45986"/>
                  </a:lnTo>
                  <a:lnTo>
                    <a:pt x="336232" y="41605"/>
                  </a:lnTo>
                  <a:lnTo>
                    <a:pt x="343230" y="42621"/>
                  </a:lnTo>
                  <a:lnTo>
                    <a:pt x="344208" y="42011"/>
                  </a:lnTo>
                  <a:lnTo>
                    <a:pt x="344741" y="41605"/>
                  </a:lnTo>
                  <a:lnTo>
                    <a:pt x="345528" y="40982"/>
                  </a:lnTo>
                  <a:lnTo>
                    <a:pt x="346735" y="39827"/>
                  </a:lnTo>
                  <a:lnTo>
                    <a:pt x="347776" y="38646"/>
                  </a:lnTo>
                  <a:lnTo>
                    <a:pt x="348081" y="38303"/>
                  </a:lnTo>
                  <a:lnTo>
                    <a:pt x="349935" y="36398"/>
                  </a:lnTo>
                  <a:lnTo>
                    <a:pt x="349948" y="33947"/>
                  </a:lnTo>
                  <a:lnTo>
                    <a:pt x="349948" y="33108"/>
                  </a:lnTo>
                  <a:lnTo>
                    <a:pt x="347865" y="31457"/>
                  </a:lnTo>
                  <a:lnTo>
                    <a:pt x="346887" y="30060"/>
                  </a:lnTo>
                  <a:lnTo>
                    <a:pt x="359168" y="19723"/>
                  </a:lnTo>
                  <a:lnTo>
                    <a:pt x="359816" y="19189"/>
                  </a:lnTo>
                  <a:close/>
                </a:path>
                <a:path w="975359" h="1003300">
                  <a:moveTo>
                    <a:pt x="360286" y="19189"/>
                  </a:moveTo>
                  <a:lnTo>
                    <a:pt x="360083" y="18961"/>
                  </a:lnTo>
                  <a:lnTo>
                    <a:pt x="359816" y="19189"/>
                  </a:lnTo>
                  <a:lnTo>
                    <a:pt x="360286" y="19189"/>
                  </a:lnTo>
                  <a:close/>
                </a:path>
                <a:path w="975359" h="1003300">
                  <a:moveTo>
                    <a:pt x="363651" y="45910"/>
                  </a:moveTo>
                  <a:lnTo>
                    <a:pt x="363105" y="45910"/>
                  </a:lnTo>
                  <a:lnTo>
                    <a:pt x="363220" y="46202"/>
                  </a:lnTo>
                  <a:lnTo>
                    <a:pt x="363397" y="46202"/>
                  </a:lnTo>
                  <a:lnTo>
                    <a:pt x="363550" y="46342"/>
                  </a:lnTo>
                  <a:lnTo>
                    <a:pt x="363651" y="45910"/>
                  </a:lnTo>
                  <a:close/>
                </a:path>
                <a:path w="975359" h="1003300">
                  <a:moveTo>
                    <a:pt x="364972" y="55156"/>
                  </a:moveTo>
                  <a:lnTo>
                    <a:pt x="364693" y="53721"/>
                  </a:lnTo>
                  <a:lnTo>
                    <a:pt x="363220" y="46202"/>
                  </a:lnTo>
                  <a:lnTo>
                    <a:pt x="362813" y="46202"/>
                  </a:lnTo>
                  <a:lnTo>
                    <a:pt x="342646" y="42887"/>
                  </a:lnTo>
                  <a:lnTo>
                    <a:pt x="336207" y="46202"/>
                  </a:lnTo>
                  <a:lnTo>
                    <a:pt x="338531" y="49822"/>
                  </a:lnTo>
                  <a:lnTo>
                    <a:pt x="341096" y="54152"/>
                  </a:lnTo>
                  <a:lnTo>
                    <a:pt x="351815" y="53721"/>
                  </a:lnTo>
                  <a:lnTo>
                    <a:pt x="349275" y="58991"/>
                  </a:lnTo>
                  <a:lnTo>
                    <a:pt x="352526" y="61391"/>
                  </a:lnTo>
                  <a:lnTo>
                    <a:pt x="364972" y="55156"/>
                  </a:lnTo>
                  <a:close/>
                </a:path>
                <a:path w="975359" h="1003300">
                  <a:moveTo>
                    <a:pt x="365709" y="36931"/>
                  </a:moveTo>
                  <a:lnTo>
                    <a:pt x="365467" y="37147"/>
                  </a:lnTo>
                  <a:lnTo>
                    <a:pt x="365658" y="37147"/>
                  </a:lnTo>
                  <a:lnTo>
                    <a:pt x="365709" y="36931"/>
                  </a:lnTo>
                  <a:close/>
                </a:path>
                <a:path w="975359" h="1003300">
                  <a:moveTo>
                    <a:pt x="367271" y="45910"/>
                  </a:moveTo>
                  <a:lnTo>
                    <a:pt x="365658" y="45669"/>
                  </a:lnTo>
                  <a:lnTo>
                    <a:pt x="363651" y="45910"/>
                  </a:lnTo>
                  <a:lnTo>
                    <a:pt x="367271" y="45910"/>
                  </a:lnTo>
                  <a:close/>
                </a:path>
                <a:path w="975359" h="1003300">
                  <a:moveTo>
                    <a:pt x="370509" y="39433"/>
                  </a:moveTo>
                  <a:lnTo>
                    <a:pt x="367423" y="38633"/>
                  </a:lnTo>
                  <a:lnTo>
                    <a:pt x="365620" y="37274"/>
                  </a:lnTo>
                  <a:lnTo>
                    <a:pt x="364959" y="40093"/>
                  </a:lnTo>
                  <a:lnTo>
                    <a:pt x="363702" y="45669"/>
                  </a:lnTo>
                  <a:lnTo>
                    <a:pt x="365658" y="45669"/>
                  </a:lnTo>
                  <a:lnTo>
                    <a:pt x="368757" y="45669"/>
                  </a:lnTo>
                  <a:lnTo>
                    <a:pt x="370509" y="39433"/>
                  </a:lnTo>
                  <a:close/>
                </a:path>
                <a:path w="975359" h="1003300">
                  <a:moveTo>
                    <a:pt x="387489" y="25819"/>
                  </a:moveTo>
                  <a:lnTo>
                    <a:pt x="384822" y="24777"/>
                  </a:lnTo>
                  <a:lnTo>
                    <a:pt x="381749" y="23799"/>
                  </a:lnTo>
                  <a:lnTo>
                    <a:pt x="378625" y="23037"/>
                  </a:lnTo>
                  <a:lnTo>
                    <a:pt x="373989" y="22199"/>
                  </a:lnTo>
                  <a:lnTo>
                    <a:pt x="371436" y="24777"/>
                  </a:lnTo>
                  <a:lnTo>
                    <a:pt x="371335" y="25565"/>
                  </a:lnTo>
                  <a:lnTo>
                    <a:pt x="371271" y="25946"/>
                  </a:lnTo>
                  <a:lnTo>
                    <a:pt x="370878" y="28879"/>
                  </a:lnTo>
                  <a:lnTo>
                    <a:pt x="370535" y="28879"/>
                  </a:lnTo>
                  <a:lnTo>
                    <a:pt x="370827" y="29210"/>
                  </a:lnTo>
                  <a:lnTo>
                    <a:pt x="370852" y="28981"/>
                  </a:lnTo>
                  <a:lnTo>
                    <a:pt x="373735" y="29794"/>
                  </a:lnTo>
                  <a:lnTo>
                    <a:pt x="376986" y="30632"/>
                  </a:lnTo>
                  <a:lnTo>
                    <a:pt x="385800" y="33286"/>
                  </a:lnTo>
                  <a:lnTo>
                    <a:pt x="387413" y="30378"/>
                  </a:lnTo>
                  <a:lnTo>
                    <a:pt x="387489" y="25819"/>
                  </a:lnTo>
                  <a:close/>
                </a:path>
                <a:path w="975359" h="1003300">
                  <a:moveTo>
                    <a:pt x="387819" y="25946"/>
                  </a:moveTo>
                  <a:lnTo>
                    <a:pt x="387718" y="25819"/>
                  </a:lnTo>
                  <a:lnTo>
                    <a:pt x="387502" y="25565"/>
                  </a:lnTo>
                  <a:lnTo>
                    <a:pt x="387489" y="25819"/>
                  </a:lnTo>
                  <a:lnTo>
                    <a:pt x="387819" y="25946"/>
                  </a:lnTo>
                  <a:close/>
                </a:path>
                <a:path w="975359" h="1003300">
                  <a:moveTo>
                    <a:pt x="410933" y="48260"/>
                  </a:moveTo>
                  <a:lnTo>
                    <a:pt x="404520" y="40640"/>
                  </a:lnTo>
                  <a:lnTo>
                    <a:pt x="387642" y="40640"/>
                  </a:lnTo>
                  <a:lnTo>
                    <a:pt x="390169" y="48260"/>
                  </a:lnTo>
                  <a:lnTo>
                    <a:pt x="410933" y="48260"/>
                  </a:lnTo>
                  <a:close/>
                </a:path>
                <a:path w="975359" h="1003300">
                  <a:moveTo>
                    <a:pt x="411899" y="991450"/>
                  </a:moveTo>
                  <a:lnTo>
                    <a:pt x="411556" y="991806"/>
                  </a:lnTo>
                  <a:lnTo>
                    <a:pt x="411848" y="991806"/>
                  </a:lnTo>
                  <a:lnTo>
                    <a:pt x="411899" y="991450"/>
                  </a:lnTo>
                  <a:close/>
                </a:path>
                <a:path w="975359" h="1003300">
                  <a:moveTo>
                    <a:pt x="417423" y="675640"/>
                  </a:moveTo>
                  <a:lnTo>
                    <a:pt x="410565" y="666750"/>
                  </a:lnTo>
                  <a:lnTo>
                    <a:pt x="408825" y="675640"/>
                  </a:lnTo>
                  <a:lnTo>
                    <a:pt x="417423" y="675640"/>
                  </a:lnTo>
                  <a:close/>
                </a:path>
                <a:path w="975359" h="1003300">
                  <a:moveTo>
                    <a:pt x="419227" y="997585"/>
                  </a:moveTo>
                  <a:lnTo>
                    <a:pt x="417918" y="994384"/>
                  </a:lnTo>
                  <a:lnTo>
                    <a:pt x="416826" y="990574"/>
                  </a:lnTo>
                  <a:lnTo>
                    <a:pt x="411848" y="991806"/>
                  </a:lnTo>
                  <a:lnTo>
                    <a:pt x="411848" y="998080"/>
                  </a:lnTo>
                  <a:lnTo>
                    <a:pt x="419227" y="997585"/>
                  </a:lnTo>
                  <a:close/>
                </a:path>
                <a:path w="975359" h="1003300">
                  <a:moveTo>
                    <a:pt x="427685" y="325120"/>
                  </a:moveTo>
                  <a:lnTo>
                    <a:pt x="425234" y="325120"/>
                  </a:lnTo>
                  <a:lnTo>
                    <a:pt x="424091" y="326390"/>
                  </a:lnTo>
                  <a:lnTo>
                    <a:pt x="427685" y="325120"/>
                  </a:lnTo>
                  <a:close/>
                </a:path>
                <a:path w="975359" h="1003300">
                  <a:moveTo>
                    <a:pt x="432447" y="97764"/>
                  </a:moveTo>
                  <a:lnTo>
                    <a:pt x="432396" y="97472"/>
                  </a:lnTo>
                  <a:lnTo>
                    <a:pt x="432028" y="97764"/>
                  </a:lnTo>
                  <a:lnTo>
                    <a:pt x="432447" y="97764"/>
                  </a:lnTo>
                  <a:close/>
                </a:path>
                <a:path w="975359" h="1003300">
                  <a:moveTo>
                    <a:pt x="435610" y="996670"/>
                  </a:moveTo>
                  <a:lnTo>
                    <a:pt x="435597" y="991450"/>
                  </a:lnTo>
                  <a:lnTo>
                    <a:pt x="432244" y="981392"/>
                  </a:lnTo>
                  <a:lnTo>
                    <a:pt x="430161" y="981392"/>
                  </a:lnTo>
                  <a:lnTo>
                    <a:pt x="422567" y="980973"/>
                  </a:lnTo>
                  <a:lnTo>
                    <a:pt x="422643" y="981392"/>
                  </a:lnTo>
                  <a:lnTo>
                    <a:pt x="423760" y="987171"/>
                  </a:lnTo>
                  <a:lnTo>
                    <a:pt x="424865" y="991895"/>
                  </a:lnTo>
                  <a:lnTo>
                    <a:pt x="425450" y="996670"/>
                  </a:lnTo>
                  <a:lnTo>
                    <a:pt x="425424" y="997064"/>
                  </a:lnTo>
                  <a:lnTo>
                    <a:pt x="427062" y="997064"/>
                  </a:lnTo>
                  <a:lnTo>
                    <a:pt x="432892" y="996670"/>
                  </a:lnTo>
                  <a:lnTo>
                    <a:pt x="435610" y="997064"/>
                  </a:lnTo>
                  <a:lnTo>
                    <a:pt x="435610" y="996670"/>
                  </a:lnTo>
                  <a:close/>
                </a:path>
                <a:path w="975359" h="1003300">
                  <a:moveTo>
                    <a:pt x="445731" y="101180"/>
                  </a:moveTo>
                  <a:lnTo>
                    <a:pt x="432460" y="97878"/>
                  </a:lnTo>
                  <a:lnTo>
                    <a:pt x="434848" y="110502"/>
                  </a:lnTo>
                  <a:lnTo>
                    <a:pt x="441629" y="110210"/>
                  </a:lnTo>
                  <a:lnTo>
                    <a:pt x="442976" y="104635"/>
                  </a:lnTo>
                  <a:lnTo>
                    <a:pt x="445731" y="101180"/>
                  </a:lnTo>
                  <a:close/>
                </a:path>
                <a:path w="975359" h="1003300">
                  <a:moveTo>
                    <a:pt x="446354" y="101346"/>
                  </a:moveTo>
                  <a:lnTo>
                    <a:pt x="445947" y="100914"/>
                  </a:lnTo>
                  <a:lnTo>
                    <a:pt x="445731" y="101180"/>
                  </a:lnTo>
                  <a:lnTo>
                    <a:pt x="446354" y="101346"/>
                  </a:lnTo>
                  <a:close/>
                </a:path>
                <a:path w="975359" h="1003300">
                  <a:moveTo>
                    <a:pt x="587451" y="104559"/>
                  </a:moveTo>
                  <a:lnTo>
                    <a:pt x="586765" y="104559"/>
                  </a:lnTo>
                  <a:lnTo>
                    <a:pt x="587133" y="104978"/>
                  </a:lnTo>
                  <a:lnTo>
                    <a:pt x="587451" y="104559"/>
                  </a:lnTo>
                  <a:close/>
                </a:path>
                <a:path w="975359" h="1003300">
                  <a:moveTo>
                    <a:pt x="607199" y="101904"/>
                  </a:moveTo>
                  <a:lnTo>
                    <a:pt x="605650" y="100825"/>
                  </a:lnTo>
                  <a:lnTo>
                    <a:pt x="603948" y="100063"/>
                  </a:lnTo>
                  <a:lnTo>
                    <a:pt x="599960" y="99136"/>
                  </a:lnTo>
                  <a:lnTo>
                    <a:pt x="598411" y="99136"/>
                  </a:lnTo>
                  <a:lnTo>
                    <a:pt x="587451" y="104559"/>
                  </a:lnTo>
                  <a:lnTo>
                    <a:pt x="607199" y="101904"/>
                  </a:lnTo>
                  <a:close/>
                </a:path>
                <a:path w="975359" h="1003300">
                  <a:moveTo>
                    <a:pt x="625538" y="82156"/>
                  </a:moveTo>
                  <a:lnTo>
                    <a:pt x="625284" y="80124"/>
                  </a:lnTo>
                  <a:lnTo>
                    <a:pt x="625157" y="78701"/>
                  </a:lnTo>
                  <a:lnTo>
                    <a:pt x="623697" y="77355"/>
                  </a:lnTo>
                  <a:lnTo>
                    <a:pt x="623011" y="76276"/>
                  </a:lnTo>
                  <a:lnTo>
                    <a:pt x="618718" y="83172"/>
                  </a:lnTo>
                  <a:lnTo>
                    <a:pt x="618921" y="83578"/>
                  </a:lnTo>
                  <a:lnTo>
                    <a:pt x="619963" y="85166"/>
                  </a:lnTo>
                  <a:lnTo>
                    <a:pt x="621538" y="87325"/>
                  </a:lnTo>
                  <a:lnTo>
                    <a:pt x="623747" y="85559"/>
                  </a:lnTo>
                  <a:lnTo>
                    <a:pt x="625030" y="83959"/>
                  </a:lnTo>
                  <a:lnTo>
                    <a:pt x="625132" y="83578"/>
                  </a:lnTo>
                  <a:lnTo>
                    <a:pt x="625246" y="83172"/>
                  </a:lnTo>
                  <a:lnTo>
                    <a:pt x="625538" y="82156"/>
                  </a:lnTo>
                  <a:close/>
                </a:path>
                <a:path w="975359" h="1003300">
                  <a:moveTo>
                    <a:pt x="636676" y="871220"/>
                  </a:moveTo>
                  <a:lnTo>
                    <a:pt x="632320" y="862330"/>
                  </a:lnTo>
                  <a:lnTo>
                    <a:pt x="624446" y="871220"/>
                  </a:lnTo>
                  <a:lnTo>
                    <a:pt x="636676" y="871220"/>
                  </a:lnTo>
                  <a:close/>
                </a:path>
                <a:path w="975359" h="1003300">
                  <a:moveTo>
                    <a:pt x="642620" y="985520"/>
                  </a:moveTo>
                  <a:lnTo>
                    <a:pt x="634822" y="985520"/>
                  </a:lnTo>
                  <a:lnTo>
                    <a:pt x="638835" y="980046"/>
                  </a:lnTo>
                  <a:lnTo>
                    <a:pt x="637235" y="979030"/>
                  </a:lnTo>
                  <a:lnTo>
                    <a:pt x="634644" y="977392"/>
                  </a:lnTo>
                  <a:lnTo>
                    <a:pt x="634644" y="985520"/>
                  </a:lnTo>
                  <a:lnTo>
                    <a:pt x="626999" y="985520"/>
                  </a:lnTo>
                  <a:lnTo>
                    <a:pt x="624954" y="988949"/>
                  </a:lnTo>
                  <a:lnTo>
                    <a:pt x="622871" y="983907"/>
                  </a:lnTo>
                  <a:lnTo>
                    <a:pt x="622338" y="982611"/>
                  </a:lnTo>
                  <a:lnTo>
                    <a:pt x="622033" y="981875"/>
                  </a:lnTo>
                  <a:lnTo>
                    <a:pt x="626110" y="979030"/>
                  </a:lnTo>
                  <a:lnTo>
                    <a:pt x="630580" y="982129"/>
                  </a:lnTo>
                  <a:lnTo>
                    <a:pt x="634644" y="985520"/>
                  </a:lnTo>
                  <a:lnTo>
                    <a:pt x="634644" y="977392"/>
                  </a:lnTo>
                  <a:lnTo>
                    <a:pt x="626325" y="972108"/>
                  </a:lnTo>
                  <a:lnTo>
                    <a:pt x="625957" y="972108"/>
                  </a:lnTo>
                  <a:lnTo>
                    <a:pt x="625424" y="971905"/>
                  </a:lnTo>
                  <a:lnTo>
                    <a:pt x="616267" y="969657"/>
                  </a:lnTo>
                  <a:lnTo>
                    <a:pt x="615010" y="969759"/>
                  </a:lnTo>
                  <a:lnTo>
                    <a:pt x="615010" y="982611"/>
                  </a:lnTo>
                  <a:lnTo>
                    <a:pt x="614946" y="983081"/>
                  </a:lnTo>
                  <a:lnTo>
                    <a:pt x="614845" y="983907"/>
                  </a:lnTo>
                  <a:lnTo>
                    <a:pt x="613524" y="983081"/>
                  </a:lnTo>
                  <a:lnTo>
                    <a:pt x="615010" y="982611"/>
                  </a:lnTo>
                  <a:lnTo>
                    <a:pt x="615010" y="969759"/>
                  </a:lnTo>
                  <a:lnTo>
                    <a:pt x="609142" y="970165"/>
                  </a:lnTo>
                  <a:lnTo>
                    <a:pt x="605688" y="980249"/>
                  </a:lnTo>
                  <a:lnTo>
                    <a:pt x="604202" y="983081"/>
                  </a:lnTo>
                  <a:lnTo>
                    <a:pt x="603580" y="983907"/>
                  </a:lnTo>
                  <a:lnTo>
                    <a:pt x="602081" y="985786"/>
                  </a:lnTo>
                  <a:lnTo>
                    <a:pt x="599528" y="987958"/>
                  </a:lnTo>
                  <a:lnTo>
                    <a:pt x="597077" y="990638"/>
                  </a:lnTo>
                  <a:lnTo>
                    <a:pt x="594372" y="993152"/>
                  </a:lnTo>
                  <a:lnTo>
                    <a:pt x="591718" y="995794"/>
                  </a:lnTo>
                  <a:lnTo>
                    <a:pt x="594131" y="996556"/>
                  </a:lnTo>
                  <a:lnTo>
                    <a:pt x="610768" y="993597"/>
                  </a:lnTo>
                  <a:lnTo>
                    <a:pt x="612063" y="992886"/>
                  </a:lnTo>
                  <a:lnTo>
                    <a:pt x="618464" y="990638"/>
                  </a:lnTo>
                  <a:lnTo>
                    <a:pt x="625335" y="989850"/>
                  </a:lnTo>
                  <a:lnTo>
                    <a:pt x="625081" y="989253"/>
                  </a:lnTo>
                  <a:lnTo>
                    <a:pt x="642620" y="985520"/>
                  </a:lnTo>
                  <a:close/>
                </a:path>
                <a:path w="975359" h="1003300">
                  <a:moveTo>
                    <a:pt x="645439" y="38900"/>
                  </a:moveTo>
                  <a:lnTo>
                    <a:pt x="644512" y="37045"/>
                  </a:lnTo>
                  <a:lnTo>
                    <a:pt x="643902" y="36918"/>
                  </a:lnTo>
                  <a:lnTo>
                    <a:pt x="642797" y="36474"/>
                  </a:lnTo>
                  <a:lnTo>
                    <a:pt x="641731" y="36563"/>
                  </a:lnTo>
                  <a:lnTo>
                    <a:pt x="639686" y="37820"/>
                  </a:lnTo>
                  <a:lnTo>
                    <a:pt x="639127" y="38722"/>
                  </a:lnTo>
                  <a:lnTo>
                    <a:pt x="639013" y="39916"/>
                  </a:lnTo>
                  <a:lnTo>
                    <a:pt x="638898" y="40767"/>
                  </a:lnTo>
                  <a:lnTo>
                    <a:pt x="639851" y="41757"/>
                  </a:lnTo>
                  <a:lnTo>
                    <a:pt x="640842" y="43713"/>
                  </a:lnTo>
                  <a:lnTo>
                    <a:pt x="642391" y="42303"/>
                  </a:lnTo>
                  <a:lnTo>
                    <a:pt x="643851" y="40805"/>
                  </a:lnTo>
                  <a:lnTo>
                    <a:pt x="645210" y="39204"/>
                  </a:lnTo>
                  <a:lnTo>
                    <a:pt x="645439" y="38900"/>
                  </a:lnTo>
                  <a:close/>
                </a:path>
                <a:path w="975359" h="1003300">
                  <a:moveTo>
                    <a:pt x="646963" y="781050"/>
                  </a:moveTo>
                  <a:lnTo>
                    <a:pt x="642073" y="773430"/>
                  </a:lnTo>
                  <a:lnTo>
                    <a:pt x="627011" y="781050"/>
                  </a:lnTo>
                  <a:lnTo>
                    <a:pt x="646963" y="781050"/>
                  </a:lnTo>
                  <a:close/>
                </a:path>
                <a:path w="975359" h="1003300">
                  <a:moveTo>
                    <a:pt x="652297" y="88823"/>
                  </a:moveTo>
                  <a:lnTo>
                    <a:pt x="652170" y="83934"/>
                  </a:lnTo>
                  <a:lnTo>
                    <a:pt x="648716" y="83312"/>
                  </a:lnTo>
                  <a:lnTo>
                    <a:pt x="644918" y="82524"/>
                  </a:lnTo>
                  <a:lnTo>
                    <a:pt x="640448" y="81927"/>
                  </a:lnTo>
                  <a:lnTo>
                    <a:pt x="639673" y="83108"/>
                  </a:lnTo>
                  <a:lnTo>
                    <a:pt x="638721" y="83934"/>
                  </a:lnTo>
                  <a:lnTo>
                    <a:pt x="638581" y="83934"/>
                  </a:lnTo>
                  <a:lnTo>
                    <a:pt x="643763" y="92036"/>
                  </a:lnTo>
                  <a:lnTo>
                    <a:pt x="647738" y="89522"/>
                  </a:lnTo>
                  <a:lnTo>
                    <a:pt x="652297" y="88823"/>
                  </a:lnTo>
                  <a:close/>
                </a:path>
                <a:path w="975359" h="1003300">
                  <a:moveTo>
                    <a:pt x="652462" y="83934"/>
                  </a:moveTo>
                  <a:lnTo>
                    <a:pt x="652157" y="83616"/>
                  </a:lnTo>
                  <a:lnTo>
                    <a:pt x="652170" y="83934"/>
                  </a:lnTo>
                  <a:lnTo>
                    <a:pt x="652462" y="83934"/>
                  </a:lnTo>
                  <a:close/>
                </a:path>
                <a:path w="975359" h="1003300">
                  <a:moveTo>
                    <a:pt x="668832" y="977900"/>
                  </a:moveTo>
                  <a:lnTo>
                    <a:pt x="668261" y="976630"/>
                  </a:lnTo>
                  <a:lnTo>
                    <a:pt x="667727" y="977900"/>
                  </a:lnTo>
                  <a:lnTo>
                    <a:pt x="668832" y="977900"/>
                  </a:lnTo>
                  <a:close/>
                </a:path>
                <a:path w="975359" h="1003300">
                  <a:moveTo>
                    <a:pt x="698741" y="961898"/>
                  </a:moveTo>
                  <a:lnTo>
                    <a:pt x="696480" y="962202"/>
                  </a:lnTo>
                  <a:lnTo>
                    <a:pt x="697966" y="962202"/>
                  </a:lnTo>
                  <a:lnTo>
                    <a:pt x="698741" y="961898"/>
                  </a:lnTo>
                  <a:close/>
                </a:path>
                <a:path w="975359" h="1003300">
                  <a:moveTo>
                    <a:pt x="699630" y="961542"/>
                  </a:moveTo>
                  <a:lnTo>
                    <a:pt x="695274" y="961542"/>
                  </a:lnTo>
                  <a:lnTo>
                    <a:pt x="698741" y="961898"/>
                  </a:lnTo>
                  <a:lnTo>
                    <a:pt x="699630" y="961542"/>
                  </a:lnTo>
                  <a:close/>
                </a:path>
                <a:path w="975359" h="1003300">
                  <a:moveTo>
                    <a:pt x="700608" y="210820"/>
                  </a:moveTo>
                  <a:lnTo>
                    <a:pt x="699846" y="203200"/>
                  </a:lnTo>
                  <a:lnTo>
                    <a:pt x="668883" y="210820"/>
                  </a:lnTo>
                  <a:lnTo>
                    <a:pt x="700608" y="210820"/>
                  </a:lnTo>
                  <a:close/>
                </a:path>
                <a:path w="975359" h="1003300">
                  <a:moveTo>
                    <a:pt x="720115" y="934478"/>
                  </a:moveTo>
                  <a:lnTo>
                    <a:pt x="719861" y="934478"/>
                  </a:lnTo>
                  <a:lnTo>
                    <a:pt x="719645" y="928293"/>
                  </a:lnTo>
                  <a:lnTo>
                    <a:pt x="716102" y="926528"/>
                  </a:lnTo>
                  <a:lnTo>
                    <a:pt x="706488" y="927582"/>
                  </a:lnTo>
                  <a:lnTo>
                    <a:pt x="713676" y="929957"/>
                  </a:lnTo>
                  <a:lnTo>
                    <a:pt x="714057" y="936383"/>
                  </a:lnTo>
                  <a:lnTo>
                    <a:pt x="720115" y="934478"/>
                  </a:lnTo>
                  <a:close/>
                </a:path>
                <a:path w="975359" h="1003300">
                  <a:moveTo>
                    <a:pt x="721918" y="153670"/>
                  </a:moveTo>
                  <a:lnTo>
                    <a:pt x="713765" y="153670"/>
                  </a:lnTo>
                  <a:lnTo>
                    <a:pt x="719569" y="162560"/>
                  </a:lnTo>
                  <a:lnTo>
                    <a:pt x="721918" y="153670"/>
                  </a:lnTo>
                  <a:close/>
                </a:path>
                <a:path w="975359" h="1003300">
                  <a:moveTo>
                    <a:pt x="727811" y="692150"/>
                  </a:moveTo>
                  <a:lnTo>
                    <a:pt x="718121" y="692150"/>
                  </a:lnTo>
                  <a:lnTo>
                    <a:pt x="725373" y="699770"/>
                  </a:lnTo>
                  <a:lnTo>
                    <a:pt x="727811" y="692150"/>
                  </a:lnTo>
                  <a:close/>
                </a:path>
                <a:path w="975359" h="1003300">
                  <a:moveTo>
                    <a:pt x="732917" y="415290"/>
                  </a:moveTo>
                  <a:lnTo>
                    <a:pt x="724357" y="406400"/>
                  </a:lnTo>
                  <a:lnTo>
                    <a:pt x="714349" y="406400"/>
                  </a:lnTo>
                  <a:lnTo>
                    <a:pt x="714425" y="415290"/>
                  </a:lnTo>
                  <a:lnTo>
                    <a:pt x="710450" y="422910"/>
                  </a:lnTo>
                  <a:lnTo>
                    <a:pt x="716508" y="422910"/>
                  </a:lnTo>
                  <a:lnTo>
                    <a:pt x="732917" y="415290"/>
                  </a:lnTo>
                  <a:close/>
                </a:path>
                <a:path w="975359" h="1003300">
                  <a:moveTo>
                    <a:pt x="739241" y="949020"/>
                  </a:moveTo>
                  <a:lnTo>
                    <a:pt x="732904" y="945896"/>
                  </a:lnTo>
                  <a:lnTo>
                    <a:pt x="725932" y="944753"/>
                  </a:lnTo>
                  <a:lnTo>
                    <a:pt x="718997" y="943749"/>
                  </a:lnTo>
                  <a:lnTo>
                    <a:pt x="717677" y="946492"/>
                  </a:lnTo>
                  <a:lnTo>
                    <a:pt x="717677" y="956157"/>
                  </a:lnTo>
                  <a:lnTo>
                    <a:pt x="715632" y="957732"/>
                  </a:lnTo>
                  <a:lnTo>
                    <a:pt x="714679" y="954239"/>
                  </a:lnTo>
                  <a:lnTo>
                    <a:pt x="717677" y="956157"/>
                  </a:lnTo>
                  <a:lnTo>
                    <a:pt x="717677" y="946492"/>
                  </a:lnTo>
                  <a:lnTo>
                    <a:pt x="714260" y="953566"/>
                  </a:lnTo>
                  <a:lnTo>
                    <a:pt x="714489" y="953528"/>
                  </a:lnTo>
                  <a:lnTo>
                    <a:pt x="714260" y="953566"/>
                  </a:lnTo>
                  <a:lnTo>
                    <a:pt x="708418" y="954493"/>
                  </a:lnTo>
                  <a:lnTo>
                    <a:pt x="702195" y="955154"/>
                  </a:lnTo>
                  <a:lnTo>
                    <a:pt x="699376" y="961415"/>
                  </a:lnTo>
                  <a:lnTo>
                    <a:pt x="701408" y="961415"/>
                  </a:lnTo>
                  <a:lnTo>
                    <a:pt x="699668" y="961542"/>
                  </a:lnTo>
                  <a:lnTo>
                    <a:pt x="701294" y="961542"/>
                  </a:lnTo>
                  <a:lnTo>
                    <a:pt x="698741" y="961898"/>
                  </a:lnTo>
                  <a:lnTo>
                    <a:pt x="701802" y="962202"/>
                  </a:lnTo>
                  <a:lnTo>
                    <a:pt x="697966" y="962202"/>
                  </a:lnTo>
                  <a:lnTo>
                    <a:pt x="682205" y="968527"/>
                  </a:lnTo>
                  <a:lnTo>
                    <a:pt x="678129" y="962952"/>
                  </a:lnTo>
                  <a:lnTo>
                    <a:pt x="663384" y="968159"/>
                  </a:lnTo>
                  <a:lnTo>
                    <a:pt x="654189" y="971550"/>
                  </a:lnTo>
                  <a:lnTo>
                    <a:pt x="652602" y="973493"/>
                  </a:lnTo>
                  <a:lnTo>
                    <a:pt x="653910" y="975817"/>
                  </a:lnTo>
                  <a:lnTo>
                    <a:pt x="654989" y="977138"/>
                  </a:lnTo>
                  <a:lnTo>
                    <a:pt x="656158" y="977658"/>
                  </a:lnTo>
                  <a:lnTo>
                    <a:pt x="658075" y="977658"/>
                  </a:lnTo>
                  <a:lnTo>
                    <a:pt x="664781" y="976541"/>
                  </a:lnTo>
                  <a:lnTo>
                    <a:pt x="671474" y="975296"/>
                  </a:lnTo>
                  <a:lnTo>
                    <a:pt x="678167" y="974191"/>
                  </a:lnTo>
                  <a:lnTo>
                    <a:pt x="720979" y="957732"/>
                  </a:lnTo>
                  <a:lnTo>
                    <a:pt x="729780" y="953528"/>
                  </a:lnTo>
                  <a:lnTo>
                    <a:pt x="739241" y="949020"/>
                  </a:lnTo>
                  <a:close/>
                </a:path>
                <a:path w="975359" h="1003300">
                  <a:moveTo>
                    <a:pt x="748360" y="933602"/>
                  </a:moveTo>
                  <a:lnTo>
                    <a:pt x="746163" y="934186"/>
                  </a:lnTo>
                  <a:lnTo>
                    <a:pt x="743508" y="935126"/>
                  </a:lnTo>
                  <a:lnTo>
                    <a:pt x="740930" y="936294"/>
                  </a:lnTo>
                  <a:lnTo>
                    <a:pt x="740143" y="936726"/>
                  </a:lnTo>
                  <a:lnTo>
                    <a:pt x="740244" y="938072"/>
                  </a:lnTo>
                  <a:lnTo>
                    <a:pt x="740308" y="938961"/>
                  </a:lnTo>
                  <a:lnTo>
                    <a:pt x="740041" y="940371"/>
                  </a:lnTo>
                  <a:lnTo>
                    <a:pt x="741616" y="940371"/>
                  </a:lnTo>
                  <a:lnTo>
                    <a:pt x="744004" y="941108"/>
                  </a:lnTo>
                  <a:lnTo>
                    <a:pt x="744588" y="940371"/>
                  </a:lnTo>
                  <a:lnTo>
                    <a:pt x="746163" y="938072"/>
                  </a:lnTo>
                  <a:lnTo>
                    <a:pt x="747496" y="935647"/>
                  </a:lnTo>
                  <a:lnTo>
                    <a:pt x="748360" y="933602"/>
                  </a:lnTo>
                  <a:close/>
                </a:path>
                <a:path w="975359" h="1003300">
                  <a:moveTo>
                    <a:pt x="748906" y="933462"/>
                  </a:moveTo>
                  <a:lnTo>
                    <a:pt x="748576" y="933081"/>
                  </a:lnTo>
                  <a:lnTo>
                    <a:pt x="748423" y="933462"/>
                  </a:lnTo>
                  <a:lnTo>
                    <a:pt x="748906" y="933462"/>
                  </a:lnTo>
                  <a:close/>
                </a:path>
                <a:path w="975359" h="1003300">
                  <a:moveTo>
                    <a:pt x="766927" y="147205"/>
                  </a:moveTo>
                  <a:lnTo>
                    <a:pt x="766356" y="145605"/>
                  </a:lnTo>
                  <a:lnTo>
                    <a:pt x="765962" y="143764"/>
                  </a:lnTo>
                  <a:lnTo>
                    <a:pt x="765657" y="143776"/>
                  </a:lnTo>
                  <a:lnTo>
                    <a:pt x="764108" y="143967"/>
                  </a:lnTo>
                  <a:lnTo>
                    <a:pt x="762596" y="144310"/>
                  </a:lnTo>
                  <a:lnTo>
                    <a:pt x="761123" y="144805"/>
                  </a:lnTo>
                  <a:lnTo>
                    <a:pt x="761492" y="145821"/>
                  </a:lnTo>
                  <a:lnTo>
                    <a:pt x="761746" y="147586"/>
                  </a:lnTo>
                  <a:lnTo>
                    <a:pt x="762254" y="147675"/>
                  </a:lnTo>
                  <a:lnTo>
                    <a:pt x="763828" y="147726"/>
                  </a:lnTo>
                  <a:lnTo>
                    <a:pt x="765390" y="147574"/>
                  </a:lnTo>
                  <a:lnTo>
                    <a:pt x="766927" y="147205"/>
                  </a:lnTo>
                  <a:close/>
                </a:path>
                <a:path w="975359" h="1003300">
                  <a:moveTo>
                    <a:pt x="797763" y="168554"/>
                  </a:moveTo>
                  <a:lnTo>
                    <a:pt x="793661" y="167170"/>
                  </a:lnTo>
                  <a:lnTo>
                    <a:pt x="791019" y="166446"/>
                  </a:lnTo>
                  <a:lnTo>
                    <a:pt x="785558" y="164160"/>
                  </a:lnTo>
                  <a:lnTo>
                    <a:pt x="782688" y="162648"/>
                  </a:lnTo>
                  <a:lnTo>
                    <a:pt x="777798" y="160286"/>
                  </a:lnTo>
                  <a:lnTo>
                    <a:pt x="783221" y="173164"/>
                  </a:lnTo>
                  <a:lnTo>
                    <a:pt x="770851" y="175831"/>
                  </a:lnTo>
                  <a:lnTo>
                    <a:pt x="770585" y="175831"/>
                  </a:lnTo>
                  <a:lnTo>
                    <a:pt x="770394" y="183794"/>
                  </a:lnTo>
                  <a:lnTo>
                    <a:pt x="775919" y="186817"/>
                  </a:lnTo>
                  <a:lnTo>
                    <a:pt x="781888" y="190449"/>
                  </a:lnTo>
                  <a:lnTo>
                    <a:pt x="793927" y="172821"/>
                  </a:lnTo>
                  <a:lnTo>
                    <a:pt x="797763" y="168554"/>
                  </a:lnTo>
                  <a:close/>
                </a:path>
                <a:path w="975359" h="1003300">
                  <a:moveTo>
                    <a:pt x="801903" y="455930"/>
                  </a:moveTo>
                  <a:lnTo>
                    <a:pt x="797737" y="447040"/>
                  </a:lnTo>
                  <a:lnTo>
                    <a:pt x="791425" y="455930"/>
                  </a:lnTo>
                  <a:lnTo>
                    <a:pt x="801903" y="455930"/>
                  </a:lnTo>
                  <a:close/>
                </a:path>
                <a:path w="975359" h="1003300">
                  <a:moveTo>
                    <a:pt x="802157" y="882573"/>
                  </a:moveTo>
                  <a:lnTo>
                    <a:pt x="801230" y="877633"/>
                  </a:lnTo>
                  <a:lnTo>
                    <a:pt x="797509" y="878484"/>
                  </a:lnTo>
                  <a:lnTo>
                    <a:pt x="793902" y="879678"/>
                  </a:lnTo>
                  <a:lnTo>
                    <a:pt x="790422" y="881227"/>
                  </a:lnTo>
                  <a:lnTo>
                    <a:pt x="785012" y="884275"/>
                  </a:lnTo>
                  <a:lnTo>
                    <a:pt x="785609" y="886891"/>
                  </a:lnTo>
                  <a:lnTo>
                    <a:pt x="792543" y="891971"/>
                  </a:lnTo>
                  <a:lnTo>
                    <a:pt x="795553" y="887361"/>
                  </a:lnTo>
                  <a:lnTo>
                    <a:pt x="798360" y="882929"/>
                  </a:lnTo>
                  <a:lnTo>
                    <a:pt x="802157" y="882573"/>
                  </a:lnTo>
                  <a:close/>
                </a:path>
                <a:path w="975359" h="1003300">
                  <a:moveTo>
                    <a:pt x="803236" y="911860"/>
                  </a:moveTo>
                  <a:lnTo>
                    <a:pt x="786409" y="903058"/>
                  </a:lnTo>
                  <a:lnTo>
                    <a:pt x="770128" y="911860"/>
                  </a:lnTo>
                  <a:lnTo>
                    <a:pt x="770039" y="915670"/>
                  </a:lnTo>
                  <a:lnTo>
                    <a:pt x="769962" y="919480"/>
                  </a:lnTo>
                  <a:lnTo>
                    <a:pt x="753452" y="919480"/>
                  </a:lnTo>
                  <a:lnTo>
                    <a:pt x="748969" y="928370"/>
                  </a:lnTo>
                  <a:lnTo>
                    <a:pt x="759802" y="938530"/>
                  </a:lnTo>
                  <a:lnTo>
                    <a:pt x="797750" y="915670"/>
                  </a:lnTo>
                  <a:lnTo>
                    <a:pt x="803236" y="911860"/>
                  </a:lnTo>
                  <a:close/>
                </a:path>
                <a:path w="975359" h="1003300">
                  <a:moveTo>
                    <a:pt x="818311" y="447040"/>
                  </a:moveTo>
                  <a:lnTo>
                    <a:pt x="802944" y="439420"/>
                  </a:lnTo>
                  <a:lnTo>
                    <a:pt x="787171" y="447040"/>
                  </a:lnTo>
                  <a:lnTo>
                    <a:pt x="797737" y="447040"/>
                  </a:lnTo>
                  <a:lnTo>
                    <a:pt x="818311" y="447040"/>
                  </a:lnTo>
                  <a:close/>
                </a:path>
                <a:path w="975359" h="1003300">
                  <a:moveTo>
                    <a:pt x="828319" y="161696"/>
                  </a:moveTo>
                  <a:lnTo>
                    <a:pt x="825411" y="162420"/>
                  </a:lnTo>
                  <a:lnTo>
                    <a:pt x="823988" y="162877"/>
                  </a:lnTo>
                  <a:lnTo>
                    <a:pt x="818629" y="163766"/>
                  </a:lnTo>
                  <a:lnTo>
                    <a:pt x="817740" y="163766"/>
                  </a:lnTo>
                  <a:lnTo>
                    <a:pt x="814235" y="161036"/>
                  </a:lnTo>
                  <a:lnTo>
                    <a:pt x="815340" y="155498"/>
                  </a:lnTo>
                  <a:lnTo>
                    <a:pt x="816178" y="154609"/>
                  </a:lnTo>
                  <a:lnTo>
                    <a:pt x="816686" y="154063"/>
                  </a:lnTo>
                  <a:lnTo>
                    <a:pt x="818095" y="147231"/>
                  </a:lnTo>
                  <a:lnTo>
                    <a:pt x="819912" y="143332"/>
                  </a:lnTo>
                  <a:lnTo>
                    <a:pt x="820496" y="142062"/>
                  </a:lnTo>
                  <a:lnTo>
                    <a:pt x="820851" y="141312"/>
                  </a:lnTo>
                  <a:lnTo>
                    <a:pt x="817689" y="132118"/>
                  </a:lnTo>
                  <a:lnTo>
                    <a:pt x="817143" y="130556"/>
                  </a:lnTo>
                  <a:lnTo>
                    <a:pt x="809561" y="131914"/>
                  </a:lnTo>
                  <a:lnTo>
                    <a:pt x="809561" y="143332"/>
                  </a:lnTo>
                  <a:lnTo>
                    <a:pt x="808329" y="143332"/>
                  </a:lnTo>
                  <a:lnTo>
                    <a:pt x="808964" y="142062"/>
                  </a:lnTo>
                  <a:lnTo>
                    <a:pt x="809091" y="142316"/>
                  </a:lnTo>
                  <a:lnTo>
                    <a:pt x="809561" y="143332"/>
                  </a:lnTo>
                  <a:lnTo>
                    <a:pt x="809561" y="131914"/>
                  </a:lnTo>
                  <a:lnTo>
                    <a:pt x="808355" y="132118"/>
                  </a:lnTo>
                  <a:lnTo>
                    <a:pt x="803186" y="128333"/>
                  </a:lnTo>
                  <a:lnTo>
                    <a:pt x="802208" y="127584"/>
                  </a:lnTo>
                  <a:lnTo>
                    <a:pt x="800188" y="128333"/>
                  </a:lnTo>
                  <a:lnTo>
                    <a:pt x="796975" y="128333"/>
                  </a:lnTo>
                  <a:lnTo>
                    <a:pt x="793000" y="128104"/>
                  </a:lnTo>
                  <a:lnTo>
                    <a:pt x="789152" y="125603"/>
                  </a:lnTo>
                  <a:lnTo>
                    <a:pt x="786752" y="120865"/>
                  </a:lnTo>
                  <a:lnTo>
                    <a:pt x="793064" y="113677"/>
                  </a:lnTo>
                  <a:lnTo>
                    <a:pt x="790968" y="111175"/>
                  </a:lnTo>
                  <a:lnTo>
                    <a:pt x="789152" y="108483"/>
                  </a:lnTo>
                  <a:lnTo>
                    <a:pt x="787615" y="105587"/>
                  </a:lnTo>
                  <a:lnTo>
                    <a:pt x="786892" y="103378"/>
                  </a:lnTo>
                  <a:lnTo>
                    <a:pt x="785583" y="101574"/>
                  </a:lnTo>
                  <a:lnTo>
                    <a:pt x="781812" y="98831"/>
                  </a:lnTo>
                  <a:lnTo>
                    <a:pt x="779614" y="98120"/>
                  </a:lnTo>
                  <a:lnTo>
                    <a:pt x="776033" y="98120"/>
                  </a:lnTo>
                  <a:lnTo>
                    <a:pt x="774674" y="99517"/>
                  </a:lnTo>
                  <a:lnTo>
                    <a:pt x="772845" y="100520"/>
                  </a:lnTo>
                  <a:lnTo>
                    <a:pt x="781443" y="110515"/>
                  </a:lnTo>
                  <a:lnTo>
                    <a:pt x="781519" y="111175"/>
                  </a:lnTo>
                  <a:lnTo>
                    <a:pt x="781964" y="115354"/>
                  </a:lnTo>
                  <a:lnTo>
                    <a:pt x="781011" y="119888"/>
                  </a:lnTo>
                  <a:lnTo>
                    <a:pt x="776173" y="128333"/>
                  </a:lnTo>
                  <a:lnTo>
                    <a:pt x="772731" y="131432"/>
                  </a:lnTo>
                  <a:lnTo>
                    <a:pt x="769035" y="133096"/>
                  </a:lnTo>
                  <a:lnTo>
                    <a:pt x="768502" y="133096"/>
                  </a:lnTo>
                  <a:lnTo>
                    <a:pt x="768299" y="133426"/>
                  </a:lnTo>
                  <a:lnTo>
                    <a:pt x="768946" y="133134"/>
                  </a:lnTo>
                  <a:lnTo>
                    <a:pt x="785850" y="134429"/>
                  </a:lnTo>
                  <a:lnTo>
                    <a:pt x="786345" y="142316"/>
                  </a:lnTo>
                  <a:lnTo>
                    <a:pt x="787819" y="143484"/>
                  </a:lnTo>
                  <a:lnTo>
                    <a:pt x="792594" y="147586"/>
                  </a:lnTo>
                  <a:lnTo>
                    <a:pt x="792848" y="154863"/>
                  </a:lnTo>
                  <a:lnTo>
                    <a:pt x="801725" y="154609"/>
                  </a:lnTo>
                  <a:lnTo>
                    <a:pt x="801852" y="154863"/>
                  </a:lnTo>
                  <a:lnTo>
                    <a:pt x="803249" y="157822"/>
                  </a:lnTo>
                  <a:lnTo>
                    <a:pt x="807643" y="163766"/>
                  </a:lnTo>
                  <a:lnTo>
                    <a:pt x="816952" y="174332"/>
                  </a:lnTo>
                  <a:lnTo>
                    <a:pt x="825385" y="172440"/>
                  </a:lnTo>
                  <a:lnTo>
                    <a:pt x="825474" y="172097"/>
                  </a:lnTo>
                  <a:lnTo>
                    <a:pt x="827760" y="163766"/>
                  </a:lnTo>
                  <a:lnTo>
                    <a:pt x="828319" y="161696"/>
                  </a:lnTo>
                  <a:close/>
                </a:path>
                <a:path w="975359" h="1003300">
                  <a:moveTo>
                    <a:pt x="855014" y="158140"/>
                  </a:moveTo>
                  <a:lnTo>
                    <a:pt x="853325" y="154647"/>
                  </a:lnTo>
                  <a:lnTo>
                    <a:pt x="852004" y="155181"/>
                  </a:lnTo>
                  <a:lnTo>
                    <a:pt x="850773" y="155879"/>
                  </a:lnTo>
                  <a:lnTo>
                    <a:pt x="849630" y="156743"/>
                  </a:lnTo>
                  <a:lnTo>
                    <a:pt x="849350" y="156972"/>
                  </a:lnTo>
                  <a:lnTo>
                    <a:pt x="850417" y="159423"/>
                  </a:lnTo>
                  <a:lnTo>
                    <a:pt x="850734" y="159423"/>
                  </a:lnTo>
                  <a:lnTo>
                    <a:pt x="852208" y="159156"/>
                  </a:lnTo>
                  <a:lnTo>
                    <a:pt x="853630" y="158737"/>
                  </a:lnTo>
                  <a:lnTo>
                    <a:pt x="855014" y="158140"/>
                  </a:lnTo>
                  <a:close/>
                </a:path>
                <a:path w="975359" h="1003300">
                  <a:moveTo>
                    <a:pt x="875690" y="183527"/>
                  </a:moveTo>
                  <a:lnTo>
                    <a:pt x="874788" y="181724"/>
                  </a:lnTo>
                  <a:lnTo>
                    <a:pt x="872998" y="178130"/>
                  </a:lnTo>
                  <a:lnTo>
                    <a:pt x="867587" y="181711"/>
                  </a:lnTo>
                  <a:lnTo>
                    <a:pt x="867079" y="174548"/>
                  </a:lnTo>
                  <a:lnTo>
                    <a:pt x="861872" y="173570"/>
                  </a:lnTo>
                  <a:lnTo>
                    <a:pt x="854900" y="178346"/>
                  </a:lnTo>
                  <a:lnTo>
                    <a:pt x="847458" y="181724"/>
                  </a:lnTo>
                  <a:lnTo>
                    <a:pt x="839533" y="183730"/>
                  </a:lnTo>
                  <a:lnTo>
                    <a:pt x="831113" y="184340"/>
                  </a:lnTo>
                  <a:lnTo>
                    <a:pt x="845832" y="197142"/>
                  </a:lnTo>
                  <a:lnTo>
                    <a:pt x="848106" y="194208"/>
                  </a:lnTo>
                  <a:lnTo>
                    <a:pt x="849414" y="190855"/>
                  </a:lnTo>
                  <a:lnTo>
                    <a:pt x="854481" y="190627"/>
                  </a:lnTo>
                  <a:lnTo>
                    <a:pt x="862723" y="191198"/>
                  </a:lnTo>
                  <a:lnTo>
                    <a:pt x="864387" y="190627"/>
                  </a:lnTo>
                  <a:lnTo>
                    <a:pt x="869911" y="188722"/>
                  </a:lnTo>
                  <a:lnTo>
                    <a:pt x="875690" y="183527"/>
                  </a:lnTo>
                  <a:close/>
                </a:path>
                <a:path w="975359" h="1003300">
                  <a:moveTo>
                    <a:pt x="890346" y="195567"/>
                  </a:moveTo>
                  <a:lnTo>
                    <a:pt x="884605" y="184899"/>
                  </a:lnTo>
                  <a:lnTo>
                    <a:pt x="883653" y="183121"/>
                  </a:lnTo>
                  <a:lnTo>
                    <a:pt x="883526" y="183311"/>
                  </a:lnTo>
                  <a:lnTo>
                    <a:pt x="882192" y="184226"/>
                  </a:lnTo>
                  <a:lnTo>
                    <a:pt x="878738" y="184899"/>
                  </a:lnTo>
                  <a:lnTo>
                    <a:pt x="877150" y="184569"/>
                  </a:lnTo>
                  <a:lnTo>
                    <a:pt x="876554" y="184226"/>
                  </a:lnTo>
                  <a:lnTo>
                    <a:pt x="880656" y="192659"/>
                  </a:lnTo>
                  <a:lnTo>
                    <a:pt x="890346" y="195567"/>
                  </a:lnTo>
                  <a:close/>
                </a:path>
                <a:path w="975359" h="1003300">
                  <a:moveTo>
                    <a:pt x="898664" y="234797"/>
                  </a:moveTo>
                  <a:lnTo>
                    <a:pt x="897991" y="232994"/>
                  </a:lnTo>
                  <a:lnTo>
                    <a:pt x="896493" y="232943"/>
                  </a:lnTo>
                  <a:lnTo>
                    <a:pt x="895007" y="232803"/>
                  </a:lnTo>
                  <a:lnTo>
                    <a:pt x="893533" y="232575"/>
                  </a:lnTo>
                  <a:lnTo>
                    <a:pt x="891463" y="232143"/>
                  </a:lnTo>
                  <a:lnTo>
                    <a:pt x="888657" y="232041"/>
                  </a:lnTo>
                  <a:lnTo>
                    <a:pt x="886929" y="229641"/>
                  </a:lnTo>
                  <a:lnTo>
                    <a:pt x="888034" y="226618"/>
                  </a:lnTo>
                  <a:lnTo>
                    <a:pt x="893673" y="217741"/>
                  </a:lnTo>
                  <a:lnTo>
                    <a:pt x="893991" y="215811"/>
                  </a:lnTo>
                  <a:lnTo>
                    <a:pt x="889241" y="210146"/>
                  </a:lnTo>
                  <a:lnTo>
                    <a:pt x="886421" y="207238"/>
                  </a:lnTo>
                  <a:lnTo>
                    <a:pt x="883399" y="204546"/>
                  </a:lnTo>
                  <a:lnTo>
                    <a:pt x="880186" y="202057"/>
                  </a:lnTo>
                  <a:lnTo>
                    <a:pt x="867435" y="206070"/>
                  </a:lnTo>
                  <a:lnTo>
                    <a:pt x="887183" y="239522"/>
                  </a:lnTo>
                  <a:lnTo>
                    <a:pt x="890968" y="241681"/>
                  </a:lnTo>
                  <a:lnTo>
                    <a:pt x="895184" y="240893"/>
                  </a:lnTo>
                  <a:lnTo>
                    <a:pt x="896607" y="239890"/>
                  </a:lnTo>
                  <a:lnTo>
                    <a:pt x="898525" y="236537"/>
                  </a:lnTo>
                  <a:lnTo>
                    <a:pt x="898664" y="234797"/>
                  </a:lnTo>
                  <a:close/>
                </a:path>
                <a:path w="975359" h="1003300">
                  <a:moveTo>
                    <a:pt x="904265" y="277520"/>
                  </a:moveTo>
                  <a:lnTo>
                    <a:pt x="904062" y="276961"/>
                  </a:lnTo>
                  <a:lnTo>
                    <a:pt x="903871" y="277152"/>
                  </a:lnTo>
                  <a:lnTo>
                    <a:pt x="904265" y="277520"/>
                  </a:lnTo>
                  <a:close/>
                </a:path>
                <a:path w="975359" h="1003300">
                  <a:moveTo>
                    <a:pt x="921575" y="265315"/>
                  </a:moveTo>
                  <a:lnTo>
                    <a:pt x="919340" y="259283"/>
                  </a:lnTo>
                  <a:lnTo>
                    <a:pt x="916635" y="251993"/>
                  </a:lnTo>
                  <a:lnTo>
                    <a:pt x="912215" y="252971"/>
                  </a:lnTo>
                  <a:lnTo>
                    <a:pt x="902436" y="256082"/>
                  </a:lnTo>
                  <a:lnTo>
                    <a:pt x="901128" y="263398"/>
                  </a:lnTo>
                  <a:lnTo>
                    <a:pt x="901738" y="270548"/>
                  </a:lnTo>
                  <a:lnTo>
                    <a:pt x="904062" y="276961"/>
                  </a:lnTo>
                  <a:lnTo>
                    <a:pt x="909548" y="271564"/>
                  </a:lnTo>
                  <a:lnTo>
                    <a:pt x="909624" y="265315"/>
                  </a:lnTo>
                  <a:lnTo>
                    <a:pt x="909701" y="259283"/>
                  </a:lnTo>
                  <a:lnTo>
                    <a:pt x="916952" y="274269"/>
                  </a:lnTo>
                  <a:lnTo>
                    <a:pt x="921575" y="265315"/>
                  </a:lnTo>
                  <a:close/>
                </a:path>
                <a:path w="975359" h="1003300">
                  <a:moveTo>
                    <a:pt x="929894" y="294881"/>
                  </a:moveTo>
                  <a:lnTo>
                    <a:pt x="929487" y="293027"/>
                  </a:lnTo>
                  <a:lnTo>
                    <a:pt x="925957" y="277152"/>
                  </a:lnTo>
                  <a:lnTo>
                    <a:pt x="925322" y="275424"/>
                  </a:lnTo>
                  <a:lnTo>
                    <a:pt x="924229" y="275602"/>
                  </a:lnTo>
                  <a:lnTo>
                    <a:pt x="918984" y="279463"/>
                  </a:lnTo>
                  <a:lnTo>
                    <a:pt x="915758" y="286067"/>
                  </a:lnTo>
                  <a:lnTo>
                    <a:pt x="912685" y="290791"/>
                  </a:lnTo>
                  <a:lnTo>
                    <a:pt x="915250" y="295376"/>
                  </a:lnTo>
                  <a:lnTo>
                    <a:pt x="915174" y="297446"/>
                  </a:lnTo>
                  <a:lnTo>
                    <a:pt x="915047" y="300875"/>
                  </a:lnTo>
                  <a:lnTo>
                    <a:pt x="924433" y="293027"/>
                  </a:lnTo>
                  <a:lnTo>
                    <a:pt x="929894" y="294881"/>
                  </a:lnTo>
                  <a:close/>
                </a:path>
                <a:path w="975359" h="1003300">
                  <a:moveTo>
                    <a:pt x="974940" y="600710"/>
                  </a:moveTo>
                  <a:lnTo>
                    <a:pt x="974521" y="594283"/>
                  </a:lnTo>
                  <a:lnTo>
                    <a:pt x="973988" y="585470"/>
                  </a:lnTo>
                  <a:lnTo>
                    <a:pt x="973912" y="584200"/>
                  </a:lnTo>
                  <a:lnTo>
                    <a:pt x="973582" y="579120"/>
                  </a:lnTo>
                  <a:lnTo>
                    <a:pt x="971613" y="581660"/>
                  </a:lnTo>
                  <a:lnTo>
                    <a:pt x="970203" y="576986"/>
                  </a:lnTo>
                  <a:lnTo>
                    <a:pt x="970203" y="584200"/>
                  </a:lnTo>
                  <a:lnTo>
                    <a:pt x="961517" y="594283"/>
                  </a:lnTo>
                  <a:lnTo>
                    <a:pt x="961237" y="594283"/>
                  </a:lnTo>
                  <a:lnTo>
                    <a:pt x="956360" y="585470"/>
                  </a:lnTo>
                  <a:lnTo>
                    <a:pt x="963244" y="577850"/>
                  </a:lnTo>
                  <a:lnTo>
                    <a:pt x="970203" y="584200"/>
                  </a:lnTo>
                  <a:lnTo>
                    <a:pt x="970203" y="576986"/>
                  </a:lnTo>
                  <a:lnTo>
                    <a:pt x="967790" y="568960"/>
                  </a:lnTo>
                  <a:lnTo>
                    <a:pt x="969822" y="568960"/>
                  </a:lnTo>
                  <a:lnTo>
                    <a:pt x="973251" y="575310"/>
                  </a:lnTo>
                  <a:lnTo>
                    <a:pt x="972908" y="568960"/>
                  </a:lnTo>
                  <a:lnTo>
                    <a:pt x="972375" y="561340"/>
                  </a:lnTo>
                  <a:lnTo>
                    <a:pt x="972286" y="560070"/>
                  </a:lnTo>
                  <a:lnTo>
                    <a:pt x="972197" y="558800"/>
                  </a:lnTo>
                  <a:lnTo>
                    <a:pt x="971842" y="553720"/>
                  </a:lnTo>
                  <a:lnTo>
                    <a:pt x="971207" y="543560"/>
                  </a:lnTo>
                  <a:lnTo>
                    <a:pt x="967333" y="513080"/>
                  </a:lnTo>
                  <a:lnTo>
                    <a:pt x="964018" y="486410"/>
                  </a:lnTo>
                  <a:lnTo>
                    <a:pt x="963180" y="480923"/>
                  </a:lnTo>
                  <a:lnTo>
                    <a:pt x="963028" y="479958"/>
                  </a:lnTo>
                  <a:lnTo>
                    <a:pt x="963028" y="528320"/>
                  </a:lnTo>
                  <a:lnTo>
                    <a:pt x="944651" y="553720"/>
                  </a:lnTo>
                  <a:lnTo>
                    <a:pt x="953770" y="553720"/>
                  </a:lnTo>
                  <a:lnTo>
                    <a:pt x="953643" y="558800"/>
                  </a:lnTo>
                  <a:lnTo>
                    <a:pt x="943533" y="553720"/>
                  </a:lnTo>
                  <a:lnTo>
                    <a:pt x="942467" y="555256"/>
                  </a:lnTo>
                  <a:lnTo>
                    <a:pt x="942467" y="577850"/>
                  </a:lnTo>
                  <a:lnTo>
                    <a:pt x="938936" y="577850"/>
                  </a:lnTo>
                  <a:lnTo>
                    <a:pt x="936015" y="568960"/>
                  </a:lnTo>
                  <a:lnTo>
                    <a:pt x="939685" y="568960"/>
                  </a:lnTo>
                  <a:lnTo>
                    <a:pt x="942467" y="577850"/>
                  </a:lnTo>
                  <a:lnTo>
                    <a:pt x="942467" y="555256"/>
                  </a:lnTo>
                  <a:lnTo>
                    <a:pt x="939101" y="560070"/>
                  </a:lnTo>
                  <a:lnTo>
                    <a:pt x="941679" y="553720"/>
                  </a:lnTo>
                  <a:lnTo>
                    <a:pt x="938530" y="549757"/>
                  </a:lnTo>
                  <a:lnTo>
                    <a:pt x="938530" y="561340"/>
                  </a:lnTo>
                  <a:lnTo>
                    <a:pt x="932014" y="568960"/>
                  </a:lnTo>
                  <a:lnTo>
                    <a:pt x="925931" y="561657"/>
                  </a:lnTo>
                  <a:lnTo>
                    <a:pt x="925931" y="764540"/>
                  </a:lnTo>
                  <a:lnTo>
                    <a:pt x="913079" y="764540"/>
                  </a:lnTo>
                  <a:lnTo>
                    <a:pt x="914730" y="756920"/>
                  </a:lnTo>
                  <a:lnTo>
                    <a:pt x="922972" y="749300"/>
                  </a:lnTo>
                  <a:lnTo>
                    <a:pt x="925931" y="764540"/>
                  </a:lnTo>
                  <a:lnTo>
                    <a:pt x="925931" y="561657"/>
                  </a:lnTo>
                  <a:lnTo>
                    <a:pt x="925779" y="561467"/>
                  </a:lnTo>
                  <a:lnTo>
                    <a:pt x="925779" y="699770"/>
                  </a:lnTo>
                  <a:lnTo>
                    <a:pt x="922820" y="703173"/>
                  </a:lnTo>
                  <a:lnTo>
                    <a:pt x="922820" y="732790"/>
                  </a:lnTo>
                  <a:lnTo>
                    <a:pt x="918133" y="732790"/>
                  </a:lnTo>
                  <a:lnTo>
                    <a:pt x="921448" y="723900"/>
                  </a:lnTo>
                  <a:lnTo>
                    <a:pt x="921486" y="725170"/>
                  </a:lnTo>
                  <a:lnTo>
                    <a:pt x="922820" y="732790"/>
                  </a:lnTo>
                  <a:lnTo>
                    <a:pt x="922820" y="703173"/>
                  </a:lnTo>
                  <a:lnTo>
                    <a:pt x="918032" y="708660"/>
                  </a:lnTo>
                  <a:lnTo>
                    <a:pt x="922655" y="699770"/>
                  </a:lnTo>
                  <a:lnTo>
                    <a:pt x="925779" y="699770"/>
                  </a:lnTo>
                  <a:lnTo>
                    <a:pt x="925779" y="561467"/>
                  </a:lnTo>
                  <a:lnTo>
                    <a:pt x="925677" y="561340"/>
                  </a:lnTo>
                  <a:lnTo>
                    <a:pt x="925588" y="659130"/>
                  </a:lnTo>
                  <a:lnTo>
                    <a:pt x="919200" y="659130"/>
                  </a:lnTo>
                  <a:lnTo>
                    <a:pt x="916292" y="664375"/>
                  </a:lnTo>
                  <a:lnTo>
                    <a:pt x="916292" y="740410"/>
                  </a:lnTo>
                  <a:lnTo>
                    <a:pt x="908240" y="749300"/>
                  </a:lnTo>
                  <a:lnTo>
                    <a:pt x="901141" y="740410"/>
                  </a:lnTo>
                  <a:lnTo>
                    <a:pt x="916292" y="740410"/>
                  </a:lnTo>
                  <a:lnTo>
                    <a:pt x="916292" y="664375"/>
                  </a:lnTo>
                  <a:lnTo>
                    <a:pt x="910043" y="675640"/>
                  </a:lnTo>
                  <a:lnTo>
                    <a:pt x="899896" y="666750"/>
                  </a:lnTo>
                  <a:lnTo>
                    <a:pt x="897051" y="671639"/>
                  </a:lnTo>
                  <a:lnTo>
                    <a:pt x="897051" y="716280"/>
                  </a:lnTo>
                  <a:lnTo>
                    <a:pt x="887107" y="716280"/>
                  </a:lnTo>
                  <a:lnTo>
                    <a:pt x="887107" y="797560"/>
                  </a:lnTo>
                  <a:lnTo>
                    <a:pt x="881900" y="805180"/>
                  </a:lnTo>
                  <a:lnTo>
                    <a:pt x="874001" y="799223"/>
                  </a:lnTo>
                  <a:lnTo>
                    <a:pt x="874001" y="814070"/>
                  </a:lnTo>
                  <a:lnTo>
                    <a:pt x="869048" y="814070"/>
                  </a:lnTo>
                  <a:lnTo>
                    <a:pt x="867943" y="830580"/>
                  </a:lnTo>
                  <a:lnTo>
                    <a:pt x="852665" y="838098"/>
                  </a:lnTo>
                  <a:lnTo>
                    <a:pt x="845604" y="845566"/>
                  </a:lnTo>
                  <a:lnTo>
                    <a:pt x="845400" y="845794"/>
                  </a:lnTo>
                  <a:lnTo>
                    <a:pt x="829538" y="845794"/>
                  </a:lnTo>
                  <a:lnTo>
                    <a:pt x="828878" y="845794"/>
                  </a:lnTo>
                  <a:lnTo>
                    <a:pt x="833285" y="838098"/>
                  </a:lnTo>
                  <a:lnTo>
                    <a:pt x="825855" y="821690"/>
                  </a:lnTo>
                  <a:lnTo>
                    <a:pt x="846988" y="821690"/>
                  </a:lnTo>
                  <a:lnTo>
                    <a:pt x="848233" y="814070"/>
                  </a:lnTo>
                  <a:lnTo>
                    <a:pt x="856424" y="814070"/>
                  </a:lnTo>
                  <a:lnTo>
                    <a:pt x="856500" y="805180"/>
                  </a:lnTo>
                  <a:lnTo>
                    <a:pt x="874001" y="814070"/>
                  </a:lnTo>
                  <a:lnTo>
                    <a:pt x="874001" y="799223"/>
                  </a:lnTo>
                  <a:lnTo>
                    <a:pt x="871804" y="797560"/>
                  </a:lnTo>
                  <a:lnTo>
                    <a:pt x="872070" y="797560"/>
                  </a:lnTo>
                  <a:lnTo>
                    <a:pt x="880427" y="789940"/>
                  </a:lnTo>
                  <a:lnTo>
                    <a:pt x="886968" y="797560"/>
                  </a:lnTo>
                  <a:lnTo>
                    <a:pt x="887107" y="797560"/>
                  </a:lnTo>
                  <a:lnTo>
                    <a:pt x="887107" y="716280"/>
                  </a:lnTo>
                  <a:lnTo>
                    <a:pt x="884262" y="716280"/>
                  </a:lnTo>
                  <a:lnTo>
                    <a:pt x="880872" y="740410"/>
                  </a:lnTo>
                  <a:lnTo>
                    <a:pt x="874598" y="740410"/>
                  </a:lnTo>
                  <a:lnTo>
                    <a:pt x="878205" y="732790"/>
                  </a:lnTo>
                  <a:lnTo>
                    <a:pt x="868883" y="723900"/>
                  </a:lnTo>
                  <a:lnTo>
                    <a:pt x="862799" y="732790"/>
                  </a:lnTo>
                  <a:lnTo>
                    <a:pt x="872210" y="749300"/>
                  </a:lnTo>
                  <a:lnTo>
                    <a:pt x="882294" y="749300"/>
                  </a:lnTo>
                  <a:lnTo>
                    <a:pt x="879462" y="756920"/>
                  </a:lnTo>
                  <a:lnTo>
                    <a:pt x="865492" y="756920"/>
                  </a:lnTo>
                  <a:lnTo>
                    <a:pt x="859180" y="764540"/>
                  </a:lnTo>
                  <a:lnTo>
                    <a:pt x="863638" y="769620"/>
                  </a:lnTo>
                  <a:lnTo>
                    <a:pt x="867067" y="773430"/>
                  </a:lnTo>
                  <a:lnTo>
                    <a:pt x="846175" y="781050"/>
                  </a:lnTo>
                  <a:lnTo>
                    <a:pt x="835507" y="764540"/>
                  </a:lnTo>
                  <a:lnTo>
                    <a:pt x="855586" y="764540"/>
                  </a:lnTo>
                  <a:lnTo>
                    <a:pt x="852512" y="756920"/>
                  </a:lnTo>
                  <a:lnTo>
                    <a:pt x="820915" y="762927"/>
                  </a:lnTo>
                  <a:lnTo>
                    <a:pt x="820915" y="805180"/>
                  </a:lnTo>
                  <a:lnTo>
                    <a:pt x="801014" y="821690"/>
                  </a:lnTo>
                  <a:lnTo>
                    <a:pt x="800506" y="821690"/>
                  </a:lnTo>
                  <a:lnTo>
                    <a:pt x="800506" y="853084"/>
                  </a:lnTo>
                  <a:lnTo>
                    <a:pt x="796150" y="847407"/>
                  </a:lnTo>
                  <a:lnTo>
                    <a:pt x="795997" y="847090"/>
                  </a:lnTo>
                  <a:lnTo>
                    <a:pt x="800506" y="853084"/>
                  </a:lnTo>
                  <a:lnTo>
                    <a:pt x="800506" y="821690"/>
                  </a:lnTo>
                  <a:lnTo>
                    <a:pt x="788606" y="821690"/>
                  </a:lnTo>
                  <a:lnTo>
                    <a:pt x="791146" y="830580"/>
                  </a:lnTo>
                  <a:lnTo>
                    <a:pt x="764197" y="838098"/>
                  </a:lnTo>
                  <a:lnTo>
                    <a:pt x="763866" y="838098"/>
                  </a:lnTo>
                  <a:lnTo>
                    <a:pt x="762088" y="845794"/>
                  </a:lnTo>
                  <a:lnTo>
                    <a:pt x="761784" y="845794"/>
                  </a:lnTo>
                  <a:lnTo>
                    <a:pt x="761784" y="847090"/>
                  </a:lnTo>
                  <a:lnTo>
                    <a:pt x="760031" y="854710"/>
                  </a:lnTo>
                  <a:lnTo>
                    <a:pt x="744867" y="854710"/>
                  </a:lnTo>
                  <a:lnTo>
                    <a:pt x="743038" y="853325"/>
                  </a:lnTo>
                  <a:lnTo>
                    <a:pt x="743038" y="895350"/>
                  </a:lnTo>
                  <a:lnTo>
                    <a:pt x="720623" y="895350"/>
                  </a:lnTo>
                  <a:lnTo>
                    <a:pt x="733069" y="887730"/>
                  </a:lnTo>
                  <a:lnTo>
                    <a:pt x="743038" y="895350"/>
                  </a:lnTo>
                  <a:lnTo>
                    <a:pt x="743038" y="853325"/>
                  </a:lnTo>
                  <a:lnTo>
                    <a:pt x="734847" y="847090"/>
                  </a:lnTo>
                  <a:lnTo>
                    <a:pt x="761784" y="847090"/>
                  </a:lnTo>
                  <a:lnTo>
                    <a:pt x="761784" y="845794"/>
                  </a:lnTo>
                  <a:lnTo>
                    <a:pt x="758228" y="845794"/>
                  </a:lnTo>
                  <a:lnTo>
                    <a:pt x="757732" y="845794"/>
                  </a:lnTo>
                  <a:lnTo>
                    <a:pt x="752983" y="838098"/>
                  </a:lnTo>
                  <a:lnTo>
                    <a:pt x="737527" y="830580"/>
                  </a:lnTo>
                  <a:lnTo>
                    <a:pt x="730821" y="821690"/>
                  </a:lnTo>
                  <a:lnTo>
                    <a:pt x="743038" y="814070"/>
                  </a:lnTo>
                  <a:lnTo>
                    <a:pt x="731227" y="814070"/>
                  </a:lnTo>
                  <a:lnTo>
                    <a:pt x="739140" y="789940"/>
                  </a:lnTo>
                  <a:lnTo>
                    <a:pt x="730389" y="786663"/>
                  </a:lnTo>
                  <a:lnTo>
                    <a:pt x="730389" y="862330"/>
                  </a:lnTo>
                  <a:lnTo>
                    <a:pt x="722210" y="862330"/>
                  </a:lnTo>
                  <a:lnTo>
                    <a:pt x="715873" y="878840"/>
                  </a:lnTo>
                  <a:lnTo>
                    <a:pt x="706678" y="878840"/>
                  </a:lnTo>
                  <a:lnTo>
                    <a:pt x="689483" y="871220"/>
                  </a:lnTo>
                  <a:lnTo>
                    <a:pt x="693089" y="895350"/>
                  </a:lnTo>
                  <a:lnTo>
                    <a:pt x="686955" y="895350"/>
                  </a:lnTo>
                  <a:lnTo>
                    <a:pt x="686955" y="919480"/>
                  </a:lnTo>
                  <a:lnTo>
                    <a:pt x="681761" y="928370"/>
                  </a:lnTo>
                  <a:lnTo>
                    <a:pt x="676554" y="919480"/>
                  </a:lnTo>
                  <a:lnTo>
                    <a:pt x="686955" y="919480"/>
                  </a:lnTo>
                  <a:lnTo>
                    <a:pt x="686955" y="895350"/>
                  </a:lnTo>
                  <a:lnTo>
                    <a:pt x="682942" y="895350"/>
                  </a:lnTo>
                  <a:lnTo>
                    <a:pt x="680796" y="871220"/>
                  </a:lnTo>
                  <a:lnTo>
                    <a:pt x="636676" y="871220"/>
                  </a:lnTo>
                  <a:lnTo>
                    <a:pt x="641629" y="878840"/>
                  </a:lnTo>
                  <a:lnTo>
                    <a:pt x="639572" y="895350"/>
                  </a:lnTo>
                  <a:lnTo>
                    <a:pt x="621550" y="895350"/>
                  </a:lnTo>
                  <a:lnTo>
                    <a:pt x="605713" y="869378"/>
                  </a:lnTo>
                  <a:lnTo>
                    <a:pt x="605713" y="919480"/>
                  </a:lnTo>
                  <a:lnTo>
                    <a:pt x="596874" y="914552"/>
                  </a:lnTo>
                  <a:lnTo>
                    <a:pt x="596874" y="935990"/>
                  </a:lnTo>
                  <a:lnTo>
                    <a:pt x="583285" y="935990"/>
                  </a:lnTo>
                  <a:lnTo>
                    <a:pt x="577291" y="935990"/>
                  </a:lnTo>
                  <a:lnTo>
                    <a:pt x="576922" y="928370"/>
                  </a:lnTo>
                  <a:lnTo>
                    <a:pt x="583285" y="935990"/>
                  </a:lnTo>
                  <a:lnTo>
                    <a:pt x="592975" y="928370"/>
                  </a:lnTo>
                  <a:lnTo>
                    <a:pt x="596874" y="935990"/>
                  </a:lnTo>
                  <a:lnTo>
                    <a:pt x="596874" y="914552"/>
                  </a:lnTo>
                  <a:lnTo>
                    <a:pt x="592061" y="911860"/>
                  </a:lnTo>
                  <a:lnTo>
                    <a:pt x="592061" y="895350"/>
                  </a:lnTo>
                  <a:lnTo>
                    <a:pt x="604139" y="902970"/>
                  </a:lnTo>
                  <a:lnTo>
                    <a:pt x="605713" y="919480"/>
                  </a:lnTo>
                  <a:lnTo>
                    <a:pt x="605713" y="869378"/>
                  </a:lnTo>
                  <a:lnTo>
                    <a:pt x="596773" y="854710"/>
                  </a:lnTo>
                  <a:lnTo>
                    <a:pt x="596963" y="854710"/>
                  </a:lnTo>
                  <a:lnTo>
                    <a:pt x="599617" y="847090"/>
                  </a:lnTo>
                  <a:lnTo>
                    <a:pt x="607301" y="847090"/>
                  </a:lnTo>
                  <a:lnTo>
                    <a:pt x="623404" y="847090"/>
                  </a:lnTo>
                  <a:lnTo>
                    <a:pt x="648106" y="847090"/>
                  </a:lnTo>
                  <a:lnTo>
                    <a:pt x="656907" y="847090"/>
                  </a:lnTo>
                  <a:lnTo>
                    <a:pt x="639965" y="854710"/>
                  </a:lnTo>
                  <a:lnTo>
                    <a:pt x="623404" y="847090"/>
                  </a:lnTo>
                  <a:lnTo>
                    <a:pt x="623341" y="847382"/>
                  </a:lnTo>
                  <a:lnTo>
                    <a:pt x="621499" y="854710"/>
                  </a:lnTo>
                  <a:lnTo>
                    <a:pt x="626287" y="854710"/>
                  </a:lnTo>
                  <a:lnTo>
                    <a:pt x="625373" y="862330"/>
                  </a:lnTo>
                  <a:lnTo>
                    <a:pt x="632320" y="862330"/>
                  </a:lnTo>
                  <a:lnTo>
                    <a:pt x="685749" y="862330"/>
                  </a:lnTo>
                  <a:lnTo>
                    <a:pt x="679361" y="854710"/>
                  </a:lnTo>
                  <a:lnTo>
                    <a:pt x="673100" y="847090"/>
                  </a:lnTo>
                  <a:lnTo>
                    <a:pt x="703580" y="847090"/>
                  </a:lnTo>
                  <a:lnTo>
                    <a:pt x="710488" y="854710"/>
                  </a:lnTo>
                  <a:lnTo>
                    <a:pt x="720471" y="854710"/>
                  </a:lnTo>
                  <a:lnTo>
                    <a:pt x="730389" y="862330"/>
                  </a:lnTo>
                  <a:lnTo>
                    <a:pt x="730389" y="786663"/>
                  </a:lnTo>
                  <a:lnTo>
                    <a:pt x="727202" y="785456"/>
                  </a:lnTo>
                  <a:lnTo>
                    <a:pt x="727202" y="789940"/>
                  </a:lnTo>
                  <a:lnTo>
                    <a:pt x="719759" y="797560"/>
                  </a:lnTo>
                  <a:lnTo>
                    <a:pt x="718426" y="806450"/>
                  </a:lnTo>
                  <a:lnTo>
                    <a:pt x="717245" y="814070"/>
                  </a:lnTo>
                  <a:lnTo>
                    <a:pt x="707504" y="814070"/>
                  </a:lnTo>
                  <a:lnTo>
                    <a:pt x="716038" y="821690"/>
                  </a:lnTo>
                  <a:lnTo>
                    <a:pt x="715162" y="838098"/>
                  </a:lnTo>
                  <a:lnTo>
                    <a:pt x="708774" y="838098"/>
                  </a:lnTo>
                  <a:lnTo>
                    <a:pt x="695464" y="830580"/>
                  </a:lnTo>
                  <a:lnTo>
                    <a:pt x="690473" y="830580"/>
                  </a:lnTo>
                  <a:lnTo>
                    <a:pt x="691553" y="838098"/>
                  </a:lnTo>
                  <a:lnTo>
                    <a:pt x="695439" y="838098"/>
                  </a:lnTo>
                  <a:lnTo>
                    <a:pt x="702411" y="845794"/>
                  </a:lnTo>
                  <a:lnTo>
                    <a:pt x="672058" y="845794"/>
                  </a:lnTo>
                  <a:lnTo>
                    <a:pt x="672084" y="845566"/>
                  </a:lnTo>
                  <a:lnTo>
                    <a:pt x="673760" y="830580"/>
                  </a:lnTo>
                  <a:lnTo>
                    <a:pt x="685152" y="830580"/>
                  </a:lnTo>
                  <a:lnTo>
                    <a:pt x="688606" y="821690"/>
                  </a:lnTo>
                  <a:lnTo>
                    <a:pt x="704253" y="821690"/>
                  </a:lnTo>
                  <a:lnTo>
                    <a:pt x="707428" y="814070"/>
                  </a:lnTo>
                  <a:lnTo>
                    <a:pt x="717829" y="805180"/>
                  </a:lnTo>
                  <a:lnTo>
                    <a:pt x="716724" y="797560"/>
                  </a:lnTo>
                  <a:lnTo>
                    <a:pt x="700900" y="797560"/>
                  </a:lnTo>
                  <a:lnTo>
                    <a:pt x="727202" y="789940"/>
                  </a:lnTo>
                  <a:lnTo>
                    <a:pt x="727202" y="785456"/>
                  </a:lnTo>
                  <a:lnTo>
                    <a:pt x="715467" y="781050"/>
                  </a:lnTo>
                  <a:lnTo>
                    <a:pt x="725385" y="773430"/>
                  </a:lnTo>
                  <a:lnTo>
                    <a:pt x="733488" y="781050"/>
                  </a:lnTo>
                  <a:lnTo>
                    <a:pt x="758672" y="773430"/>
                  </a:lnTo>
                  <a:lnTo>
                    <a:pt x="762876" y="773430"/>
                  </a:lnTo>
                  <a:lnTo>
                    <a:pt x="776998" y="764540"/>
                  </a:lnTo>
                  <a:lnTo>
                    <a:pt x="780821" y="764540"/>
                  </a:lnTo>
                  <a:lnTo>
                    <a:pt x="774331" y="789940"/>
                  </a:lnTo>
                  <a:lnTo>
                    <a:pt x="757059" y="789940"/>
                  </a:lnTo>
                  <a:lnTo>
                    <a:pt x="751814" y="797560"/>
                  </a:lnTo>
                  <a:lnTo>
                    <a:pt x="752729" y="805180"/>
                  </a:lnTo>
                  <a:lnTo>
                    <a:pt x="761619" y="805180"/>
                  </a:lnTo>
                  <a:lnTo>
                    <a:pt x="761568" y="806450"/>
                  </a:lnTo>
                  <a:lnTo>
                    <a:pt x="756208" y="830580"/>
                  </a:lnTo>
                  <a:lnTo>
                    <a:pt x="774611" y="830580"/>
                  </a:lnTo>
                  <a:lnTo>
                    <a:pt x="788606" y="821690"/>
                  </a:lnTo>
                  <a:lnTo>
                    <a:pt x="776503" y="821690"/>
                  </a:lnTo>
                  <a:lnTo>
                    <a:pt x="775601" y="814070"/>
                  </a:lnTo>
                  <a:lnTo>
                    <a:pt x="802297" y="814070"/>
                  </a:lnTo>
                  <a:lnTo>
                    <a:pt x="803732" y="805180"/>
                  </a:lnTo>
                  <a:lnTo>
                    <a:pt x="798106" y="805180"/>
                  </a:lnTo>
                  <a:lnTo>
                    <a:pt x="793102" y="797560"/>
                  </a:lnTo>
                  <a:lnTo>
                    <a:pt x="810310" y="797560"/>
                  </a:lnTo>
                  <a:lnTo>
                    <a:pt x="817575" y="805180"/>
                  </a:lnTo>
                  <a:lnTo>
                    <a:pt x="820915" y="805180"/>
                  </a:lnTo>
                  <a:lnTo>
                    <a:pt x="820915" y="762927"/>
                  </a:lnTo>
                  <a:lnTo>
                    <a:pt x="812380" y="764540"/>
                  </a:lnTo>
                  <a:lnTo>
                    <a:pt x="812050" y="769620"/>
                  </a:lnTo>
                  <a:lnTo>
                    <a:pt x="812139" y="781050"/>
                  </a:lnTo>
                  <a:lnTo>
                    <a:pt x="815238" y="781050"/>
                  </a:lnTo>
                  <a:lnTo>
                    <a:pt x="810971" y="784860"/>
                  </a:lnTo>
                  <a:lnTo>
                    <a:pt x="811199" y="781050"/>
                  </a:lnTo>
                  <a:lnTo>
                    <a:pt x="812050" y="769620"/>
                  </a:lnTo>
                  <a:lnTo>
                    <a:pt x="812342" y="764540"/>
                  </a:lnTo>
                  <a:lnTo>
                    <a:pt x="808939" y="756920"/>
                  </a:lnTo>
                  <a:lnTo>
                    <a:pt x="810628" y="756920"/>
                  </a:lnTo>
                  <a:lnTo>
                    <a:pt x="826185" y="749300"/>
                  </a:lnTo>
                  <a:lnTo>
                    <a:pt x="855548" y="740410"/>
                  </a:lnTo>
                  <a:lnTo>
                    <a:pt x="842606" y="732790"/>
                  </a:lnTo>
                  <a:lnTo>
                    <a:pt x="840460" y="723900"/>
                  </a:lnTo>
                  <a:lnTo>
                    <a:pt x="838314" y="716280"/>
                  </a:lnTo>
                  <a:lnTo>
                    <a:pt x="841667" y="708660"/>
                  </a:lnTo>
                  <a:lnTo>
                    <a:pt x="851877" y="723900"/>
                  </a:lnTo>
                  <a:lnTo>
                    <a:pt x="861542" y="716280"/>
                  </a:lnTo>
                  <a:lnTo>
                    <a:pt x="859345" y="708660"/>
                  </a:lnTo>
                  <a:lnTo>
                    <a:pt x="868108" y="708660"/>
                  </a:lnTo>
                  <a:lnTo>
                    <a:pt x="866686" y="699770"/>
                  </a:lnTo>
                  <a:lnTo>
                    <a:pt x="874496" y="716280"/>
                  </a:lnTo>
                  <a:lnTo>
                    <a:pt x="891133" y="708660"/>
                  </a:lnTo>
                  <a:lnTo>
                    <a:pt x="897051" y="716280"/>
                  </a:lnTo>
                  <a:lnTo>
                    <a:pt x="897051" y="671639"/>
                  </a:lnTo>
                  <a:lnTo>
                    <a:pt x="885101" y="692150"/>
                  </a:lnTo>
                  <a:lnTo>
                    <a:pt x="875195" y="692150"/>
                  </a:lnTo>
                  <a:lnTo>
                    <a:pt x="875995" y="683120"/>
                  </a:lnTo>
                  <a:lnTo>
                    <a:pt x="876769" y="675640"/>
                  </a:lnTo>
                  <a:lnTo>
                    <a:pt x="891425" y="675640"/>
                  </a:lnTo>
                  <a:lnTo>
                    <a:pt x="893279" y="666750"/>
                  </a:lnTo>
                  <a:lnTo>
                    <a:pt x="870927" y="666750"/>
                  </a:lnTo>
                  <a:lnTo>
                    <a:pt x="870927" y="675640"/>
                  </a:lnTo>
                  <a:lnTo>
                    <a:pt x="857491" y="683120"/>
                  </a:lnTo>
                  <a:lnTo>
                    <a:pt x="851192" y="683120"/>
                  </a:lnTo>
                  <a:lnTo>
                    <a:pt x="869416" y="675640"/>
                  </a:lnTo>
                  <a:lnTo>
                    <a:pt x="870927" y="675640"/>
                  </a:lnTo>
                  <a:lnTo>
                    <a:pt x="870927" y="666750"/>
                  </a:lnTo>
                  <a:lnTo>
                    <a:pt x="855395" y="666750"/>
                  </a:lnTo>
                  <a:lnTo>
                    <a:pt x="857465" y="659130"/>
                  </a:lnTo>
                  <a:lnTo>
                    <a:pt x="875525" y="659130"/>
                  </a:lnTo>
                  <a:lnTo>
                    <a:pt x="875766" y="650646"/>
                  </a:lnTo>
                  <a:lnTo>
                    <a:pt x="875753" y="651471"/>
                  </a:lnTo>
                  <a:lnTo>
                    <a:pt x="910196" y="651471"/>
                  </a:lnTo>
                  <a:lnTo>
                    <a:pt x="924877" y="651471"/>
                  </a:lnTo>
                  <a:lnTo>
                    <a:pt x="925588" y="659130"/>
                  </a:lnTo>
                  <a:lnTo>
                    <a:pt x="925588" y="561314"/>
                  </a:lnTo>
                  <a:lnTo>
                    <a:pt x="925055" y="561162"/>
                  </a:lnTo>
                  <a:lnTo>
                    <a:pt x="925055" y="626110"/>
                  </a:lnTo>
                  <a:lnTo>
                    <a:pt x="918514" y="626110"/>
                  </a:lnTo>
                  <a:lnTo>
                    <a:pt x="918514" y="642607"/>
                  </a:lnTo>
                  <a:lnTo>
                    <a:pt x="911352" y="650240"/>
                  </a:lnTo>
                  <a:lnTo>
                    <a:pt x="875779" y="650240"/>
                  </a:lnTo>
                  <a:lnTo>
                    <a:pt x="876223" y="635000"/>
                  </a:lnTo>
                  <a:lnTo>
                    <a:pt x="859040" y="618490"/>
                  </a:lnTo>
                  <a:lnTo>
                    <a:pt x="881240" y="618490"/>
                  </a:lnTo>
                  <a:lnTo>
                    <a:pt x="880618" y="626110"/>
                  </a:lnTo>
                  <a:lnTo>
                    <a:pt x="886155" y="635000"/>
                  </a:lnTo>
                  <a:lnTo>
                    <a:pt x="907313" y="635000"/>
                  </a:lnTo>
                  <a:lnTo>
                    <a:pt x="918514" y="642607"/>
                  </a:lnTo>
                  <a:lnTo>
                    <a:pt x="918514" y="626110"/>
                  </a:lnTo>
                  <a:lnTo>
                    <a:pt x="902322" y="626110"/>
                  </a:lnTo>
                  <a:lnTo>
                    <a:pt x="899287" y="618490"/>
                  </a:lnTo>
                  <a:lnTo>
                    <a:pt x="896251" y="610870"/>
                  </a:lnTo>
                  <a:lnTo>
                    <a:pt x="885926" y="601980"/>
                  </a:lnTo>
                  <a:lnTo>
                    <a:pt x="888936" y="601980"/>
                  </a:lnTo>
                  <a:lnTo>
                    <a:pt x="900874" y="594283"/>
                  </a:lnTo>
                  <a:lnTo>
                    <a:pt x="900518" y="594283"/>
                  </a:lnTo>
                  <a:lnTo>
                    <a:pt x="897763" y="585470"/>
                  </a:lnTo>
                  <a:lnTo>
                    <a:pt x="907999" y="577850"/>
                  </a:lnTo>
                  <a:lnTo>
                    <a:pt x="919187" y="577850"/>
                  </a:lnTo>
                  <a:lnTo>
                    <a:pt x="921219" y="585470"/>
                  </a:lnTo>
                  <a:lnTo>
                    <a:pt x="908888" y="594283"/>
                  </a:lnTo>
                  <a:lnTo>
                    <a:pt x="908494" y="594283"/>
                  </a:lnTo>
                  <a:lnTo>
                    <a:pt x="925055" y="626110"/>
                  </a:lnTo>
                  <a:lnTo>
                    <a:pt x="925055" y="561162"/>
                  </a:lnTo>
                  <a:lnTo>
                    <a:pt x="912355" y="557517"/>
                  </a:lnTo>
                  <a:lnTo>
                    <a:pt x="912355" y="561340"/>
                  </a:lnTo>
                  <a:lnTo>
                    <a:pt x="910374" y="568960"/>
                  </a:lnTo>
                  <a:lnTo>
                    <a:pt x="907796" y="561340"/>
                  </a:lnTo>
                  <a:lnTo>
                    <a:pt x="912355" y="561340"/>
                  </a:lnTo>
                  <a:lnTo>
                    <a:pt x="912355" y="557517"/>
                  </a:lnTo>
                  <a:lnTo>
                    <a:pt x="899147" y="553720"/>
                  </a:lnTo>
                  <a:lnTo>
                    <a:pt x="896785" y="553720"/>
                  </a:lnTo>
                  <a:lnTo>
                    <a:pt x="898245" y="544830"/>
                  </a:lnTo>
                  <a:lnTo>
                    <a:pt x="922451" y="544830"/>
                  </a:lnTo>
                  <a:lnTo>
                    <a:pt x="938530" y="561340"/>
                  </a:lnTo>
                  <a:lnTo>
                    <a:pt x="938530" y="549757"/>
                  </a:lnTo>
                  <a:lnTo>
                    <a:pt x="934618" y="544830"/>
                  </a:lnTo>
                  <a:lnTo>
                    <a:pt x="927557" y="537210"/>
                  </a:lnTo>
                  <a:lnTo>
                    <a:pt x="911745" y="537210"/>
                  </a:lnTo>
                  <a:lnTo>
                    <a:pt x="916686" y="520700"/>
                  </a:lnTo>
                  <a:lnTo>
                    <a:pt x="924598" y="528320"/>
                  </a:lnTo>
                  <a:lnTo>
                    <a:pt x="943597" y="528320"/>
                  </a:lnTo>
                  <a:lnTo>
                    <a:pt x="955954" y="537210"/>
                  </a:lnTo>
                  <a:lnTo>
                    <a:pt x="958405" y="520700"/>
                  </a:lnTo>
                  <a:lnTo>
                    <a:pt x="963028" y="528320"/>
                  </a:lnTo>
                  <a:lnTo>
                    <a:pt x="963028" y="479958"/>
                  </a:lnTo>
                  <a:lnTo>
                    <a:pt x="960450" y="463550"/>
                  </a:lnTo>
                  <a:lnTo>
                    <a:pt x="956551" y="439420"/>
                  </a:lnTo>
                  <a:lnTo>
                    <a:pt x="955001" y="429260"/>
                  </a:lnTo>
                  <a:lnTo>
                    <a:pt x="953833" y="422910"/>
                  </a:lnTo>
                  <a:lnTo>
                    <a:pt x="950772" y="405130"/>
                  </a:lnTo>
                  <a:lnTo>
                    <a:pt x="943305" y="399719"/>
                  </a:lnTo>
                  <a:lnTo>
                    <a:pt x="943305" y="430530"/>
                  </a:lnTo>
                  <a:lnTo>
                    <a:pt x="932510" y="439420"/>
                  </a:lnTo>
                  <a:lnTo>
                    <a:pt x="931278" y="437578"/>
                  </a:lnTo>
                  <a:lnTo>
                    <a:pt x="931278" y="504190"/>
                  </a:lnTo>
                  <a:lnTo>
                    <a:pt x="911517" y="504190"/>
                  </a:lnTo>
                  <a:lnTo>
                    <a:pt x="906475" y="501116"/>
                  </a:lnTo>
                  <a:lnTo>
                    <a:pt x="906475" y="513080"/>
                  </a:lnTo>
                  <a:lnTo>
                    <a:pt x="903249" y="520700"/>
                  </a:lnTo>
                  <a:lnTo>
                    <a:pt x="893241" y="520700"/>
                  </a:lnTo>
                  <a:lnTo>
                    <a:pt x="900239" y="513080"/>
                  </a:lnTo>
                  <a:lnTo>
                    <a:pt x="906475" y="513080"/>
                  </a:lnTo>
                  <a:lnTo>
                    <a:pt x="906475" y="501116"/>
                  </a:lnTo>
                  <a:lnTo>
                    <a:pt x="899058" y="496570"/>
                  </a:lnTo>
                  <a:lnTo>
                    <a:pt x="919302" y="496570"/>
                  </a:lnTo>
                  <a:lnTo>
                    <a:pt x="931278" y="504190"/>
                  </a:lnTo>
                  <a:lnTo>
                    <a:pt x="931278" y="437578"/>
                  </a:lnTo>
                  <a:lnTo>
                    <a:pt x="926579" y="430530"/>
                  </a:lnTo>
                  <a:lnTo>
                    <a:pt x="943305" y="430530"/>
                  </a:lnTo>
                  <a:lnTo>
                    <a:pt x="943305" y="399719"/>
                  </a:lnTo>
                  <a:lnTo>
                    <a:pt x="942009" y="398780"/>
                  </a:lnTo>
                  <a:lnTo>
                    <a:pt x="939215" y="389890"/>
                  </a:lnTo>
                  <a:lnTo>
                    <a:pt x="946962" y="389890"/>
                  </a:lnTo>
                  <a:lnTo>
                    <a:pt x="948905" y="398780"/>
                  </a:lnTo>
                  <a:lnTo>
                    <a:pt x="949756" y="400050"/>
                  </a:lnTo>
                  <a:lnTo>
                    <a:pt x="948118" y="389890"/>
                  </a:lnTo>
                  <a:lnTo>
                    <a:pt x="947953" y="389890"/>
                  </a:lnTo>
                  <a:lnTo>
                    <a:pt x="947902" y="388620"/>
                  </a:lnTo>
                  <a:lnTo>
                    <a:pt x="945730" y="377190"/>
                  </a:lnTo>
                  <a:lnTo>
                    <a:pt x="943876" y="365594"/>
                  </a:lnTo>
                  <a:lnTo>
                    <a:pt x="940358" y="345440"/>
                  </a:lnTo>
                  <a:lnTo>
                    <a:pt x="934770" y="341630"/>
                  </a:lnTo>
                  <a:lnTo>
                    <a:pt x="921359" y="332740"/>
                  </a:lnTo>
                  <a:lnTo>
                    <a:pt x="929652" y="325120"/>
                  </a:lnTo>
                  <a:lnTo>
                    <a:pt x="917663" y="325120"/>
                  </a:lnTo>
                  <a:lnTo>
                    <a:pt x="917663" y="358140"/>
                  </a:lnTo>
                  <a:lnTo>
                    <a:pt x="912876" y="365594"/>
                  </a:lnTo>
                  <a:lnTo>
                    <a:pt x="912558" y="365594"/>
                  </a:lnTo>
                  <a:lnTo>
                    <a:pt x="895985" y="365594"/>
                  </a:lnTo>
                  <a:lnTo>
                    <a:pt x="899642" y="349250"/>
                  </a:lnTo>
                  <a:lnTo>
                    <a:pt x="891984" y="349250"/>
                  </a:lnTo>
                  <a:lnTo>
                    <a:pt x="891984" y="415290"/>
                  </a:lnTo>
                  <a:lnTo>
                    <a:pt x="889508" y="422910"/>
                  </a:lnTo>
                  <a:lnTo>
                    <a:pt x="877392" y="422910"/>
                  </a:lnTo>
                  <a:lnTo>
                    <a:pt x="877392" y="430530"/>
                  </a:lnTo>
                  <a:lnTo>
                    <a:pt x="877316" y="433070"/>
                  </a:lnTo>
                  <a:lnTo>
                    <a:pt x="876427" y="455930"/>
                  </a:lnTo>
                  <a:lnTo>
                    <a:pt x="862533" y="455930"/>
                  </a:lnTo>
                  <a:lnTo>
                    <a:pt x="871969" y="439420"/>
                  </a:lnTo>
                  <a:lnTo>
                    <a:pt x="877392" y="430530"/>
                  </a:lnTo>
                  <a:lnTo>
                    <a:pt x="877392" y="422910"/>
                  </a:lnTo>
                  <a:lnTo>
                    <a:pt x="860806" y="422910"/>
                  </a:lnTo>
                  <a:lnTo>
                    <a:pt x="858227" y="430530"/>
                  </a:lnTo>
                  <a:lnTo>
                    <a:pt x="854367" y="415290"/>
                  </a:lnTo>
                  <a:lnTo>
                    <a:pt x="891984" y="415290"/>
                  </a:lnTo>
                  <a:lnTo>
                    <a:pt x="891984" y="349250"/>
                  </a:lnTo>
                  <a:lnTo>
                    <a:pt x="889952" y="349250"/>
                  </a:lnTo>
                  <a:lnTo>
                    <a:pt x="894283" y="341630"/>
                  </a:lnTo>
                  <a:lnTo>
                    <a:pt x="901509" y="349250"/>
                  </a:lnTo>
                  <a:lnTo>
                    <a:pt x="905992" y="358140"/>
                  </a:lnTo>
                  <a:lnTo>
                    <a:pt x="917663" y="358140"/>
                  </a:lnTo>
                  <a:lnTo>
                    <a:pt x="917663" y="325120"/>
                  </a:lnTo>
                  <a:lnTo>
                    <a:pt x="911225" y="325120"/>
                  </a:lnTo>
                  <a:lnTo>
                    <a:pt x="916025" y="317500"/>
                  </a:lnTo>
                  <a:lnTo>
                    <a:pt x="920915" y="317500"/>
                  </a:lnTo>
                  <a:lnTo>
                    <a:pt x="915771" y="308610"/>
                  </a:lnTo>
                  <a:lnTo>
                    <a:pt x="901966" y="308610"/>
                  </a:lnTo>
                  <a:lnTo>
                    <a:pt x="896543" y="293814"/>
                  </a:lnTo>
                  <a:lnTo>
                    <a:pt x="896543" y="332740"/>
                  </a:lnTo>
                  <a:lnTo>
                    <a:pt x="893102" y="332740"/>
                  </a:lnTo>
                  <a:lnTo>
                    <a:pt x="895629" y="326390"/>
                  </a:lnTo>
                  <a:lnTo>
                    <a:pt x="896543" y="332740"/>
                  </a:lnTo>
                  <a:lnTo>
                    <a:pt x="896543" y="293814"/>
                  </a:lnTo>
                  <a:lnTo>
                    <a:pt x="893127" y="284480"/>
                  </a:lnTo>
                  <a:lnTo>
                    <a:pt x="903897" y="276860"/>
                  </a:lnTo>
                  <a:lnTo>
                    <a:pt x="897699" y="276860"/>
                  </a:lnTo>
                  <a:lnTo>
                    <a:pt x="884948" y="270929"/>
                  </a:lnTo>
                  <a:lnTo>
                    <a:pt x="884948" y="317500"/>
                  </a:lnTo>
                  <a:lnTo>
                    <a:pt x="881583" y="325120"/>
                  </a:lnTo>
                  <a:lnTo>
                    <a:pt x="882789" y="317500"/>
                  </a:lnTo>
                  <a:lnTo>
                    <a:pt x="884948" y="317500"/>
                  </a:lnTo>
                  <a:lnTo>
                    <a:pt x="884948" y="270929"/>
                  </a:lnTo>
                  <a:lnTo>
                    <a:pt x="880059" y="268655"/>
                  </a:lnTo>
                  <a:lnTo>
                    <a:pt x="880059" y="317500"/>
                  </a:lnTo>
                  <a:lnTo>
                    <a:pt x="878319" y="314172"/>
                  </a:lnTo>
                  <a:lnTo>
                    <a:pt x="878319" y="382270"/>
                  </a:lnTo>
                  <a:lnTo>
                    <a:pt x="876312" y="382270"/>
                  </a:lnTo>
                  <a:lnTo>
                    <a:pt x="875601" y="374650"/>
                  </a:lnTo>
                  <a:lnTo>
                    <a:pt x="877900" y="374650"/>
                  </a:lnTo>
                  <a:lnTo>
                    <a:pt x="878319" y="382270"/>
                  </a:lnTo>
                  <a:lnTo>
                    <a:pt x="878319" y="314172"/>
                  </a:lnTo>
                  <a:lnTo>
                    <a:pt x="875411" y="308610"/>
                  </a:lnTo>
                  <a:lnTo>
                    <a:pt x="866228" y="317500"/>
                  </a:lnTo>
                  <a:lnTo>
                    <a:pt x="860806" y="314172"/>
                  </a:lnTo>
                  <a:lnTo>
                    <a:pt x="860806" y="365594"/>
                  </a:lnTo>
                  <a:lnTo>
                    <a:pt x="858024" y="371500"/>
                  </a:lnTo>
                  <a:lnTo>
                    <a:pt x="858024" y="398780"/>
                  </a:lnTo>
                  <a:lnTo>
                    <a:pt x="839990" y="398780"/>
                  </a:lnTo>
                  <a:lnTo>
                    <a:pt x="833704" y="389890"/>
                  </a:lnTo>
                  <a:lnTo>
                    <a:pt x="853516" y="389890"/>
                  </a:lnTo>
                  <a:lnTo>
                    <a:pt x="858024" y="398780"/>
                  </a:lnTo>
                  <a:lnTo>
                    <a:pt x="858024" y="371500"/>
                  </a:lnTo>
                  <a:lnTo>
                    <a:pt x="856538" y="374650"/>
                  </a:lnTo>
                  <a:lnTo>
                    <a:pt x="841578" y="382270"/>
                  </a:lnTo>
                  <a:lnTo>
                    <a:pt x="830122" y="374650"/>
                  </a:lnTo>
                  <a:lnTo>
                    <a:pt x="830897" y="365594"/>
                  </a:lnTo>
                  <a:lnTo>
                    <a:pt x="860806" y="365594"/>
                  </a:lnTo>
                  <a:lnTo>
                    <a:pt x="860806" y="314172"/>
                  </a:lnTo>
                  <a:lnTo>
                    <a:pt x="851763" y="308610"/>
                  </a:lnTo>
                  <a:lnTo>
                    <a:pt x="853147" y="308610"/>
                  </a:lnTo>
                  <a:lnTo>
                    <a:pt x="862482" y="300990"/>
                  </a:lnTo>
                  <a:lnTo>
                    <a:pt x="853262" y="292100"/>
                  </a:lnTo>
                  <a:lnTo>
                    <a:pt x="861758" y="284505"/>
                  </a:lnTo>
                  <a:lnTo>
                    <a:pt x="876833" y="300990"/>
                  </a:lnTo>
                  <a:lnTo>
                    <a:pt x="880059" y="317500"/>
                  </a:lnTo>
                  <a:lnTo>
                    <a:pt x="880059" y="268655"/>
                  </a:lnTo>
                  <a:lnTo>
                    <a:pt x="878611" y="267970"/>
                  </a:lnTo>
                  <a:lnTo>
                    <a:pt x="886561" y="260286"/>
                  </a:lnTo>
                  <a:lnTo>
                    <a:pt x="874737" y="260286"/>
                  </a:lnTo>
                  <a:lnTo>
                    <a:pt x="872185" y="251460"/>
                  </a:lnTo>
                  <a:lnTo>
                    <a:pt x="878535" y="243573"/>
                  </a:lnTo>
                  <a:lnTo>
                    <a:pt x="872934" y="243573"/>
                  </a:lnTo>
                  <a:lnTo>
                    <a:pt x="862304" y="247091"/>
                  </a:lnTo>
                  <a:lnTo>
                    <a:pt x="862304" y="267970"/>
                  </a:lnTo>
                  <a:lnTo>
                    <a:pt x="853503" y="267970"/>
                  </a:lnTo>
                  <a:lnTo>
                    <a:pt x="859307" y="276860"/>
                  </a:lnTo>
                  <a:lnTo>
                    <a:pt x="850773" y="276860"/>
                  </a:lnTo>
                  <a:lnTo>
                    <a:pt x="850773" y="284480"/>
                  </a:lnTo>
                  <a:lnTo>
                    <a:pt x="847178" y="300990"/>
                  </a:lnTo>
                  <a:lnTo>
                    <a:pt x="839139" y="284480"/>
                  </a:lnTo>
                  <a:lnTo>
                    <a:pt x="850773" y="284480"/>
                  </a:lnTo>
                  <a:lnTo>
                    <a:pt x="850773" y="276860"/>
                  </a:lnTo>
                  <a:lnTo>
                    <a:pt x="841667" y="276860"/>
                  </a:lnTo>
                  <a:lnTo>
                    <a:pt x="833501" y="269189"/>
                  </a:lnTo>
                  <a:lnTo>
                    <a:pt x="833501" y="349250"/>
                  </a:lnTo>
                  <a:lnTo>
                    <a:pt x="824204" y="358140"/>
                  </a:lnTo>
                  <a:lnTo>
                    <a:pt x="814743" y="350088"/>
                  </a:lnTo>
                  <a:lnTo>
                    <a:pt x="814743" y="374650"/>
                  </a:lnTo>
                  <a:lnTo>
                    <a:pt x="802449" y="382270"/>
                  </a:lnTo>
                  <a:lnTo>
                    <a:pt x="809371" y="374650"/>
                  </a:lnTo>
                  <a:lnTo>
                    <a:pt x="813485" y="365772"/>
                  </a:lnTo>
                  <a:lnTo>
                    <a:pt x="814743" y="374650"/>
                  </a:lnTo>
                  <a:lnTo>
                    <a:pt x="814743" y="350088"/>
                  </a:lnTo>
                  <a:lnTo>
                    <a:pt x="813765" y="349250"/>
                  </a:lnTo>
                  <a:lnTo>
                    <a:pt x="802551" y="341630"/>
                  </a:lnTo>
                  <a:lnTo>
                    <a:pt x="778268" y="349250"/>
                  </a:lnTo>
                  <a:lnTo>
                    <a:pt x="773176" y="332740"/>
                  </a:lnTo>
                  <a:lnTo>
                    <a:pt x="783209" y="332740"/>
                  </a:lnTo>
                  <a:lnTo>
                    <a:pt x="787654" y="341630"/>
                  </a:lnTo>
                  <a:lnTo>
                    <a:pt x="794334" y="332740"/>
                  </a:lnTo>
                  <a:lnTo>
                    <a:pt x="793940" y="325120"/>
                  </a:lnTo>
                  <a:lnTo>
                    <a:pt x="806983" y="317500"/>
                  </a:lnTo>
                  <a:lnTo>
                    <a:pt x="809180" y="325120"/>
                  </a:lnTo>
                  <a:lnTo>
                    <a:pt x="822439" y="325120"/>
                  </a:lnTo>
                  <a:lnTo>
                    <a:pt x="824865" y="317500"/>
                  </a:lnTo>
                  <a:lnTo>
                    <a:pt x="829373" y="325120"/>
                  </a:lnTo>
                  <a:lnTo>
                    <a:pt x="827773" y="332740"/>
                  </a:lnTo>
                  <a:lnTo>
                    <a:pt x="816102" y="332740"/>
                  </a:lnTo>
                  <a:lnTo>
                    <a:pt x="830364" y="341630"/>
                  </a:lnTo>
                  <a:lnTo>
                    <a:pt x="833501" y="349250"/>
                  </a:lnTo>
                  <a:lnTo>
                    <a:pt x="833501" y="269189"/>
                  </a:lnTo>
                  <a:lnTo>
                    <a:pt x="824357" y="260591"/>
                  </a:lnTo>
                  <a:lnTo>
                    <a:pt x="824128" y="260286"/>
                  </a:lnTo>
                  <a:lnTo>
                    <a:pt x="829665" y="251460"/>
                  </a:lnTo>
                  <a:lnTo>
                    <a:pt x="847686" y="260286"/>
                  </a:lnTo>
                  <a:lnTo>
                    <a:pt x="859142" y="260286"/>
                  </a:lnTo>
                  <a:lnTo>
                    <a:pt x="859167" y="259080"/>
                  </a:lnTo>
                  <a:lnTo>
                    <a:pt x="859485" y="251460"/>
                  </a:lnTo>
                  <a:lnTo>
                    <a:pt x="862304" y="267970"/>
                  </a:lnTo>
                  <a:lnTo>
                    <a:pt x="862304" y="247091"/>
                  </a:lnTo>
                  <a:lnTo>
                    <a:pt x="849033" y="251460"/>
                  </a:lnTo>
                  <a:lnTo>
                    <a:pt x="842111" y="243573"/>
                  </a:lnTo>
                  <a:lnTo>
                    <a:pt x="842568" y="243573"/>
                  </a:lnTo>
                  <a:lnTo>
                    <a:pt x="846289" y="236220"/>
                  </a:lnTo>
                  <a:lnTo>
                    <a:pt x="844689" y="227330"/>
                  </a:lnTo>
                  <a:lnTo>
                    <a:pt x="843089" y="219710"/>
                  </a:lnTo>
                  <a:lnTo>
                    <a:pt x="844829" y="210820"/>
                  </a:lnTo>
                  <a:lnTo>
                    <a:pt x="840333" y="203200"/>
                  </a:lnTo>
                  <a:lnTo>
                    <a:pt x="837539" y="197700"/>
                  </a:lnTo>
                  <a:lnTo>
                    <a:pt x="837539" y="219710"/>
                  </a:lnTo>
                  <a:lnTo>
                    <a:pt x="835367" y="227330"/>
                  </a:lnTo>
                  <a:lnTo>
                    <a:pt x="826071" y="227330"/>
                  </a:lnTo>
                  <a:lnTo>
                    <a:pt x="826096" y="219710"/>
                  </a:lnTo>
                  <a:lnTo>
                    <a:pt x="837539" y="219710"/>
                  </a:lnTo>
                  <a:lnTo>
                    <a:pt x="837539" y="197700"/>
                  </a:lnTo>
                  <a:lnTo>
                    <a:pt x="835825" y="194310"/>
                  </a:lnTo>
                  <a:lnTo>
                    <a:pt x="824979" y="203200"/>
                  </a:lnTo>
                  <a:lnTo>
                    <a:pt x="820940" y="200063"/>
                  </a:lnTo>
                  <a:lnTo>
                    <a:pt x="820940" y="236220"/>
                  </a:lnTo>
                  <a:lnTo>
                    <a:pt x="812825" y="243573"/>
                  </a:lnTo>
                  <a:lnTo>
                    <a:pt x="812317" y="243573"/>
                  </a:lnTo>
                  <a:lnTo>
                    <a:pt x="809205" y="236220"/>
                  </a:lnTo>
                  <a:lnTo>
                    <a:pt x="820940" y="236220"/>
                  </a:lnTo>
                  <a:lnTo>
                    <a:pt x="820940" y="200063"/>
                  </a:lnTo>
                  <a:lnTo>
                    <a:pt x="814222" y="194818"/>
                  </a:lnTo>
                  <a:lnTo>
                    <a:pt x="814222" y="219710"/>
                  </a:lnTo>
                  <a:lnTo>
                    <a:pt x="800201" y="225755"/>
                  </a:lnTo>
                  <a:lnTo>
                    <a:pt x="800201" y="243573"/>
                  </a:lnTo>
                  <a:lnTo>
                    <a:pt x="793877" y="243573"/>
                  </a:lnTo>
                  <a:lnTo>
                    <a:pt x="793877" y="236220"/>
                  </a:lnTo>
                  <a:lnTo>
                    <a:pt x="799350" y="236220"/>
                  </a:lnTo>
                  <a:lnTo>
                    <a:pt x="800201" y="243573"/>
                  </a:lnTo>
                  <a:lnTo>
                    <a:pt x="800201" y="225755"/>
                  </a:lnTo>
                  <a:lnTo>
                    <a:pt x="796544" y="227330"/>
                  </a:lnTo>
                  <a:lnTo>
                    <a:pt x="801776" y="219710"/>
                  </a:lnTo>
                  <a:lnTo>
                    <a:pt x="814222" y="219710"/>
                  </a:lnTo>
                  <a:lnTo>
                    <a:pt x="814222" y="194818"/>
                  </a:lnTo>
                  <a:lnTo>
                    <a:pt x="813574" y="194310"/>
                  </a:lnTo>
                  <a:lnTo>
                    <a:pt x="777646" y="210820"/>
                  </a:lnTo>
                  <a:lnTo>
                    <a:pt x="776833" y="219710"/>
                  </a:lnTo>
                  <a:lnTo>
                    <a:pt x="772058" y="219710"/>
                  </a:lnTo>
                  <a:lnTo>
                    <a:pt x="772985" y="210820"/>
                  </a:lnTo>
                  <a:lnTo>
                    <a:pt x="724877" y="210820"/>
                  </a:lnTo>
                  <a:lnTo>
                    <a:pt x="727913" y="219710"/>
                  </a:lnTo>
                  <a:lnTo>
                    <a:pt x="719582" y="227330"/>
                  </a:lnTo>
                  <a:lnTo>
                    <a:pt x="716762" y="219710"/>
                  </a:lnTo>
                  <a:lnTo>
                    <a:pt x="711238" y="219710"/>
                  </a:lnTo>
                  <a:lnTo>
                    <a:pt x="718134" y="210820"/>
                  </a:lnTo>
                  <a:lnTo>
                    <a:pt x="700608" y="210820"/>
                  </a:lnTo>
                  <a:lnTo>
                    <a:pt x="693000" y="219710"/>
                  </a:lnTo>
                  <a:lnTo>
                    <a:pt x="699744" y="219710"/>
                  </a:lnTo>
                  <a:lnTo>
                    <a:pt x="705078" y="227330"/>
                  </a:lnTo>
                  <a:lnTo>
                    <a:pt x="726706" y="236220"/>
                  </a:lnTo>
                  <a:lnTo>
                    <a:pt x="745096" y="260286"/>
                  </a:lnTo>
                  <a:lnTo>
                    <a:pt x="763765" y="260286"/>
                  </a:lnTo>
                  <a:lnTo>
                    <a:pt x="763816" y="262890"/>
                  </a:lnTo>
                  <a:lnTo>
                    <a:pt x="763905" y="267970"/>
                  </a:lnTo>
                  <a:lnTo>
                    <a:pt x="764070" y="276860"/>
                  </a:lnTo>
                  <a:lnTo>
                    <a:pt x="775258" y="284480"/>
                  </a:lnTo>
                  <a:lnTo>
                    <a:pt x="779475" y="292100"/>
                  </a:lnTo>
                  <a:lnTo>
                    <a:pt x="791692" y="300990"/>
                  </a:lnTo>
                  <a:lnTo>
                    <a:pt x="789787" y="317500"/>
                  </a:lnTo>
                  <a:lnTo>
                    <a:pt x="783958" y="317500"/>
                  </a:lnTo>
                  <a:lnTo>
                    <a:pt x="773633" y="300990"/>
                  </a:lnTo>
                  <a:lnTo>
                    <a:pt x="768172" y="305790"/>
                  </a:lnTo>
                  <a:lnTo>
                    <a:pt x="768172" y="349250"/>
                  </a:lnTo>
                  <a:lnTo>
                    <a:pt x="763778" y="349250"/>
                  </a:lnTo>
                  <a:lnTo>
                    <a:pt x="762469" y="341630"/>
                  </a:lnTo>
                  <a:lnTo>
                    <a:pt x="767588" y="341630"/>
                  </a:lnTo>
                  <a:lnTo>
                    <a:pt x="768172" y="349250"/>
                  </a:lnTo>
                  <a:lnTo>
                    <a:pt x="768172" y="305790"/>
                  </a:lnTo>
                  <a:lnTo>
                    <a:pt x="762152" y="311086"/>
                  </a:lnTo>
                  <a:lnTo>
                    <a:pt x="762152" y="341630"/>
                  </a:lnTo>
                  <a:lnTo>
                    <a:pt x="758075" y="341630"/>
                  </a:lnTo>
                  <a:lnTo>
                    <a:pt x="752487" y="332740"/>
                  </a:lnTo>
                  <a:lnTo>
                    <a:pt x="758190" y="332740"/>
                  </a:lnTo>
                  <a:lnTo>
                    <a:pt x="762152" y="341630"/>
                  </a:lnTo>
                  <a:lnTo>
                    <a:pt x="762152" y="311086"/>
                  </a:lnTo>
                  <a:lnTo>
                    <a:pt x="761530" y="311632"/>
                  </a:lnTo>
                  <a:lnTo>
                    <a:pt x="761530" y="325120"/>
                  </a:lnTo>
                  <a:lnTo>
                    <a:pt x="748728" y="325120"/>
                  </a:lnTo>
                  <a:lnTo>
                    <a:pt x="752043" y="317500"/>
                  </a:lnTo>
                  <a:lnTo>
                    <a:pt x="761530" y="325120"/>
                  </a:lnTo>
                  <a:lnTo>
                    <a:pt x="761530" y="311632"/>
                  </a:lnTo>
                  <a:lnTo>
                    <a:pt x="754837" y="317500"/>
                  </a:lnTo>
                  <a:lnTo>
                    <a:pt x="734275" y="308610"/>
                  </a:lnTo>
                  <a:lnTo>
                    <a:pt x="729399" y="308610"/>
                  </a:lnTo>
                  <a:lnTo>
                    <a:pt x="722630" y="300990"/>
                  </a:lnTo>
                  <a:lnTo>
                    <a:pt x="725195" y="300990"/>
                  </a:lnTo>
                  <a:lnTo>
                    <a:pt x="718540" y="292100"/>
                  </a:lnTo>
                  <a:lnTo>
                    <a:pt x="723912" y="276860"/>
                  </a:lnTo>
                  <a:lnTo>
                    <a:pt x="711250" y="267970"/>
                  </a:lnTo>
                  <a:lnTo>
                    <a:pt x="714095" y="284480"/>
                  </a:lnTo>
                  <a:lnTo>
                    <a:pt x="711631" y="292100"/>
                  </a:lnTo>
                  <a:lnTo>
                    <a:pt x="709383" y="292100"/>
                  </a:lnTo>
                  <a:lnTo>
                    <a:pt x="709383" y="317500"/>
                  </a:lnTo>
                  <a:lnTo>
                    <a:pt x="696252" y="325120"/>
                  </a:lnTo>
                  <a:lnTo>
                    <a:pt x="689063" y="317500"/>
                  </a:lnTo>
                  <a:lnTo>
                    <a:pt x="695756" y="308610"/>
                  </a:lnTo>
                  <a:lnTo>
                    <a:pt x="701598" y="317500"/>
                  </a:lnTo>
                  <a:lnTo>
                    <a:pt x="709383" y="317500"/>
                  </a:lnTo>
                  <a:lnTo>
                    <a:pt x="709383" y="292100"/>
                  </a:lnTo>
                  <a:lnTo>
                    <a:pt x="691451" y="292100"/>
                  </a:lnTo>
                  <a:lnTo>
                    <a:pt x="695210" y="284480"/>
                  </a:lnTo>
                  <a:lnTo>
                    <a:pt x="705192" y="284480"/>
                  </a:lnTo>
                  <a:lnTo>
                    <a:pt x="696874" y="276860"/>
                  </a:lnTo>
                  <a:lnTo>
                    <a:pt x="686765" y="276860"/>
                  </a:lnTo>
                  <a:lnTo>
                    <a:pt x="686765" y="292100"/>
                  </a:lnTo>
                  <a:lnTo>
                    <a:pt x="683133" y="300990"/>
                  </a:lnTo>
                  <a:lnTo>
                    <a:pt x="670331" y="300990"/>
                  </a:lnTo>
                  <a:lnTo>
                    <a:pt x="675741" y="292100"/>
                  </a:lnTo>
                  <a:lnTo>
                    <a:pt x="686765" y="292100"/>
                  </a:lnTo>
                  <a:lnTo>
                    <a:pt x="686765" y="276860"/>
                  </a:lnTo>
                  <a:lnTo>
                    <a:pt x="686523" y="276860"/>
                  </a:lnTo>
                  <a:lnTo>
                    <a:pt x="646341" y="267970"/>
                  </a:lnTo>
                  <a:lnTo>
                    <a:pt x="664095" y="260591"/>
                  </a:lnTo>
                  <a:lnTo>
                    <a:pt x="664692" y="260286"/>
                  </a:lnTo>
                  <a:lnTo>
                    <a:pt x="670140" y="243903"/>
                  </a:lnTo>
                  <a:lnTo>
                    <a:pt x="648411" y="251460"/>
                  </a:lnTo>
                  <a:lnTo>
                    <a:pt x="647166" y="251460"/>
                  </a:lnTo>
                  <a:lnTo>
                    <a:pt x="644893" y="251460"/>
                  </a:lnTo>
                  <a:lnTo>
                    <a:pt x="641756" y="244932"/>
                  </a:lnTo>
                  <a:lnTo>
                    <a:pt x="641756" y="260286"/>
                  </a:lnTo>
                  <a:lnTo>
                    <a:pt x="629640" y="267970"/>
                  </a:lnTo>
                  <a:lnTo>
                    <a:pt x="631583" y="251460"/>
                  </a:lnTo>
                  <a:lnTo>
                    <a:pt x="641604" y="260286"/>
                  </a:lnTo>
                  <a:lnTo>
                    <a:pt x="641756" y="260286"/>
                  </a:lnTo>
                  <a:lnTo>
                    <a:pt x="641756" y="244932"/>
                  </a:lnTo>
                  <a:lnTo>
                    <a:pt x="641273" y="243916"/>
                  </a:lnTo>
                  <a:lnTo>
                    <a:pt x="647166" y="251460"/>
                  </a:lnTo>
                  <a:lnTo>
                    <a:pt x="649325" y="227330"/>
                  </a:lnTo>
                  <a:lnTo>
                    <a:pt x="632002" y="243573"/>
                  </a:lnTo>
                  <a:lnTo>
                    <a:pt x="630770" y="243573"/>
                  </a:lnTo>
                  <a:lnTo>
                    <a:pt x="611047" y="236220"/>
                  </a:lnTo>
                  <a:lnTo>
                    <a:pt x="605815" y="239242"/>
                  </a:lnTo>
                  <a:lnTo>
                    <a:pt x="605815" y="292100"/>
                  </a:lnTo>
                  <a:lnTo>
                    <a:pt x="596976" y="292100"/>
                  </a:lnTo>
                  <a:lnTo>
                    <a:pt x="599033" y="284505"/>
                  </a:lnTo>
                  <a:lnTo>
                    <a:pt x="605815" y="292100"/>
                  </a:lnTo>
                  <a:lnTo>
                    <a:pt x="605815" y="239242"/>
                  </a:lnTo>
                  <a:lnTo>
                    <a:pt x="598309" y="243573"/>
                  </a:lnTo>
                  <a:lnTo>
                    <a:pt x="600214" y="243573"/>
                  </a:lnTo>
                  <a:lnTo>
                    <a:pt x="603427" y="267970"/>
                  </a:lnTo>
                  <a:lnTo>
                    <a:pt x="595058" y="276860"/>
                  </a:lnTo>
                  <a:lnTo>
                    <a:pt x="591032" y="267970"/>
                  </a:lnTo>
                  <a:lnTo>
                    <a:pt x="583653" y="267970"/>
                  </a:lnTo>
                  <a:lnTo>
                    <a:pt x="579920" y="270548"/>
                  </a:lnTo>
                  <a:lnTo>
                    <a:pt x="579920" y="325120"/>
                  </a:lnTo>
                  <a:lnTo>
                    <a:pt x="571512" y="325120"/>
                  </a:lnTo>
                  <a:lnTo>
                    <a:pt x="565226" y="323303"/>
                  </a:lnTo>
                  <a:lnTo>
                    <a:pt x="565226" y="332740"/>
                  </a:lnTo>
                  <a:lnTo>
                    <a:pt x="560692" y="341630"/>
                  </a:lnTo>
                  <a:lnTo>
                    <a:pt x="559574" y="332740"/>
                  </a:lnTo>
                  <a:lnTo>
                    <a:pt x="565226" y="332740"/>
                  </a:lnTo>
                  <a:lnTo>
                    <a:pt x="565226" y="323303"/>
                  </a:lnTo>
                  <a:lnTo>
                    <a:pt x="545172" y="317500"/>
                  </a:lnTo>
                  <a:lnTo>
                    <a:pt x="506120" y="300990"/>
                  </a:lnTo>
                  <a:lnTo>
                    <a:pt x="508393" y="308610"/>
                  </a:lnTo>
                  <a:lnTo>
                    <a:pt x="506310" y="325120"/>
                  </a:lnTo>
                  <a:lnTo>
                    <a:pt x="497687" y="325120"/>
                  </a:lnTo>
                  <a:lnTo>
                    <a:pt x="496925" y="317500"/>
                  </a:lnTo>
                  <a:lnTo>
                    <a:pt x="495414" y="300990"/>
                  </a:lnTo>
                  <a:lnTo>
                    <a:pt x="501332" y="292100"/>
                  </a:lnTo>
                  <a:lnTo>
                    <a:pt x="497700" y="288290"/>
                  </a:lnTo>
                  <a:lnTo>
                    <a:pt x="500507" y="284480"/>
                  </a:lnTo>
                  <a:lnTo>
                    <a:pt x="502742" y="276860"/>
                  </a:lnTo>
                  <a:lnTo>
                    <a:pt x="526046" y="276860"/>
                  </a:lnTo>
                  <a:lnTo>
                    <a:pt x="536956" y="260286"/>
                  </a:lnTo>
                  <a:lnTo>
                    <a:pt x="537184" y="260591"/>
                  </a:lnTo>
                  <a:lnTo>
                    <a:pt x="545122" y="267970"/>
                  </a:lnTo>
                  <a:lnTo>
                    <a:pt x="542213" y="276860"/>
                  </a:lnTo>
                  <a:lnTo>
                    <a:pt x="531736" y="276860"/>
                  </a:lnTo>
                  <a:lnTo>
                    <a:pt x="547014" y="292100"/>
                  </a:lnTo>
                  <a:lnTo>
                    <a:pt x="539330" y="300990"/>
                  </a:lnTo>
                  <a:lnTo>
                    <a:pt x="531952" y="292100"/>
                  </a:lnTo>
                  <a:lnTo>
                    <a:pt x="525589" y="300990"/>
                  </a:lnTo>
                  <a:lnTo>
                    <a:pt x="557326" y="308610"/>
                  </a:lnTo>
                  <a:lnTo>
                    <a:pt x="569658" y="308610"/>
                  </a:lnTo>
                  <a:lnTo>
                    <a:pt x="552894" y="300990"/>
                  </a:lnTo>
                  <a:lnTo>
                    <a:pt x="552602" y="292100"/>
                  </a:lnTo>
                  <a:lnTo>
                    <a:pt x="570979" y="292100"/>
                  </a:lnTo>
                  <a:lnTo>
                    <a:pt x="569658" y="308610"/>
                  </a:lnTo>
                  <a:lnTo>
                    <a:pt x="578561" y="300990"/>
                  </a:lnTo>
                  <a:lnTo>
                    <a:pt x="579920" y="325120"/>
                  </a:lnTo>
                  <a:lnTo>
                    <a:pt x="579920" y="270548"/>
                  </a:lnTo>
                  <a:lnTo>
                    <a:pt x="570763" y="276860"/>
                  </a:lnTo>
                  <a:lnTo>
                    <a:pt x="557009" y="267970"/>
                  </a:lnTo>
                  <a:lnTo>
                    <a:pt x="577278" y="260286"/>
                  </a:lnTo>
                  <a:lnTo>
                    <a:pt x="585190" y="260286"/>
                  </a:lnTo>
                  <a:lnTo>
                    <a:pt x="598309" y="243573"/>
                  </a:lnTo>
                  <a:lnTo>
                    <a:pt x="596912" y="243573"/>
                  </a:lnTo>
                  <a:lnTo>
                    <a:pt x="571627" y="236220"/>
                  </a:lnTo>
                  <a:lnTo>
                    <a:pt x="576364" y="236220"/>
                  </a:lnTo>
                  <a:lnTo>
                    <a:pt x="562076" y="227330"/>
                  </a:lnTo>
                  <a:lnTo>
                    <a:pt x="564730" y="219710"/>
                  </a:lnTo>
                  <a:lnTo>
                    <a:pt x="560578" y="210820"/>
                  </a:lnTo>
                  <a:lnTo>
                    <a:pt x="556971" y="210820"/>
                  </a:lnTo>
                  <a:lnTo>
                    <a:pt x="555294" y="213995"/>
                  </a:lnTo>
                  <a:lnTo>
                    <a:pt x="555294" y="251434"/>
                  </a:lnTo>
                  <a:lnTo>
                    <a:pt x="548652" y="243573"/>
                  </a:lnTo>
                  <a:lnTo>
                    <a:pt x="548970" y="243573"/>
                  </a:lnTo>
                  <a:lnTo>
                    <a:pt x="551281" y="236220"/>
                  </a:lnTo>
                  <a:lnTo>
                    <a:pt x="553707" y="227368"/>
                  </a:lnTo>
                  <a:lnTo>
                    <a:pt x="555294" y="251434"/>
                  </a:lnTo>
                  <a:lnTo>
                    <a:pt x="555294" y="213995"/>
                  </a:lnTo>
                  <a:lnTo>
                    <a:pt x="548233" y="227330"/>
                  </a:lnTo>
                  <a:lnTo>
                    <a:pt x="536536" y="232816"/>
                  </a:lnTo>
                  <a:lnTo>
                    <a:pt x="536536" y="259080"/>
                  </a:lnTo>
                  <a:lnTo>
                    <a:pt x="525741" y="251460"/>
                  </a:lnTo>
                  <a:lnTo>
                    <a:pt x="533666" y="251460"/>
                  </a:lnTo>
                  <a:lnTo>
                    <a:pt x="536536" y="259080"/>
                  </a:lnTo>
                  <a:lnTo>
                    <a:pt x="536536" y="232816"/>
                  </a:lnTo>
                  <a:lnTo>
                    <a:pt x="529247" y="236220"/>
                  </a:lnTo>
                  <a:lnTo>
                    <a:pt x="525157" y="243573"/>
                  </a:lnTo>
                  <a:lnTo>
                    <a:pt x="524370" y="243573"/>
                  </a:lnTo>
                  <a:lnTo>
                    <a:pt x="510794" y="236220"/>
                  </a:lnTo>
                  <a:lnTo>
                    <a:pt x="515251" y="227330"/>
                  </a:lnTo>
                  <a:lnTo>
                    <a:pt x="505104" y="227330"/>
                  </a:lnTo>
                  <a:lnTo>
                    <a:pt x="505104" y="236220"/>
                  </a:lnTo>
                  <a:lnTo>
                    <a:pt x="494360" y="236220"/>
                  </a:lnTo>
                  <a:lnTo>
                    <a:pt x="494360" y="292100"/>
                  </a:lnTo>
                  <a:lnTo>
                    <a:pt x="491236" y="284480"/>
                  </a:lnTo>
                  <a:lnTo>
                    <a:pt x="491769" y="276860"/>
                  </a:lnTo>
                  <a:lnTo>
                    <a:pt x="494322" y="284480"/>
                  </a:lnTo>
                  <a:lnTo>
                    <a:pt x="491286" y="284480"/>
                  </a:lnTo>
                  <a:lnTo>
                    <a:pt x="494360" y="292100"/>
                  </a:lnTo>
                  <a:lnTo>
                    <a:pt x="494360" y="236220"/>
                  </a:lnTo>
                  <a:lnTo>
                    <a:pt x="484771" y="236220"/>
                  </a:lnTo>
                  <a:lnTo>
                    <a:pt x="484771" y="308610"/>
                  </a:lnTo>
                  <a:lnTo>
                    <a:pt x="483717" y="317500"/>
                  </a:lnTo>
                  <a:lnTo>
                    <a:pt x="471893" y="308610"/>
                  </a:lnTo>
                  <a:lnTo>
                    <a:pt x="484771" y="308610"/>
                  </a:lnTo>
                  <a:lnTo>
                    <a:pt x="484771" y="236220"/>
                  </a:lnTo>
                  <a:lnTo>
                    <a:pt x="483235" y="236220"/>
                  </a:lnTo>
                  <a:lnTo>
                    <a:pt x="496189" y="227330"/>
                  </a:lnTo>
                  <a:lnTo>
                    <a:pt x="505104" y="236220"/>
                  </a:lnTo>
                  <a:lnTo>
                    <a:pt x="505104" y="227330"/>
                  </a:lnTo>
                  <a:lnTo>
                    <a:pt x="496493" y="227330"/>
                  </a:lnTo>
                  <a:lnTo>
                    <a:pt x="494449" y="219710"/>
                  </a:lnTo>
                  <a:lnTo>
                    <a:pt x="472376" y="227330"/>
                  </a:lnTo>
                  <a:lnTo>
                    <a:pt x="472376" y="243573"/>
                  </a:lnTo>
                  <a:lnTo>
                    <a:pt x="458165" y="243573"/>
                  </a:lnTo>
                  <a:lnTo>
                    <a:pt x="464553" y="260286"/>
                  </a:lnTo>
                  <a:lnTo>
                    <a:pt x="454253" y="260286"/>
                  </a:lnTo>
                  <a:lnTo>
                    <a:pt x="454291" y="259080"/>
                  </a:lnTo>
                  <a:lnTo>
                    <a:pt x="456133" y="243852"/>
                  </a:lnTo>
                  <a:lnTo>
                    <a:pt x="447675" y="251460"/>
                  </a:lnTo>
                  <a:lnTo>
                    <a:pt x="436397" y="246938"/>
                  </a:lnTo>
                  <a:lnTo>
                    <a:pt x="436397" y="260591"/>
                  </a:lnTo>
                  <a:lnTo>
                    <a:pt x="436321" y="262890"/>
                  </a:lnTo>
                  <a:lnTo>
                    <a:pt x="435864" y="276860"/>
                  </a:lnTo>
                  <a:lnTo>
                    <a:pt x="436092" y="267970"/>
                  </a:lnTo>
                  <a:lnTo>
                    <a:pt x="436397" y="260591"/>
                  </a:lnTo>
                  <a:lnTo>
                    <a:pt x="436397" y="246938"/>
                  </a:lnTo>
                  <a:lnTo>
                    <a:pt x="431723" y="245071"/>
                  </a:lnTo>
                  <a:lnTo>
                    <a:pt x="431723" y="262890"/>
                  </a:lnTo>
                  <a:lnTo>
                    <a:pt x="421703" y="267970"/>
                  </a:lnTo>
                  <a:lnTo>
                    <a:pt x="425589" y="260286"/>
                  </a:lnTo>
                  <a:lnTo>
                    <a:pt x="429628" y="260286"/>
                  </a:lnTo>
                  <a:lnTo>
                    <a:pt x="431723" y="262890"/>
                  </a:lnTo>
                  <a:lnTo>
                    <a:pt x="431723" y="245071"/>
                  </a:lnTo>
                  <a:lnTo>
                    <a:pt x="428828" y="243903"/>
                  </a:lnTo>
                  <a:lnTo>
                    <a:pt x="423024" y="251460"/>
                  </a:lnTo>
                  <a:lnTo>
                    <a:pt x="408330" y="251460"/>
                  </a:lnTo>
                  <a:lnTo>
                    <a:pt x="404876" y="260286"/>
                  </a:lnTo>
                  <a:lnTo>
                    <a:pt x="408266" y="260286"/>
                  </a:lnTo>
                  <a:lnTo>
                    <a:pt x="404901" y="267970"/>
                  </a:lnTo>
                  <a:lnTo>
                    <a:pt x="414896" y="284480"/>
                  </a:lnTo>
                  <a:lnTo>
                    <a:pt x="428663" y="284480"/>
                  </a:lnTo>
                  <a:lnTo>
                    <a:pt x="424141" y="292100"/>
                  </a:lnTo>
                  <a:lnTo>
                    <a:pt x="471779" y="292100"/>
                  </a:lnTo>
                  <a:lnTo>
                    <a:pt x="454736" y="300990"/>
                  </a:lnTo>
                  <a:lnTo>
                    <a:pt x="457784" y="308610"/>
                  </a:lnTo>
                  <a:lnTo>
                    <a:pt x="450532" y="300990"/>
                  </a:lnTo>
                  <a:lnTo>
                    <a:pt x="451510" y="308610"/>
                  </a:lnTo>
                  <a:lnTo>
                    <a:pt x="457200" y="308610"/>
                  </a:lnTo>
                  <a:lnTo>
                    <a:pt x="470649" y="325120"/>
                  </a:lnTo>
                  <a:lnTo>
                    <a:pt x="468210" y="341630"/>
                  </a:lnTo>
                  <a:lnTo>
                    <a:pt x="479552" y="341630"/>
                  </a:lnTo>
                  <a:lnTo>
                    <a:pt x="476300" y="325120"/>
                  </a:lnTo>
                  <a:lnTo>
                    <a:pt x="497344" y="325120"/>
                  </a:lnTo>
                  <a:lnTo>
                    <a:pt x="489724" y="341630"/>
                  </a:lnTo>
                  <a:lnTo>
                    <a:pt x="509371" y="341630"/>
                  </a:lnTo>
                  <a:lnTo>
                    <a:pt x="514261" y="349250"/>
                  </a:lnTo>
                  <a:lnTo>
                    <a:pt x="521246" y="332740"/>
                  </a:lnTo>
                  <a:lnTo>
                    <a:pt x="534771" y="332740"/>
                  </a:lnTo>
                  <a:lnTo>
                    <a:pt x="555193" y="349250"/>
                  </a:lnTo>
                  <a:lnTo>
                    <a:pt x="578764" y="349250"/>
                  </a:lnTo>
                  <a:lnTo>
                    <a:pt x="578446" y="341630"/>
                  </a:lnTo>
                  <a:lnTo>
                    <a:pt x="578129" y="332740"/>
                  </a:lnTo>
                  <a:lnTo>
                    <a:pt x="590664" y="341630"/>
                  </a:lnTo>
                  <a:lnTo>
                    <a:pt x="594118" y="332740"/>
                  </a:lnTo>
                  <a:lnTo>
                    <a:pt x="583450" y="308610"/>
                  </a:lnTo>
                  <a:lnTo>
                    <a:pt x="590042" y="300990"/>
                  </a:lnTo>
                  <a:lnTo>
                    <a:pt x="603440" y="308610"/>
                  </a:lnTo>
                  <a:lnTo>
                    <a:pt x="627545" y="308610"/>
                  </a:lnTo>
                  <a:lnTo>
                    <a:pt x="633806" y="317500"/>
                  </a:lnTo>
                  <a:lnTo>
                    <a:pt x="624700" y="325120"/>
                  </a:lnTo>
                  <a:lnTo>
                    <a:pt x="629005" y="332740"/>
                  </a:lnTo>
                  <a:lnTo>
                    <a:pt x="631875" y="341630"/>
                  </a:lnTo>
                  <a:lnTo>
                    <a:pt x="646760" y="358140"/>
                  </a:lnTo>
                  <a:lnTo>
                    <a:pt x="660196" y="358140"/>
                  </a:lnTo>
                  <a:lnTo>
                    <a:pt x="639508" y="341630"/>
                  </a:lnTo>
                  <a:lnTo>
                    <a:pt x="652741" y="332740"/>
                  </a:lnTo>
                  <a:lnTo>
                    <a:pt x="654875" y="325120"/>
                  </a:lnTo>
                  <a:lnTo>
                    <a:pt x="649693" y="325120"/>
                  </a:lnTo>
                  <a:lnTo>
                    <a:pt x="646595" y="317500"/>
                  </a:lnTo>
                  <a:lnTo>
                    <a:pt x="674128" y="308610"/>
                  </a:lnTo>
                  <a:lnTo>
                    <a:pt x="677633" y="308610"/>
                  </a:lnTo>
                  <a:lnTo>
                    <a:pt x="665073" y="317500"/>
                  </a:lnTo>
                  <a:lnTo>
                    <a:pt x="663155" y="325120"/>
                  </a:lnTo>
                  <a:lnTo>
                    <a:pt x="669734" y="332740"/>
                  </a:lnTo>
                  <a:lnTo>
                    <a:pt x="677240" y="332740"/>
                  </a:lnTo>
                  <a:lnTo>
                    <a:pt x="677824" y="325120"/>
                  </a:lnTo>
                  <a:lnTo>
                    <a:pt x="706018" y="332740"/>
                  </a:lnTo>
                  <a:lnTo>
                    <a:pt x="697496" y="341630"/>
                  </a:lnTo>
                  <a:lnTo>
                    <a:pt x="685571" y="332740"/>
                  </a:lnTo>
                  <a:lnTo>
                    <a:pt x="680618" y="341630"/>
                  </a:lnTo>
                  <a:lnTo>
                    <a:pt x="691489" y="349250"/>
                  </a:lnTo>
                  <a:lnTo>
                    <a:pt x="695223" y="349250"/>
                  </a:lnTo>
                  <a:lnTo>
                    <a:pt x="723366" y="365594"/>
                  </a:lnTo>
                  <a:lnTo>
                    <a:pt x="723569" y="365594"/>
                  </a:lnTo>
                  <a:lnTo>
                    <a:pt x="730770" y="382270"/>
                  </a:lnTo>
                  <a:lnTo>
                    <a:pt x="739178" y="382270"/>
                  </a:lnTo>
                  <a:lnTo>
                    <a:pt x="739800" y="398780"/>
                  </a:lnTo>
                  <a:lnTo>
                    <a:pt x="734275" y="406400"/>
                  </a:lnTo>
                  <a:lnTo>
                    <a:pt x="742530" y="406400"/>
                  </a:lnTo>
                  <a:lnTo>
                    <a:pt x="746340" y="398780"/>
                  </a:lnTo>
                  <a:lnTo>
                    <a:pt x="745515" y="389890"/>
                  </a:lnTo>
                  <a:lnTo>
                    <a:pt x="753389" y="389890"/>
                  </a:lnTo>
                  <a:lnTo>
                    <a:pt x="759421" y="374650"/>
                  </a:lnTo>
                  <a:lnTo>
                    <a:pt x="751281" y="374650"/>
                  </a:lnTo>
                  <a:lnTo>
                    <a:pt x="735114" y="374650"/>
                  </a:lnTo>
                  <a:lnTo>
                    <a:pt x="740410" y="365594"/>
                  </a:lnTo>
                  <a:lnTo>
                    <a:pt x="740232" y="365594"/>
                  </a:lnTo>
                  <a:lnTo>
                    <a:pt x="736244" y="358140"/>
                  </a:lnTo>
                  <a:lnTo>
                    <a:pt x="730681" y="341630"/>
                  </a:lnTo>
                  <a:lnTo>
                    <a:pt x="739711" y="341630"/>
                  </a:lnTo>
                  <a:lnTo>
                    <a:pt x="751281" y="374650"/>
                  </a:lnTo>
                  <a:lnTo>
                    <a:pt x="756958" y="358140"/>
                  </a:lnTo>
                  <a:lnTo>
                    <a:pt x="767143" y="358140"/>
                  </a:lnTo>
                  <a:lnTo>
                    <a:pt x="766330" y="365594"/>
                  </a:lnTo>
                  <a:lnTo>
                    <a:pt x="773353" y="365594"/>
                  </a:lnTo>
                  <a:lnTo>
                    <a:pt x="770483" y="382270"/>
                  </a:lnTo>
                  <a:lnTo>
                    <a:pt x="778776" y="389890"/>
                  </a:lnTo>
                  <a:lnTo>
                    <a:pt x="779691" y="398780"/>
                  </a:lnTo>
                  <a:lnTo>
                    <a:pt x="790727" y="398780"/>
                  </a:lnTo>
                  <a:lnTo>
                    <a:pt x="797839" y="415290"/>
                  </a:lnTo>
                  <a:lnTo>
                    <a:pt x="804125" y="406400"/>
                  </a:lnTo>
                  <a:lnTo>
                    <a:pt x="797572" y="398780"/>
                  </a:lnTo>
                  <a:lnTo>
                    <a:pt x="810069" y="382270"/>
                  </a:lnTo>
                  <a:lnTo>
                    <a:pt x="816673" y="389890"/>
                  </a:lnTo>
                  <a:lnTo>
                    <a:pt x="819937" y="389890"/>
                  </a:lnTo>
                  <a:lnTo>
                    <a:pt x="804633" y="405752"/>
                  </a:lnTo>
                  <a:lnTo>
                    <a:pt x="804519" y="405917"/>
                  </a:lnTo>
                  <a:lnTo>
                    <a:pt x="804176" y="406400"/>
                  </a:lnTo>
                  <a:lnTo>
                    <a:pt x="809929" y="406400"/>
                  </a:lnTo>
                  <a:lnTo>
                    <a:pt x="807123" y="415290"/>
                  </a:lnTo>
                  <a:lnTo>
                    <a:pt x="799338" y="415290"/>
                  </a:lnTo>
                  <a:lnTo>
                    <a:pt x="820000" y="422910"/>
                  </a:lnTo>
                  <a:lnTo>
                    <a:pt x="818896" y="430530"/>
                  </a:lnTo>
                  <a:lnTo>
                    <a:pt x="810209" y="430530"/>
                  </a:lnTo>
                  <a:lnTo>
                    <a:pt x="808990" y="439420"/>
                  </a:lnTo>
                  <a:lnTo>
                    <a:pt x="845350" y="447040"/>
                  </a:lnTo>
                  <a:lnTo>
                    <a:pt x="833691" y="455930"/>
                  </a:lnTo>
                  <a:lnTo>
                    <a:pt x="801903" y="455930"/>
                  </a:lnTo>
                  <a:lnTo>
                    <a:pt x="797445" y="463550"/>
                  </a:lnTo>
                  <a:lnTo>
                    <a:pt x="829030" y="463550"/>
                  </a:lnTo>
                  <a:lnTo>
                    <a:pt x="808329" y="472440"/>
                  </a:lnTo>
                  <a:lnTo>
                    <a:pt x="821080" y="472440"/>
                  </a:lnTo>
                  <a:lnTo>
                    <a:pt x="841349" y="472440"/>
                  </a:lnTo>
                  <a:lnTo>
                    <a:pt x="846874" y="463550"/>
                  </a:lnTo>
                  <a:lnTo>
                    <a:pt x="870953" y="463550"/>
                  </a:lnTo>
                  <a:lnTo>
                    <a:pt x="877773" y="472440"/>
                  </a:lnTo>
                  <a:lnTo>
                    <a:pt x="882256" y="463550"/>
                  </a:lnTo>
                  <a:lnTo>
                    <a:pt x="905497" y="463550"/>
                  </a:lnTo>
                  <a:lnTo>
                    <a:pt x="913841" y="455930"/>
                  </a:lnTo>
                  <a:lnTo>
                    <a:pt x="920470" y="455930"/>
                  </a:lnTo>
                  <a:lnTo>
                    <a:pt x="914260" y="463550"/>
                  </a:lnTo>
                  <a:lnTo>
                    <a:pt x="927087" y="463550"/>
                  </a:lnTo>
                  <a:lnTo>
                    <a:pt x="922807" y="472440"/>
                  </a:lnTo>
                  <a:lnTo>
                    <a:pt x="877773" y="472440"/>
                  </a:lnTo>
                  <a:lnTo>
                    <a:pt x="872350" y="472440"/>
                  </a:lnTo>
                  <a:lnTo>
                    <a:pt x="872350" y="513080"/>
                  </a:lnTo>
                  <a:lnTo>
                    <a:pt x="871067" y="520700"/>
                  </a:lnTo>
                  <a:lnTo>
                    <a:pt x="871004" y="553720"/>
                  </a:lnTo>
                  <a:lnTo>
                    <a:pt x="868870" y="561340"/>
                  </a:lnTo>
                  <a:lnTo>
                    <a:pt x="866851" y="561340"/>
                  </a:lnTo>
                  <a:lnTo>
                    <a:pt x="866851" y="568960"/>
                  </a:lnTo>
                  <a:lnTo>
                    <a:pt x="859002" y="568960"/>
                  </a:lnTo>
                  <a:lnTo>
                    <a:pt x="858951" y="568769"/>
                  </a:lnTo>
                  <a:lnTo>
                    <a:pt x="858951" y="601980"/>
                  </a:lnTo>
                  <a:lnTo>
                    <a:pt x="853719" y="601980"/>
                  </a:lnTo>
                  <a:lnTo>
                    <a:pt x="843216" y="594283"/>
                  </a:lnTo>
                  <a:lnTo>
                    <a:pt x="843737" y="594283"/>
                  </a:lnTo>
                  <a:lnTo>
                    <a:pt x="854798" y="585470"/>
                  </a:lnTo>
                  <a:lnTo>
                    <a:pt x="858951" y="601980"/>
                  </a:lnTo>
                  <a:lnTo>
                    <a:pt x="858951" y="568769"/>
                  </a:lnTo>
                  <a:lnTo>
                    <a:pt x="856996" y="561340"/>
                  </a:lnTo>
                  <a:lnTo>
                    <a:pt x="862203" y="561340"/>
                  </a:lnTo>
                  <a:lnTo>
                    <a:pt x="866851" y="568960"/>
                  </a:lnTo>
                  <a:lnTo>
                    <a:pt x="866851" y="561340"/>
                  </a:lnTo>
                  <a:lnTo>
                    <a:pt x="862596" y="561340"/>
                  </a:lnTo>
                  <a:lnTo>
                    <a:pt x="863638" y="553720"/>
                  </a:lnTo>
                  <a:lnTo>
                    <a:pt x="871004" y="553720"/>
                  </a:lnTo>
                  <a:lnTo>
                    <a:pt x="871004" y="520700"/>
                  </a:lnTo>
                  <a:lnTo>
                    <a:pt x="859028" y="520700"/>
                  </a:lnTo>
                  <a:lnTo>
                    <a:pt x="857440" y="515391"/>
                  </a:lnTo>
                  <a:lnTo>
                    <a:pt x="857440" y="521970"/>
                  </a:lnTo>
                  <a:lnTo>
                    <a:pt x="843851" y="528320"/>
                  </a:lnTo>
                  <a:lnTo>
                    <a:pt x="851255" y="528320"/>
                  </a:lnTo>
                  <a:lnTo>
                    <a:pt x="852373" y="537210"/>
                  </a:lnTo>
                  <a:lnTo>
                    <a:pt x="850150" y="542264"/>
                  </a:lnTo>
                  <a:lnTo>
                    <a:pt x="850150" y="568960"/>
                  </a:lnTo>
                  <a:lnTo>
                    <a:pt x="843724" y="585470"/>
                  </a:lnTo>
                  <a:lnTo>
                    <a:pt x="842175" y="577850"/>
                  </a:lnTo>
                  <a:lnTo>
                    <a:pt x="840625" y="568960"/>
                  </a:lnTo>
                  <a:lnTo>
                    <a:pt x="850150" y="568960"/>
                  </a:lnTo>
                  <a:lnTo>
                    <a:pt x="850150" y="542264"/>
                  </a:lnTo>
                  <a:lnTo>
                    <a:pt x="845108" y="553720"/>
                  </a:lnTo>
                  <a:lnTo>
                    <a:pt x="837438" y="537210"/>
                  </a:lnTo>
                  <a:lnTo>
                    <a:pt x="839635" y="528320"/>
                  </a:lnTo>
                  <a:lnTo>
                    <a:pt x="857440" y="521970"/>
                  </a:lnTo>
                  <a:lnTo>
                    <a:pt x="857440" y="515391"/>
                  </a:lnTo>
                  <a:lnTo>
                    <a:pt x="856754" y="513080"/>
                  </a:lnTo>
                  <a:lnTo>
                    <a:pt x="854481" y="504190"/>
                  </a:lnTo>
                  <a:lnTo>
                    <a:pt x="868184" y="504190"/>
                  </a:lnTo>
                  <a:lnTo>
                    <a:pt x="872350" y="513080"/>
                  </a:lnTo>
                  <a:lnTo>
                    <a:pt x="872350" y="472440"/>
                  </a:lnTo>
                  <a:lnTo>
                    <a:pt x="853135" y="472440"/>
                  </a:lnTo>
                  <a:lnTo>
                    <a:pt x="868426" y="479958"/>
                  </a:lnTo>
                  <a:lnTo>
                    <a:pt x="864895" y="479958"/>
                  </a:lnTo>
                  <a:lnTo>
                    <a:pt x="862761" y="487680"/>
                  </a:lnTo>
                  <a:lnTo>
                    <a:pt x="859243" y="487680"/>
                  </a:lnTo>
                  <a:lnTo>
                    <a:pt x="849757" y="479958"/>
                  </a:lnTo>
                  <a:lnTo>
                    <a:pt x="850011" y="479958"/>
                  </a:lnTo>
                  <a:lnTo>
                    <a:pt x="853135" y="472440"/>
                  </a:lnTo>
                  <a:lnTo>
                    <a:pt x="846124" y="472440"/>
                  </a:lnTo>
                  <a:lnTo>
                    <a:pt x="846124" y="496570"/>
                  </a:lnTo>
                  <a:lnTo>
                    <a:pt x="845489" y="504190"/>
                  </a:lnTo>
                  <a:lnTo>
                    <a:pt x="828624" y="504190"/>
                  </a:lnTo>
                  <a:lnTo>
                    <a:pt x="828624" y="528320"/>
                  </a:lnTo>
                  <a:lnTo>
                    <a:pt x="806196" y="528320"/>
                  </a:lnTo>
                  <a:lnTo>
                    <a:pt x="816978" y="520700"/>
                  </a:lnTo>
                  <a:lnTo>
                    <a:pt x="812952" y="513080"/>
                  </a:lnTo>
                  <a:lnTo>
                    <a:pt x="805256" y="520700"/>
                  </a:lnTo>
                  <a:lnTo>
                    <a:pt x="804824" y="520700"/>
                  </a:lnTo>
                  <a:lnTo>
                    <a:pt x="804824" y="568960"/>
                  </a:lnTo>
                  <a:lnTo>
                    <a:pt x="799985" y="585470"/>
                  </a:lnTo>
                  <a:lnTo>
                    <a:pt x="791387" y="577850"/>
                  </a:lnTo>
                  <a:lnTo>
                    <a:pt x="804824" y="568960"/>
                  </a:lnTo>
                  <a:lnTo>
                    <a:pt x="804824" y="520700"/>
                  </a:lnTo>
                  <a:lnTo>
                    <a:pt x="799312" y="520700"/>
                  </a:lnTo>
                  <a:lnTo>
                    <a:pt x="805751" y="513080"/>
                  </a:lnTo>
                  <a:lnTo>
                    <a:pt x="812952" y="513080"/>
                  </a:lnTo>
                  <a:lnTo>
                    <a:pt x="820648" y="513080"/>
                  </a:lnTo>
                  <a:lnTo>
                    <a:pt x="828624" y="528320"/>
                  </a:lnTo>
                  <a:lnTo>
                    <a:pt x="828624" y="504190"/>
                  </a:lnTo>
                  <a:lnTo>
                    <a:pt x="822071" y="504190"/>
                  </a:lnTo>
                  <a:lnTo>
                    <a:pt x="824687" y="496570"/>
                  </a:lnTo>
                  <a:lnTo>
                    <a:pt x="846124" y="496570"/>
                  </a:lnTo>
                  <a:lnTo>
                    <a:pt x="846124" y="472440"/>
                  </a:lnTo>
                  <a:lnTo>
                    <a:pt x="841349" y="472440"/>
                  </a:lnTo>
                  <a:lnTo>
                    <a:pt x="836676" y="479958"/>
                  </a:lnTo>
                  <a:lnTo>
                    <a:pt x="825855" y="479958"/>
                  </a:lnTo>
                  <a:lnTo>
                    <a:pt x="829068" y="487680"/>
                  </a:lnTo>
                  <a:lnTo>
                    <a:pt x="824357" y="496570"/>
                  </a:lnTo>
                  <a:lnTo>
                    <a:pt x="820508" y="496570"/>
                  </a:lnTo>
                  <a:lnTo>
                    <a:pt x="821080" y="472440"/>
                  </a:lnTo>
                  <a:lnTo>
                    <a:pt x="811110" y="479958"/>
                  </a:lnTo>
                  <a:lnTo>
                    <a:pt x="810907" y="480923"/>
                  </a:lnTo>
                  <a:lnTo>
                    <a:pt x="809574" y="496570"/>
                  </a:lnTo>
                  <a:lnTo>
                    <a:pt x="789851" y="496570"/>
                  </a:lnTo>
                  <a:lnTo>
                    <a:pt x="799020" y="504190"/>
                  </a:lnTo>
                  <a:lnTo>
                    <a:pt x="795591" y="528320"/>
                  </a:lnTo>
                  <a:lnTo>
                    <a:pt x="792543" y="528320"/>
                  </a:lnTo>
                  <a:lnTo>
                    <a:pt x="790206" y="520700"/>
                  </a:lnTo>
                  <a:lnTo>
                    <a:pt x="787882" y="513080"/>
                  </a:lnTo>
                  <a:lnTo>
                    <a:pt x="749515" y="504190"/>
                  </a:lnTo>
                  <a:lnTo>
                    <a:pt x="739660" y="513080"/>
                  </a:lnTo>
                  <a:lnTo>
                    <a:pt x="757262" y="520700"/>
                  </a:lnTo>
                  <a:lnTo>
                    <a:pt x="753071" y="528320"/>
                  </a:lnTo>
                  <a:lnTo>
                    <a:pt x="760920" y="528320"/>
                  </a:lnTo>
                  <a:lnTo>
                    <a:pt x="773988" y="520700"/>
                  </a:lnTo>
                  <a:lnTo>
                    <a:pt x="785101" y="537210"/>
                  </a:lnTo>
                  <a:lnTo>
                    <a:pt x="777024" y="537210"/>
                  </a:lnTo>
                  <a:lnTo>
                    <a:pt x="789393" y="553720"/>
                  </a:lnTo>
                  <a:lnTo>
                    <a:pt x="786409" y="561340"/>
                  </a:lnTo>
                  <a:lnTo>
                    <a:pt x="777379" y="561340"/>
                  </a:lnTo>
                  <a:lnTo>
                    <a:pt x="775982" y="568960"/>
                  </a:lnTo>
                  <a:lnTo>
                    <a:pt x="788504" y="577850"/>
                  </a:lnTo>
                  <a:lnTo>
                    <a:pt x="786345" y="585470"/>
                  </a:lnTo>
                  <a:lnTo>
                    <a:pt x="793927" y="594283"/>
                  </a:lnTo>
                  <a:lnTo>
                    <a:pt x="794435" y="594283"/>
                  </a:lnTo>
                  <a:lnTo>
                    <a:pt x="808723" y="585470"/>
                  </a:lnTo>
                  <a:lnTo>
                    <a:pt x="808685" y="581660"/>
                  </a:lnTo>
                  <a:lnTo>
                    <a:pt x="808558" y="568960"/>
                  </a:lnTo>
                  <a:lnTo>
                    <a:pt x="808482" y="561340"/>
                  </a:lnTo>
                  <a:lnTo>
                    <a:pt x="812685" y="553720"/>
                  </a:lnTo>
                  <a:lnTo>
                    <a:pt x="805307" y="553720"/>
                  </a:lnTo>
                  <a:lnTo>
                    <a:pt x="806691" y="544830"/>
                  </a:lnTo>
                  <a:lnTo>
                    <a:pt x="817041" y="544830"/>
                  </a:lnTo>
                  <a:lnTo>
                    <a:pt x="827633" y="537210"/>
                  </a:lnTo>
                  <a:lnTo>
                    <a:pt x="833932" y="537210"/>
                  </a:lnTo>
                  <a:lnTo>
                    <a:pt x="833831" y="543560"/>
                  </a:lnTo>
                  <a:lnTo>
                    <a:pt x="833805" y="544830"/>
                  </a:lnTo>
                  <a:lnTo>
                    <a:pt x="824026" y="553720"/>
                  </a:lnTo>
                  <a:lnTo>
                    <a:pt x="826262" y="561340"/>
                  </a:lnTo>
                  <a:lnTo>
                    <a:pt x="835990" y="553720"/>
                  </a:lnTo>
                  <a:lnTo>
                    <a:pt x="836676" y="561340"/>
                  </a:lnTo>
                  <a:lnTo>
                    <a:pt x="828789" y="561340"/>
                  </a:lnTo>
                  <a:lnTo>
                    <a:pt x="821766" y="577850"/>
                  </a:lnTo>
                  <a:lnTo>
                    <a:pt x="825207" y="585470"/>
                  </a:lnTo>
                  <a:lnTo>
                    <a:pt x="829271" y="577850"/>
                  </a:lnTo>
                  <a:lnTo>
                    <a:pt x="833450" y="577850"/>
                  </a:lnTo>
                  <a:lnTo>
                    <a:pt x="832561" y="585470"/>
                  </a:lnTo>
                  <a:lnTo>
                    <a:pt x="839292" y="594283"/>
                  </a:lnTo>
                  <a:lnTo>
                    <a:pt x="840143" y="600710"/>
                  </a:lnTo>
                  <a:lnTo>
                    <a:pt x="841375" y="610870"/>
                  </a:lnTo>
                  <a:lnTo>
                    <a:pt x="850582" y="626110"/>
                  </a:lnTo>
                  <a:lnTo>
                    <a:pt x="846950" y="635000"/>
                  </a:lnTo>
                  <a:lnTo>
                    <a:pt x="839673" y="635000"/>
                  </a:lnTo>
                  <a:lnTo>
                    <a:pt x="839673" y="659130"/>
                  </a:lnTo>
                  <a:lnTo>
                    <a:pt x="835494" y="666750"/>
                  </a:lnTo>
                  <a:lnTo>
                    <a:pt x="824826" y="666750"/>
                  </a:lnTo>
                  <a:lnTo>
                    <a:pt x="810844" y="675640"/>
                  </a:lnTo>
                  <a:lnTo>
                    <a:pt x="808850" y="675640"/>
                  </a:lnTo>
                  <a:lnTo>
                    <a:pt x="812571" y="683120"/>
                  </a:lnTo>
                  <a:lnTo>
                    <a:pt x="812749" y="683120"/>
                  </a:lnTo>
                  <a:lnTo>
                    <a:pt x="818819" y="675640"/>
                  </a:lnTo>
                  <a:lnTo>
                    <a:pt x="823556" y="683120"/>
                  </a:lnTo>
                  <a:lnTo>
                    <a:pt x="823163" y="688340"/>
                  </a:lnTo>
                  <a:lnTo>
                    <a:pt x="822794" y="692150"/>
                  </a:lnTo>
                  <a:lnTo>
                    <a:pt x="833475" y="692150"/>
                  </a:lnTo>
                  <a:lnTo>
                    <a:pt x="836663" y="699770"/>
                  </a:lnTo>
                  <a:lnTo>
                    <a:pt x="835202" y="708025"/>
                  </a:lnTo>
                  <a:lnTo>
                    <a:pt x="835202" y="732790"/>
                  </a:lnTo>
                  <a:lnTo>
                    <a:pt x="834555" y="740410"/>
                  </a:lnTo>
                  <a:lnTo>
                    <a:pt x="816444" y="740410"/>
                  </a:lnTo>
                  <a:lnTo>
                    <a:pt x="806450" y="746899"/>
                  </a:lnTo>
                  <a:lnTo>
                    <a:pt x="806450" y="787400"/>
                  </a:lnTo>
                  <a:lnTo>
                    <a:pt x="804291" y="789940"/>
                  </a:lnTo>
                  <a:lnTo>
                    <a:pt x="787565" y="789940"/>
                  </a:lnTo>
                  <a:lnTo>
                    <a:pt x="789495" y="781050"/>
                  </a:lnTo>
                  <a:lnTo>
                    <a:pt x="806450" y="787400"/>
                  </a:lnTo>
                  <a:lnTo>
                    <a:pt x="806450" y="746899"/>
                  </a:lnTo>
                  <a:lnTo>
                    <a:pt x="802728" y="749300"/>
                  </a:lnTo>
                  <a:lnTo>
                    <a:pt x="796074" y="740410"/>
                  </a:lnTo>
                  <a:lnTo>
                    <a:pt x="803706" y="740410"/>
                  </a:lnTo>
                  <a:lnTo>
                    <a:pt x="802894" y="732790"/>
                  </a:lnTo>
                  <a:lnTo>
                    <a:pt x="835202" y="732790"/>
                  </a:lnTo>
                  <a:lnTo>
                    <a:pt x="835202" y="708025"/>
                  </a:lnTo>
                  <a:lnTo>
                    <a:pt x="835088" y="708660"/>
                  </a:lnTo>
                  <a:lnTo>
                    <a:pt x="819391" y="708660"/>
                  </a:lnTo>
                  <a:lnTo>
                    <a:pt x="820204" y="699770"/>
                  </a:lnTo>
                  <a:lnTo>
                    <a:pt x="807059" y="708660"/>
                  </a:lnTo>
                  <a:lnTo>
                    <a:pt x="798169" y="708660"/>
                  </a:lnTo>
                  <a:lnTo>
                    <a:pt x="784136" y="723900"/>
                  </a:lnTo>
                  <a:lnTo>
                    <a:pt x="782091" y="717448"/>
                  </a:lnTo>
                  <a:lnTo>
                    <a:pt x="782091" y="805180"/>
                  </a:lnTo>
                  <a:lnTo>
                    <a:pt x="772922" y="805180"/>
                  </a:lnTo>
                  <a:lnTo>
                    <a:pt x="771080" y="797560"/>
                  </a:lnTo>
                  <a:lnTo>
                    <a:pt x="779157" y="797560"/>
                  </a:lnTo>
                  <a:lnTo>
                    <a:pt x="782091" y="805180"/>
                  </a:lnTo>
                  <a:lnTo>
                    <a:pt x="782091" y="717448"/>
                  </a:lnTo>
                  <a:lnTo>
                    <a:pt x="781723" y="716280"/>
                  </a:lnTo>
                  <a:lnTo>
                    <a:pt x="766305" y="723900"/>
                  </a:lnTo>
                  <a:lnTo>
                    <a:pt x="766254" y="725170"/>
                  </a:lnTo>
                  <a:lnTo>
                    <a:pt x="763714" y="740410"/>
                  </a:lnTo>
                  <a:lnTo>
                    <a:pt x="748461" y="740410"/>
                  </a:lnTo>
                  <a:lnTo>
                    <a:pt x="754062" y="756920"/>
                  </a:lnTo>
                  <a:lnTo>
                    <a:pt x="734339" y="749300"/>
                  </a:lnTo>
                  <a:lnTo>
                    <a:pt x="728446" y="764540"/>
                  </a:lnTo>
                  <a:lnTo>
                    <a:pt x="704926" y="764540"/>
                  </a:lnTo>
                  <a:lnTo>
                    <a:pt x="700582" y="797560"/>
                  </a:lnTo>
                  <a:lnTo>
                    <a:pt x="676998" y="789940"/>
                  </a:lnTo>
                  <a:lnTo>
                    <a:pt x="670102" y="773430"/>
                  </a:lnTo>
                  <a:lnTo>
                    <a:pt x="648792" y="773430"/>
                  </a:lnTo>
                  <a:lnTo>
                    <a:pt x="646963" y="781050"/>
                  </a:lnTo>
                  <a:lnTo>
                    <a:pt x="660463" y="781050"/>
                  </a:lnTo>
                  <a:lnTo>
                    <a:pt x="660438" y="782320"/>
                  </a:lnTo>
                  <a:lnTo>
                    <a:pt x="659993" y="789940"/>
                  </a:lnTo>
                  <a:lnTo>
                    <a:pt x="653503" y="789940"/>
                  </a:lnTo>
                  <a:lnTo>
                    <a:pt x="649808" y="797560"/>
                  </a:lnTo>
                  <a:lnTo>
                    <a:pt x="685914" y="797560"/>
                  </a:lnTo>
                  <a:lnTo>
                    <a:pt x="684580" y="798855"/>
                  </a:lnTo>
                  <a:lnTo>
                    <a:pt x="684580" y="814070"/>
                  </a:lnTo>
                  <a:lnTo>
                    <a:pt x="681634" y="821690"/>
                  </a:lnTo>
                  <a:lnTo>
                    <a:pt x="655269" y="838098"/>
                  </a:lnTo>
                  <a:lnTo>
                    <a:pt x="680339" y="814070"/>
                  </a:lnTo>
                  <a:lnTo>
                    <a:pt x="684580" y="814070"/>
                  </a:lnTo>
                  <a:lnTo>
                    <a:pt x="684580" y="798855"/>
                  </a:lnTo>
                  <a:lnTo>
                    <a:pt x="668807" y="814070"/>
                  </a:lnTo>
                  <a:lnTo>
                    <a:pt x="652183" y="805180"/>
                  </a:lnTo>
                  <a:lnTo>
                    <a:pt x="652183" y="814070"/>
                  </a:lnTo>
                  <a:lnTo>
                    <a:pt x="646620" y="814070"/>
                  </a:lnTo>
                  <a:lnTo>
                    <a:pt x="646620" y="845794"/>
                  </a:lnTo>
                  <a:lnTo>
                    <a:pt x="610755" y="845794"/>
                  </a:lnTo>
                  <a:lnTo>
                    <a:pt x="631278" y="838098"/>
                  </a:lnTo>
                  <a:lnTo>
                    <a:pt x="631024" y="838098"/>
                  </a:lnTo>
                  <a:lnTo>
                    <a:pt x="630694" y="830580"/>
                  </a:lnTo>
                  <a:lnTo>
                    <a:pt x="621626" y="821690"/>
                  </a:lnTo>
                  <a:lnTo>
                    <a:pt x="637895" y="821690"/>
                  </a:lnTo>
                  <a:lnTo>
                    <a:pt x="634707" y="838098"/>
                  </a:lnTo>
                  <a:lnTo>
                    <a:pt x="637794" y="838098"/>
                  </a:lnTo>
                  <a:lnTo>
                    <a:pt x="646620" y="845794"/>
                  </a:lnTo>
                  <a:lnTo>
                    <a:pt x="646620" y="814070"/>
                  </a:lnTo>
                  <a:lnTo>
                    <a:pt x="640702" y="814070"/>
                  </a:lnTo>
                  <a:lnTo>
                    <a:pt x="636625" y="797560"/>
                  </a:lnTo>
                  <a:lnTo>
                    <a:pt x="624535" y="814070"/>
                  </a:lnTo>
                  <a:lnTo>
                    <a:pt x="614654" y="805180"/>
                  </a:lnTo>
                  <a:lnTo>
                    <a:pt x="614578" y="807720"/>
                  </a:lnTo>
                  <a:lnTo>
                    <a:pt x="614248" y="814070"/>
                  </a:lnTo>
                  <a:lnTo>
                    <a:pt x="597687" y="821690"/>
                  </a:lnTo>
                  <a:lnTo>
                    <a:pt x="595630" y="821690"/>
                  </a:lnTo>
                  <a:lnTo>
                    <a:pt x="595630" y="854710"/>
                  </a:lnTo>
                  <a:lnTo>
                    <a:pt x="579526" y="862330"/>
                  </a:lnTo>
                  <a:lnTo>
                    <a:pt x="590600" y="878840"/>
                  </a:lnTo>
                  <a:lnTo>
                    <a:pt x="586651" y="878840"/>
                  </a:lnTo>
                  <a:lnTo>
                    <a:pt x="574357" y="895350"/>
                  </a:lnTo>
                  <a:lnTo>
                    <a:pt x="567004" y="902970"/>
                  </a:lnTo>
                  <a:lnTo>
                    <a:pt x="565988" y="902068"/>
                  </a:lnTo>
                  <a:lnTo>
                    <a:pt x="565988" y="911860"/>
                  </a:lnTo>
                  <a:lnTo>
                    <a:pt x="563486" y="917790"/>
                  </a:lnTo>
                  <a:lnTo>
                    <a:pt x="563486" y="944880"/>
                  </a:lnTo>
                  <a:lnTo>
                    <a:pt x="555625" y="960120"/>
                  </a:lnTo>
                  <a:lnTo>
                    <a:pt x="546417" y="952500"/>
                  </a:lnTo>
                  <a:lnTo>
                    <a:pt x="546735" y="935990"/>
                  </a:lnTo>
                  <a:lnTo>
                    <a:pt x="546214" y="935990"/>
                  </a:lnTo>
                  <a:lnTo>
                    <a:pt x="546214" y="993140"/>
                  </a:lnTo>
                  <a:lnTo>
                    <a:pt x="527596" y="985520"/>
                  </a:lnTo>
                  <a:lnTo>
                    <a:pt x="542290" y="976630"/>
                  </a:lnTo>
                  <a:lnTo>
                    <a:pt x="539686" y="985520"/>
                  </a:lnTo>
                  <a:lnTo>
                    <a:pt x="546214" y="993140"/>
                  </a:lnTo>
                  <a:lnTo>
                    <a:pt x="546214" y="935990"/>
                  </a:lnTo>
                  <a:lnTo>
                    <a:pt x="537984" y="935990"/>
                  </a:lnTo>
                  <a:lnTo>
                    <a:pt x="537679" y="935990"/>
                  </a:lnTo>
                  <a:lnTo>
                    <a:pt x="541401" y="952500"/>
                  </a:lnTo>
                  <a:lnTo>
                    <a:pt x="525551" y="960120"/>
                  </a:lnTo>
                  <a:lnTo>
                    <a:pt x="515708" y="952500"/>
                  </a:lnTo>
                  <a:lnTo>
                    <a:pt x="515188" y="960120"/>
                  </a:lnTo>
                  <a:lnTo>
                    <a:pt x="505968" y="969010"/>
                  </a:lnTo>
                  <a:lnTo>
                    <a:pt x="513499" y="976630"/>
                  </a:lnTo>
                  <a:lnTo>
                    <a:pt x="507987" y="976630"/>
                  </a:lnTo>
                  <a:lnTo>
                    <a:pt x="503224" y="985520"/>
                  </a:lnTo>
                  <a:lnTo>
                    <a:pt x="497395" y="976630"/>
                  </a:lnTo>
                  <a:lnTo>
                    <a:pt x="505371" y="969010"/>
                  </a:lnTo>
                  <a:lnTo>
                    <a:pt x="502678" y="969010"/>
                  </a:lnTo>
                  <a:lnTo>
                    <a:pt x="504063" y="960120"/>
                  </a:lnTo>
                  <a:lnTo>
                    <a:pt x="505447" y="952500"/>
                  </a:lnTo>
                  <a:lnTo>
                    <a:pt x="500100" y="944880"/>
                  </a:lnTo>
                  <a:lnTo>
                    <a:pt x="491261" y="952500"/>
                  </a:lnTo>
                  <a:lnTo>
                    <a:pt x="456463" y="952500"/>
                  </a:lnTo>
                  <a:lnTo>
                    <a:pt x="457212" y="944880"/>
                  </a:lnTo>
                  <a:lnTo>
                    <a:pt x="441693" y="952500"/>
                  </a:lnTo>
                  <a:lnTo>
                    <a:pt x="426986" y="944880"/>
                  </a:lnTo>
                  <a:lnTo>
                    <a:pt x="418503" y="952500"/>
                  </a:lnTo>
                  <a:lnTo>
                    <a:pt x="416661" y="952500"/>
                  </a:lnTo>
                  <a:lnTo>
                    <a:pt x="402031" y="944880"/>
                  </a:lnTo>
                  <a:lnTo>
                    <a:pt x="385495" y="952500"/>
                  </a:lnTo>
                  <a:lnTo>
                    <a:pt x="382308" y="944880"/>
                  </a:lnTo>
                  <a:lnTo>
                    <a:pt x="382016" y="935990"/>
                  </a:lnTo>
                  <a:lnTo>
                    <a:pt x="381419" y="919480"/>
                  </a:lnTo>
                  <a:lnTo>
                    <a:pt x="374446" y="919480"/>
                  </a:lnTo>
                  <a:lnTo>
                    <a:pt x="365036" y="902970"/>
                  </a:lnTo>
                  <a:lnTo>
                    <a:pt x="361696" y="902970"/>
                  </a:lnTo>
                  <a:lnTo>
                    <a:pt x="366268" y="919480"/>
                  </a:lnTo>
                  <a:lnTo>
                    <a:pt x="363016" y="928370"/>
                  </a:lnTo>
                  <a:lnTo>
                    <a:pt x="355663" y="928370"/>
                  </a:lnTo>
                  <a:lnTo>
                    <a:pt x="346113" y="919480"/>
                  </a:lnTo>
                  <a:lnTo>
                    <a:pt x="351891" y="911860"/>
                  </a:lnTo>
                  <a:lnTo>
                    <a:pt x="342544" y="905090"/>
                  </a:lnTo>
                  <a:lnTo>
                    <a:pt x="342544" y="935990"/>
                  </a:lnTo>
                  <a:lnTo>
                    <a:pt x="321030" y="935990"/>
                  </a:lnTo>
                  <a:lnTo>
                    <a:pt x="327761" y="928370"/>
                  </a:lnTo>
                  <a:lnTo>
                    <a:pt x="342544" y="935990"/>
                  </a:lnTo>
                  <a:lnTo>
                    <a:pt x="342544" y="905090"/>
                  </a:lnTo>
                  <a:lnTo>
                    <a:pt x="339636" y="902970"/>
                  </a:lnTo>
                  <a:lnTo>
                    <a:pt x="339636" y="895350"/>
                  </a:lnTo>
                  <a:lnTo>
                    <a:pt x="335686" y="887730"/>
                  </a:lnTo>
                  <a:lnTo>
                    <a:pt x="335597" y="919480"/>
                  </a:lnTo>
                  <a:lnTo>
                    <a:pt x="323875" y="928370"/>
                  </a:lnTo>
                  <a:lnTo>
                    <a:pt x="317982" y="919480"/>
                  </a:lnTo>
                  <a:lnTo>
                    <a:pt x="335597" y="919480"/>
                  </a:lnTo>
                  <a:lnTo>
                    <a:pt x="335597" y="887730"/>
                  </a:lnTo>
                  <a:lnTo>
                    <a:pt x="326783" y="887730"/>
                  </a:lnTo>
                  <a:lnTo>
                    <a:pt x="326783" y="902970"/>
                  </a:lnTo>
                  <a:lnTo>
                    <a:pt x="324332" y="911860"/>
                  </a:lnTo>
                  <a:lnTo>
                    <a:pt x="315722" y="911860"/>
                  </a:lnTo>
                  <a:lnTo>
                    <a:pt x="313766" y="902970"/>
                  </a:lnTo>
                  <a:lnTo>
                    <a:pt x="326783" y="902970"/>
                  </a:lnTo>
                  <a:lnTo>
                    <a:pt x="326783" y="887730"/>
                  </a:lnTo>
                  <a:lnTo>
                    <a:pt x="323938" y="887730"/>
                  </a:lnTo>
                  <a:lnTo>
                    <a:pt x="320535" y="878840"/>
                  </a:lnTo>
                  <a:lnTo>
                    <a:pt x="313918" y="872210"/>
                  </a:lnTo>
                  <a:lnTo>
                    <a:pt x="313918" y="887730"/>
                  </a:lnTo>
                  <a:lnTo>
                    <a:pt x="306412" y="895350"/>
                  </a:lnTo>
                  <a:lnTo>
                    <a:pt x="300482" y="895350"/>
                  </a:lnTo>
                  <a:lnTo>
                    <a:pt x="302475" y="878840"/>
                  </a:lnTo>
                  <a:lnTo>
                    <a:pt x="313918" y="887730"/>
                  </a:lnTo>
                  <a:lnTo>
                    <a:pt x="313918" y="872210"/>
                  </a:lnTo>
                  <a:lnTo>
                    <a:pt x="312940" y="871220"/>
                  </a:lnTo>
                  <a:lnTo>
                    <a:pt x="309740" y="862330"/>
                  </a:lnTo>
                  <a:lnTo>
                    <a:pt x="310718" y="862330"/>
                  </a:lnTo>
                  <a:lnTo>
                    <a:pt x="299529" y="855345"/>
                  </a:lnTo>
                  <a:lnTo>
                    <a:pt x="299529" y="902970"/>
                  </a:lnTo>
                  <a:lnTo>
                    <a:pt x="289471" y="911860"/>
                  </a:lnTo>
                  <a:lnTo>
                    <a:pt x="289966" y="895350"/>
                  </a:lnTo>
                  <a:lnTo>
                    <a:pt x="289890" y="899160"/>
                  </a:lnTo>
                  <a:lnTo>
                    <a:pt x="289826" y="902970"/>
                  </a:lnTo>
                  <a:lnTo>
                    <a:pt x="299529" y="902970"/>
                  </a:lnTo>
                  <a:lnTo>
                    <a:pt x="299529" y="855345"/>
                  </a:lnTo>
                  <a:lnTo>
                    <a:pt x="298513" y="854710"/>
                  </a:lnTo>
                  <a:lnTo>
                    <a:pt x="294525" y="847090"/>
                  </a:lnTo>
                  <a:lnTo>
                    <a:pt x="345757" y="847090"/>
                  </a:lnTo>
                  <a:lnTo>
                    <a:pt x="345846" y="847382"/>
                  </a:lnTo>
                  <a:lnTo>
                    <a:pt x="346443" y="849109"/>
                  </a:lnTo>
                  <a:lnTo>
                    <a:pt x="310718" y="862330"/>
                  </a:lnTo>
                  <a:lnTo>
                    <a:pt x="311302" y="862330"/>
                  </a:lnTo>
                  <a:lnTo>
                    <a:pt x="346443" y="849122"/>
                  </a:lnTo>
                  <a:lnTo>
                    <a:pt x="348399" y="854710"/>
                  </a:lnTo>
                  <a:lnTo>
                    <a:pt x="351777" y="854710"/>
                  </a:lnTo>
                  <a:lnTo>
                    <a:pt x="393179" y="862330"/>
                  </a:lnTo>
                  <a:lnTo>
                    <a:pt x="392645" y="871220"/>
                  </a:lnTo>
                  <a:lnTo>
                    <a:pt x="369735" y="871220"/>
                  </a:lnTo>
                  <a:lnTo>
                    <a:pt x="388048" y="887730"/>
                  </a:lnTo>
                  <a:lnTo>
                    <a:pt x="379272" y="895350"/>
                  </a:lnTo>
                  <a:lnTo>
                    <a:pt x="407301" y="902970"/>
                  </a:lnTo>
                  <a:lnTo>
                    <a:pt x="415556" y="902970"/>
                  </a:lnTo>
                  <a:lnTo>
                    <a:pt x="418757" y="895350"/>
                  </a:lnTo>
                  <a:lnTo>
                    <a:pt x="421957" y="887730"/>
                  </a:lnTo>
                  <a:lnTo>
                    <a:pt x="438569" y="911860"/>
                  </a:lnTo>
                  <a:lnTo>
                    <a:pt x="484378" y="911860"/>
                  </a:lnTo>
                  <a:lnTo>
                    <a:pt x="489064" y="919480"/>
                  </a:lnTo>
                  <a:lnTo>
                    <a:pt x="470560" y="928370"/>
                  </a:lnTo>
                  <a:lnTo>
                    <a:pt x="531355" y="928370"/>
                  </a:lnTo>
                  <a:lnTo>
                    <a:pt x="537984" y="935990"/>
                  </a:lnTo>
                  <a:lnTo>
                    <a:pt x="542734" y="928370"/>
                  </a:lnTo>
                  <a:lnTo>
                    <a:pt x="553389" y="935990"/>
                  </a:lnTo>
                  <a:lnTo>
                    <a:pt x="548259" y="944880"/>
                  </a:lnTo>
                  <a:lnTo>
                    <a:pt x="563486" y="944880"/>
                  </a:lnTo>
                  <a:lnTo>
                    <a:pt x="563486" y="917790"/>
                  </a:lnTo>
                  <a:lnTo>
                    <a:pt x="559015" y="928370"/>
                  </a:lnTo>
                  <a:lnTo>
                    <a:pt x="550849" y="911860"/>
                  </a:lnTo>
                  <a:lnTo>
                    <a:pt x="562241" y="902970"/>
                  </a:lnTo>
                  <a:lnTo>
                    <a:pt x="565988" y="911860"/>
                  </a:lnTo>
                  <a:lnTo>
                    <a:pt x="565988" y="902068"/>
                  </a:lnTo>
                  <a:lnTo>
                    <a:pt x="558431" y="895350"/>
                  </a:lnTo>
                  <a:lnTo>
                    <a:pt x="561594" y="887730"/>
                  </a:lnTo>
                  <a:lnTo>
                    <a:pt x="555891" y="878840"/>
                  </a:lnTo>
                  <a:lnTo>
                    <a:pt x="550011" y="878840"/>
                  </a:lnTo>
                  <a:lnTo>
                    <a:pt x="550011" y="902970"/>
                  </a:lnTo>
                  <a:lnTo>
                    <a:pt x="539280" y="911860"/>
                  </a:lnTo>
                  <a:lnTo>
                    <a:pt x="540232" y="895350"/>
                  </a:lnTo>
                  <a:lnTo>
                    <a:pt x="550011" y="902970"/>
                  </a:lnTo>
                  <a:lnTo>
                    <a:pt x="550011" y="878840"/>
                  </a:lnTo>
                  <a:lnTo>
                    <a:pt x="545973" y="878840"/>
                  </a:lnTo>
                  <a:lnTo>
                    <a:pt x="545236" y="871220"/>
                  </a:lnTo>
                  <a:lnTo>
                    <a:pt x="531850" y="871220"/>
                  </a:lnTo>
                  <a:lnTo>
                    <a:pt x="526376" y="862330"/>
                  </a:lnTo>
                  <a:lnTo>
                    <a:pt x="515772" y="871220"/>
                  </a:lnTo>
                  <a:lnTo>
                    <a:pt x="506082" y="862330"/>
                  </a:lnTo>
                  <a:lnTo>
                    <a:pt x="500875" y="871220"/>
                  </a:lnTo>
                  <a:lnTo>
                    <a:pt x="506501" y="871220"/>
                  </a:lnTo>
                  <a:lnTo>
                    <a:pt x="500583" y="878840"/>
                  </a:lnTo>
                  <a:lnTo>
                    <a:pt x="507657" y="871220"/>
                  </a:lnTo>
                  <a:lnTo>
                    <a:pt x="522579" y="878840"/>
                  </a:lnTo>
                  <a:lnTo>
                    <a:pt x="513575" y="884936"/>
                  </a:lnTo>
                  <a:lnTo>
                    <a:pt x="513575" y="902970"/>
                  </a:lnTo>
                  <a:lnTo>
                    <a:pt x="507771" y="911860"/>
                  </a:lnTo>
                  <a:lnTo>
                    <a:pt x="496354" y="911860"/>
                  </a:lnTo>
                  <a:lnTo>
                    <a:pt x="498525" y="895350"/>
                  </a:lnTo>
                  <a:lnTo>
                    <a:pt x="509689" y="895350"/>
                  </a:lnTo>
                  <a:lnTo>
                    <a:pt x="513575" y="902970"/>
                  </a:lnTo>
                  <a:lnTo>
                    <a:pt x="513575" y="884936"/>
                  </a:lnTo>
                  <a:lnTo>
                    <a:pt x="509422" y="887730"/>
                  </a:lnTo>
                  <a:lnTo>
                    <a:pt x="500837" y="887730"/>
                  </a:lnTo>
                  <a:lnTo>
                    <a:pt x="496836" y="878840"/>
                  </a:lnTo>
                  <a:lnTo>
                    <a:pt x="488835" y="862330"/>
                  </a:lnTo>
                  <a:lnTo>
                    <a:pt x="497052" y="854710"/>
                  </a:lnTo>
                  <a:lnTo>
                    <a:pt x="499389" y="854710"/>
                  </a:lnTo>
                  <a:lnTo>
                    <a:pt x="524357" y="862330"/>
                  </a:lnTo>
                  <a:lnTo>
                    <a:pt x="542239" y="854710"/>
                  </a:lnTo>
                  <a:lnTo>
                    <a:pt x="538022" y="847090"/>
                  </a:lnTo>
                  <a:lnTo>
                    <a:pt x="570623" y="847090"/>
                  </a:lnTo>
                  <a:lnTo>
                    <a:pt x="581939" y="847090"/>
                  </a:lnTo>
                  <a:lnTo>
                    <a:pt x="582904" y="854710"/>
                  </a:lnTo>
                  <a:lnTo>
                    <a:pt x="595630" y="854710"/>
                  </a:lnTo>
                  <a:lnTo>
                    <a:pt x="595630" y="821690"/>
                  </a:lnTo>
                  <a:lnTo>
                    <a:pt x="582650" y="821690"/>
                  </a:lnTo>
                  <a:lnTo>
                    <a:pt x="582726" y="807720"/>
                  </a:lnTo>
                  <a:lnTo>
                    <a:pt x="582828" y="789940"/>
                  </a:lnTo>
                  <a:lnTo>
                    <a:pt x="592709" y="789940"/>
                  </a:lnTo>
                  <a:lnTo>
                    <a:pt x="597852" y="814070"/>
                  </a:lnTo>
                  <a:lnTo>
                    <a:pt x="601497" y="805180"/>
                  </a:lnTo>
                  <a:lnTo>
                    <a:pt x="596734" y="797560"/>
                  </a:lnTo>
                  <a:lnTo>
                    <a:pt x="607034" y="797560"/>
                  </a:lnTo>
                  <a:lnTo>
                    <a:pt x="609193" y="789940"/>
                  </a:lnTo>
                  <a:lnTo>
                    <a:pt x="613562" y="773430"/>
                  </a:lnTo>
                  <a:lnTo>
                    <a:pt x="623519" y="773430"/>
                  </a:lnTo>
                  <a:lnTo>
                    <a:pt x="632688" y="756920"/>
                  </a:lnTo>
                  <a:lnTo>
                    <a:pt x="630250" y="749300"/>
                  </a:lnTo>
                  <a:lnTo>
                    <a:pt x="645731" y="732790"/>
                  </a:lnTo>
                  <a:lnTo>
                    <a:pt x="657860" y="732790"/>
                  </a:lnTo>
                  <a:lnTo>
                    <a:pt x="674763" y="723900"/>
                  </a:lnTo>
                  <a:lnTo>
                    <a:pt x="683958" y="723900"/>
                  </a:lnTo>
                  <a:lnTo>
                    <a:pt x="683895" y="725170"/>
                  </a:lnTo>
                  <a:lnTo>
                    <a:pt x="679945" y="740410"/>
                  </a:lnTo>
                  <a:lnTo>
                    <a:pt x="681278" y="740410"/>
                  </a:lnTo>
                  <a:lnTo>
                    <a:pt x="690232" y="756920"/>
                  </a:lnTo>
                  <a:lnTo>
                    <a:pt x="694220" y="749300"/>
                  </a:lnTo>
                  <a:lnTo>
                    <a:pt x="723099" y="749300"/>
                  </a:lnTo>
                  <a:lnTo>
                    <a:pt x="703732" y="740410"/>
                  </a:lnTo>
                  <a:lnTo>
                    <a:pt x="698411" y="716280"/>
                  </a:lnTo>
                  <a:lnTo>
                    <a:pt x="681837" y="716280"/>
                  </a:lnTo>
                  <a:lnTo>
                    <a:pt x="672693" y="708660"/>
                  </a:lnTo>
                  <a:lnTo>
                    <a:pt x="691362" y="708660"/>
                  </a:lnTo>
                  <a:lnTo>
                    <a:pt x="702017" y="699770"/>
                  </a:lnTo>
                  <a:lnTo>
                    <a:pt x="712660" y="692150"/>
                  </a:lnTo>
                  <a:lnTo>
                    <a:pt x="702208" y="692150"/>
                  </a:lnTo>
                  <a:lnTo>
                    <a:pt x="701713" y="688340"/>
                  </a:lnTo>
                  <a:lnTo>
                    <a:pt x="701065" y="683120"/>
                  </a:lnTo>
                  <a:lnTo>
                    <a:pt x="720521" y="675640"/>
                  </a:lnTo>
                  <a:lnTo>
                    <a:pt x="727392" y="666750"/>
                  </a:lnTo>
                  <a:lnTo>
                    <a:pt x="724827" y="659130"/>
                  </a:lnTo>
                  <a:lnTo>
                    <a:pt x="730021" y="659130"/>
                  </a:lnTo>
                  <a:lnTo>
                    <a:pt x="735152" y="651471"/>
                  </a:lnTo>
                  <a:lnTo>
                    <a:pt x="816711" y="651471"/>
                  </a:lnTo>
                  <a:lnTo>
                    <a:pt x="811695" y="659130"/>
                  </a:lnTo>
                  <a:lnTo>
                    <a:pt x="824407" y="659130"/>
                  </a:lnTo>
                  <a:lnTo>
                    <a:pt x="830922" y="651586"/>
                  </a:lnTo>
                  <a:lnTo>
                    <a:pt x="839673" y="659130"/>
                  </a:lnTo>
                  <a:lnTo>
                    <a:pt x="839673" y="635000"/>
                  </a:lnTo>
                  <a:lnTo>
                    <a:pt x="811530" y="635000"/>
                  </a:lnTo>
                  <a:lnTo>
                    <a:pt x="834275" y="650240"/>
                  </a:lnTo>
                  <a:lnTo>
                    <a:pt x="735203" y="650240"/>
                  </a:lnTo>
                  <a:lnTo>
                    <a:pt x="745185" y="635000"/>
                  </a:lnTo>
                  <a:lnTo>
                    <a:pt x="742022" y="626110"/>
                  </a:lnTo>
                  <a:lnTo>
                    <a:pt x="733298" y="622808"/>
                  </a:lnTo>
                  <a:lnTo>
                    <a:pt x="733298" y="635000"/>
                  </a:lnTo>
                  <a:lnTo>
                    <a:pt x="722033" y="635000"/>
                  </a:lnTo>
                  <a:lnTo>
                    <a:pt x="721410" y="642607"/>
                  </a:lnTo>
                  <a:lnTo>
                    <a:pt x="727633" y="642607"/>
                  </a:lnTo>
                  <a:lnTo>
                    <a:pt x="730872" y="650240"/>
                  </a:lnTo>
                  <a:lnTo>
                    <a:pt x="713143" y="650240"/>
                  </a:lnTo>
                  <a:lnTo>
                    <a:pt x="713117" y="649986"/>
                  </a:lnTo>
                  <a:lnTo>
                    <a:pt x="712101" y="642607"/>
                  </a:lnTo>
                  <a:lnTo>
                    <a:pt x="711034" y="635000"/>
                  </a:lnTo>
                  <a:lnTo>
                    <a:pt x="701560" y="626110"/>
                  </a:lnTo>
                  <a:lnTo>
                    <a:pt x="710653" y="626110"/>
                  </a:lnTo>
                  <a:lnTo>
                    <a:pt x="733298" y="635000"/>
                  </a:lnTo>
                  <a:lnTo>
                    <a:pt x="733298" y="622808"/>
                  </a:lnTo>
                  <a:lnTo>
                    <a:pt x="721893" y="618490"/>
                  </a:lnTo>
                  <a:lnTo>
                    <a:pt x="714197" y="610870"/>
                  </a:lnTo>
                  <a:lnTo>
                    <a:pt x="722160" y="610870"/>
                  </a:lnTo>
                  <a:lnTo>
                    <a:pt x="720039" y="585470"/>
                  </a:lnTo>
                  <a:lnTo>
                    <a:pt x="724611" y="577850"/>
                  </a:lnTo>
                  <a:lnTo>
                    <a:pt x="724509" y="575310"/>
                  </a:lnTo>
                  <a:lnTo>
                    <a:pt x="724281" y="568960"/>
                  </a:lnTo>
                  <a:lnTo>
                    <a:pt x="725500" y="561340"/>
                  </a:lnTo>
                  <a:lnTo>
                    <a:pt x="733031" y="561340"/>
                  </a:lnTo>
                  <a:lnTo>
                    <a:pt x="719416" y="553720"/>
                  </a:lnTo>
                  <a:lnTo>
                    <a:pt x="707898" y="561340"/>
                  </a:lnTo>
                  <a:lnTo>
                    <a:pt x="717677" y="568960"/>
                  </a:lnTo>
                  <a:lnTo>
                    <a:pt x="713765" y="585470"/>
                  </a:lnTo>
                  <a:lnTo>
                    <a:pt x="706615" y="577850"/>
                  </a:lnTo>
                  <a:lnTo>
                    <a:pt x="712863" y="568960"/>
                  </a:lnTo>
                  <a:lnTo>
                    <a:pt x="702271" y="568960"/>
                  </a:lnTo>
                  <a:lnTo>
                    <a:pt x="709218" y="544830"/>
                  </a:lnTo>
                  <a:lnTo>
                    <a:pt x="701433" y="537210"/>
                  </a:lnTo>
                  <a:lnTo>
                    <a:pt x="701319" y="528320"/>
                  </a:lnTo>
                  <a:lnTo>
                    <a:pt x="701217" y="520700"/>
                  </a:lnTo>
                  <a:lnTo>
                    <a:pt x="701116" y="513080"/>
                  </a:lnTo>
                  <a:lnTo>
                    <a:pt x="700646" y="513080"/>
                  </a:lnTo>
                  <a:lnTo>
                    <a:pt x="700646" y="683120"/>
                  </a:lnTo>
                  <a:lnTo>
                    <a:pt x="694309" y="683120"/>
                  </a:lnTo>
                  <a:lnTo>
                    <a:pt x="693750" y="675640"/>
                  </a:lnTo>
                  <a:lnTo>
                    <a:pt x="697318" y="675640"/>
                  </a:lnTo>
                  <a:lnTo>
                    <a:pt x="700646" y="683120"/>
                  </a:lnTo>
                  <a:lnTo>
                    <a:pt x="700646" y="513080"/>
                  </a:lnTo>
                  <a:lnTo>
                    <a:pt x="698207" y="513080"/>
                  </a:lnTo>
                  <a:lnTo>
                    <a:pt x="698207" y="659130"/>
                  </a:lnTo>
                  <a:lnTo>
                    <a:pt x="677494" y="666750"/>
                  </a:lnTo>
                  <a:lnTo>
                    <a:pt x="671995" y="665187"/>
                  </a:lnTo>
                  <a:lnTo>
                    <a:pt x="671995" y="692150"/>
                  </a:lnTo>
                  <a:lnTo>
                    <a:pt x="664578" y="698919"/>
                  </a:lnTo>
                  <a:lnTo>
                    <a:pt x="664578" y="708660"/>
                  </a:lnTo>
                  <a:lnTo>
                    <a:pt x="664578" y="723900"/>
                  </a:lnTo>
                  <a:lnTo>
                    <a:pt x="637349" y="723900"/>
                  </a:lnTo>
                  <a:lnTo>
                    <a:pt x="631063" y="732790"/>
                  </a:lnTo>
                  <a:lnTo>
                    <a:pt x="620166" y="732790"/>
                  </a:lnTo>
                  <a:lnTo>
                    <a:pt x="627811" y="723900"/>
                  </a:lnTo>
                  <a:lnTo>
                    <a:pt x="615797" y="716318"/>
                  </a:lnTo>
                  <a:lnTo>
                    <a:pt x="615797" y="749300"/>
                  </a:lnTo>
                  <a:lnTo>
                    <a:pt x="610323" y="756920"/>
                  </a:lnTo>
                  <a:lnTo>
                    <a:pt x="602272" y="756920"/>
                  </a:lnTo>
                  <a:lnTo>
                    <a:pt x="602272" y="773430"/>
                  </a:lnTo>
                  <a:lnTo>
                    <a:pt x="602272" y="781050"/>
                  </a:lnTo>
                  <a:lnTo>
                    <a:pt x="590689" y="781050"/>
                  </a:lnTo>
                  <a:lnTo>
                    <a:pt x="587133" y="769620"/>
                  </a:lnTo>
                  <a:lnTo>
                    <a:pt x="585889" y="764654"/>
                  </a:lnTo>
                  <a:lnTo>
                    <a:pt x="602272" y="773430"/>
                  </a:lnTo>
                  <a:lnTo>
                    <a:pt x="602272" y="756920"/>
                  </a:lnTo>
                  <a:lnTo>
                    <a:pt x="594156" y="756920"/>
                  </a:lnTo>
                  <a:lnTo>
                    <a:pt x="588708" y="756920"/>
                  </a:lnTo>
                  <a:lnTo>
                    <a:pt x="590588" y="749300"/>
                  </a:lnTo>
                  <a:lnTo>
                    <a:pt x="594156" y="756920"/>
                  </a:lnTo>
                  <a:lnTo>
                    <a:pt x="605485" y="749300"/>
                  </a:lnTo>
                  <a:lnTo>
                    <a:pt x="602691" y="740410"/>
                  </a:lnTo>
                  <a:lnTo>
                    <a:pt x="615797" y="749300"/>
                  </a:lnTo>
                  <a:lnTo>
                    <a:pt x="615797" y="716318"/>
                  </a:lnTo>
                  <a:lnTo>
                    <a:pt x="623963" y="716280"/>
                  </a:lnTo>
                  <a:lnTo>
                    <a:pt x="644982" y="708660"/>
                  </a:lnTo>
                  <a:lnTo>
                    <a:pt x="652411" y="716280"/>
                  </a:lnTo>
                  <a:lnTo>
                    <a:pt x="664578" y="708660"/>
                  </a:lnTo>
                  <a:lnTo>
                    <a:pt x="664578" y="698919"/>
                  </a:lnTo>
                  <a:lnTo>
                    <a:pt x="663638" y="699770"/>
                  </a:lnTo>
                  <a:lnTo>
                    <a:pt x="669188" y="692150"/>
                  </a:lnTo>
                  <a:lnTo>
                    <a:pt x="671995" y="692150"/>
                  </a:lnTo>
                  <a:lnTo>
                    <a:pt x="671995" y="665187"/>
                  </a:lnTo>
                  <a:lnTo>
                    <a:pt x="652208" y="659561"/>
                  </a:lnTo>
                  <a:lnTo>
                    <a:pt x="652208" y="692150"/>
                  </a:lnTo>
                  <a:lnTo>
                    <a:pt x="633336" y="675640"/>
                  </a:lnTo>
                  <a:lnTo>
                    <a:pt x="641870" y="675640"/>
                  </a:lnTo>
                  <a:lnTo>
                    <a:pt x="647319" y="683120"/>
                  </a:lnTo>
                  <a:lnTo>
                    <a:pt x="652208" y="692150"/>
                  </a:lnTo>
                  <a:lnTo>
                    <a:pt x="652208" y="659561"/>
                  </a:lnTo>
                  <a:lnTo>
                    <a:pt x="650697" y="659130"/>
                  </a:lnTo>
                  <a:lnTo>
                    <a:pt x="676186" y="659130"/>
                  </a:lnTo>
                  <a:lnTo>
                    <a:pt x="677926" y="651471"/>
                  </a:lnTo>
                  <a:lnTo>
                    <a:pt x="686130" y="651471"/>
                  </a:lnTo>
                  <a:lnTo>
                    <a:pt x="684542" y="659130"/>
                  </a:lnTo>
                  <a:lnTo>
                    <a:pt x="698207" y="659130"/>
                  </a:lnTo>
                  <a:lnTo>
                    <a:pt x="698207" y="513080"/>
                  </a:lnTo>
                  <a:lnTo>
                    <a:pt x="692734" y="513080"/>
                  </a:lnTo>
                  <a:lnTo>
                    <a:pt x="689978" y="520700"/>
                  </a:lnTo>
                  <a:lnTo>
                    <a:pt x="687984" y="520700"/>
                  </a:lnTo>
                  <a:lnTo>
                    <a:pt x="687984" y="642607"/>
                  </a:lnTo>
                  <a:lnTo>
                    <a:pt x="686396" y="650240"/>
                  </a:lnTo>
                  <a:lnTo>
                    <a:pt x="677938" y="650240"/>
                  </a:lnTo>
                  <a:lnTo>
                    <a:pt x="677989" y="649986"/>
                  </a:lnTo>
                  <a:lnTo>
                    <a:pt x="679602" y="642607"/>
                  </a:lnTo>
                  <a:lnTo>
                    <a:pt x="687984" y="642607"/>
                  </a:lnTo>
                  <a:lnTo>
                    <a:pt x="687984" y="520700"/>
                  </a:lnTo>
                  <a:lnTo>
                    <a:pt x="684784" y="520700"/>
                  </a:lnTo>
                  <a:lnTo>
                    <a:pt x="684784" y="585470"/>
                  </a:lnTo>
                  <a:lnTo>
                    <a:pt x="679881" y="585470"/>
                  </a:lnTo>
                  <a:lnTo>
                    <a:pt x="679881" y="618490"/>
                  </a:lnTo>
                  <a:lnTo>
                    <a:pt x="674916" y="618490"/>
                  </a:lnTo>
                  <a:lnTo>
                    <a:pt x="673265" y="610870"/>
                  </a:lnTo>
                  <a:lnTo>
                    <a:pt x="679881" y="618490"/>
                  </a:lnTo>
                  <a:lnTo>
                    <a:pt x="679881" y="585470"/>
                  </a:lnTo>
                  <a:lnTo>
                    <a:pt x="674789" y="585470"/>
                  </a:lnTo>
                  <a:lnTo>
                    <a:pt x="671398" y="577850"/>
                  </a:lnTo>
                  <a:lnTo>
                    <a:pt x="684784" y="585470"/>
                  </a:lnTo>
                  <a:lnTo>
                    <a:pt x="684784" y="520700"/>
                  </a:lnTo>
                  <a:lnTo>
                    <a:pt x="668705" y="520700"/>
                  </a:lnTo>
                  <a:lnTo>
                    <a:pt x="685038" y="513080"/>
                  </a:lnTo>
                  <a:lnTo>
                    <a:pt x="686206" y="504190"/>
                  </a:lnTo>
                  <a:lnTo>
                    <a:pt x="675487" y="504190"/>
                  </a:lnTo>
                  <a:lnTo>
                    <a:pt x="678307" y="496570"/>
                  </a:lnTo>
                  <a:lnTo>
                    <a:pt x="668870" y="496570"/>
                  </a:lnTo>
                  <a:lnTo>
                    <a:pt x="666026" y="487680"/>
                  </a:lnTo>
                  <a:lnTo>
                    <a:pt x="671258" y="487680"/>
                  </a:lnTo>
                  <a:lnTo>
                    <a:pt x="663702" y="482638"/>
                  </a:lnTo>
                  <a:lnTo>
                    <a:pt x="663702" y="513080"/>
                  </a:lnTo>
                  <a:lnTo>
                    <a:pt x="659130" y="518261"/>
                  </a:lnTo>
                  <a:lnTo>
                    <a:pt x="659130" y="585470"/>
                  </a:lnTo>
                  <a:lnTo>
                    <a:pt x="651802" y="585470"/>
                  </a:lnTo>
                  <a:lnTo>
                    <a:pt x="655142" y="601980"/>
                  </a:lnTo>
                  <a:lnTo>
                    <a:pt x="642531" y="601980"/>
                  </a:lnTo>
                  <a:lnTo>
                    <a:pt x="646671" y="626110"/>
                  </a:lnTo>
                  <a:lnTo>
                    <a:pt x="638886" y="635000"/>
                  </a:lnTo>
                  <a:lnTo>
                    <a:pt x="640511" y="635000"/>
                  </a:lnTo>
                  <a:lnTo>
                    <a:pt x="632358" y="648970"/>
                  </a:lnTo>
                  <a:lnTo>
                    <a:pt x="631621" y="650240"/>
                  </a:lnTo>
                  <a:lnTo>
                    <a:pt x="630897" y="650240"/>
                  </a:lnTo>
                  <a:lnTo>
                    <a:pt x="630897" y="651471"/>
                  </a:lnTo>
                  <a:lnTo>
                    <a:pt x="626465" y="659130"/>
                  </a:lnTo>
                  <a:lnTo>
                    <a:pt x="630631" y="666750"/>
                  </a:lnTo>
                  <a:lnTo>
                    <a:pt x="622198" y="675640"/>
                  </a:lnTo>
                  <a:lnTo>
                    <a:pt x="585825" y="675640"/>
                  </a:lnTo>
                  <a:lnTo>
                    <a:pt x="585825" y="764616"/>
                  </a:lnTo>
                  <a:lnTo>
                    <a:pt x="581812" y="773430"/>
                  </a:lnTo>
                  <a:lnTo>
                    <a:pt x="581774" y="845794"/>
                  </a:lnTo>
                  <a:lnTo>
                    <a:pt x="572109" y="845794"/>
                  </a:lnTo>
                  <a:lnTo>
                    <a:pt x="580821" y="838200"/>
                  </a:lnTo>
                  <a:lnTo>
                    <a:pt x="581774" y="845794"/>
                  </a:lnTo>
                  <a:lnTo>
                    <a:pt x="581774" y="773430"/>
                  </a:lnTo>
                  <a:lnTo>
                    <a:pt x="578916" y="773430"/>
                  </a:lnTo>
                  <a:lnTo>
                    <a:pt x="576402" y="781050"/>
                  </a:lnTo>
                  <a:lnTo>
                    <a:pt x="570064" y="781050"/>
                  </a:lnTo>
                  <a:lnTo>
                    <a:pt x="570064" y="845794"/>
                  </a:lnTo>
                  <a:lnTo>
                    <a:pt x="537337" y="845794"/>
                  </a:lnTo>
                  <a:lnTo>
                    <a:pt x="542810" y="838098"/>
                  </a:lnTo>
                  <a:lnTo>
                    <a:pt x="566775" y="838098"/>
                  </a:lnTo>
                  <a:lnTo>
                    <a:pt x="570064" y="845794"/>
                  </a:lnTo>
                  <a:lnTo>
                    <a:pt x="570064" y="781050"/>
                  </a:lnTo>
                  <a:lnTo>
                    <a:pt x="566178" y="781050"/>
                  </a:lnTo>
                  <a:lnTo>
                    <a:pt x="566178" y="797623"/>
                  </a:lnTo>
                  <a:lnTo>
                    <a:pt x="541578" y="821690"/>
                  </a:lnTo>
                  <a:lnTo>
                    <a:pt x="534860" y="814070"/>
                  </a:lnTo>
                  <a:lnTo>
                    <a:pt x="548576" y="805180"/>
                  </a:lnTo>
                  <a:lnTo>
                    <a:pt x="540169" y="805180"/>
                  </a:lnTo>
                  <a:lnTo>
                    <a:pt x="566178" y="797623"/>
                  </a:lnTo>
                  <a:lnTo>
                    <a:pt x="566178" y="781050"/>
                  </a:lnTo>
                  <a:lnTo>
                    <a:pt x="565111" y="781050"/>
                  </a:lnTo>
                  <a:lnTo>
                    <a:pt x="565111" y="789940"/>
                  </a:lnTo>
                  <a:lnTo>
                    <a:pt x="554736" y="797560"/>
                  </a:lnTo>
                  <a:lnTo>
                    <a:pt x="554570" y="797560"/>
                  </a:lnTo>
                  <a:lnTo>
                    <a:pt x="552297" y="789940"/>
                  </a:lnTo>
                  <a:lnTo>
                    <a:pt x="558279" y="789940"/>
                  </a:lnTo>
                  <a:lnTo>
                    <a:pt x="559498" y="782320"/>
                  </a:lnTo>
                  <a:lnTo>
                    <a:pt x="565111" y="789940"/>
                  </a:lnTo>
                  <a:lnTo>
                    <a:pt x="565111" y="781050"/>
                  </a:lnTo>
                  <a:lnTo>
                    <a:pt x="559866" y="781050"/>
                  </a:lnTo>
                  <a:lnTo>
                    <a:pt x="563740" y="773430"/>
                  </a:lnTo>
                  <a:lnTo>
                    <a:pt x="567651" y="764540"/>
                  </a:lnTo>
                  <a:lnTo>
                    <a:pt x="571487" y="756920"/>
                  </a:lnTo>
                  <a:lnTo>
                    <a:pt x="585825" y="764616"/>
                  </a:lnTo>
                  <a:lnTo>
                    <a:pt x="585825" y="675640"/>
                  </a:lnTo>
                  <a:lnTo>
                    <a:pt x="584835" y="675640"/>
                  </a:lnTo>
                  <a:lnTo>
                    <a:pt x="580402" y="687031"/>
                  </a:lnTo>
                  <a:lnTo>
                    <a:pt x="580402" y="740410"/>
                  </a:lnTo>
                  <a:lnTo>
                    <a:pt x="560666" y="740410"/>
                  </a:lnTo>
                  <a:lnTo>
                    <a:pt x="553694" y="740410"/>
                  </a:lnTo>
                  <a:lnTo>
                    <a:pt x="555167" y="732790"/>
                  </a:lnTo>
                  <a:lnTo>
                    <a:pt x="560666" y="740410"/>
                  </a:lnTo>
                  <a:lnTo>
                    <a:pt x="576567" y="732790"/>
                  </a:lnTo>
                  <a:lnTo>
                    <a:pt x="580402" y="740410"/>
                  </a:lnTo>
                  <a:lnTo>
                    <a:pt x="580402" y="687031"/>
                  </a:lnTo>
                  <a:lnTo>
                    <a:pt x="578408" y="692150"/>
                  </a:lnTo>
                  <a:lnTo>
                    <a:pt x="566788" y="692150"/>
                  </a:lnTo>
                  <a:lnTo>
                    <a:pt x="559727" y="666750"/>
                  </a:lnTo>
                  <a:lnTo>
                    <a:pt x="553300" y="666750"/>
                  </a:lnTo>
                  <a:lnTo>
                    <a:pt x="553300" y="773430"/>
                  </a:lnTo>
                  <a:lnTo>
                    <a:pt x="551764" y="781050"/>
                  </a:lnTo>
                  <a:lnTo>
                    <a:pt x="546061" y="781050"/>
                  </a:lnTo>
                  <a:lnTo>
                    <a:pt x="545858" y="773430"/>
                  </a:lnTo>
                  <a:lnTo>
                    <a:pt x="553300" y="773430"/>
                  </a:lnTo>
                  <a:lnTo>
                    <a:pt x="553300" y="666750"/>
                  </a:lnTo>
                  <a:lnTo>
                    <a:pt x="550506" y="666750"/>
                  </a:lnTo>
                  <a:lnTo>
                    <a:pt x="550506" y="708660"/>
                  </a:lnTo>
                  <a:lnTo>
                    <a:pt x="550506" y="723900"/>
                  </a:lnTo>
                  <a:lnTo>
                    <a:pt x="537248" y="723900"/>
                  </a:lnTo>
                  <a:lnTo>
                    <a:pt x="537248" y="773430"/>
                  </a:lnTo>
                  <a:lnTo>
                    <a:pt x="537083" y="781050"/>
                  </a:lnTo>
                  <a:lnTo>
                    <a:pt x="530720" y="789940"/>
                  </a:lnTo>
                  <a:lnTo>
                    <a:pt x="528967" y="781050"/>
                  </a:lnTo>
                  <a:lnTo>
                    <a:pt x="524992" y="782535"/>
                  </a:lnTo>
                  <a:lnTo>
                    <a:pt x="524992" y="821690"/>
                  </a:lnTo>
                  <a:lnTo>
                    <a:pt x="519252" y="830580"/>
                  </a:lnTo>
                  <a:lnTo>
                    <a:pt x="518807" y="821690"/>
                  </a:lnTo>
                  <a:lnTo>
                    <a:pt x="524992" y="821690"/>
                  </a:lnTo>
                  <a:lnTo>
                    <a:pt x="524992" y="782535"/>
                  </a:lnTo>
                  <a:lnTo>
                    <a:pt x="514667" y="786371"/>
                  </a:lnTo>
                  <a:lnTo>
                    <a:pt x="514667" y="838098"/>
                  </a:lnTo>
                  <a:lnTo>
                    <a:pt x="502272" y="845794"/>
                  </a:lnTo>
                  <a:lnTo>
                    <a:pt x="497624" y="845794"/>
                  </a:lnTo>
                  <a:lnTo>
                    <a:pt x="513549" y="838098"/>
                  </a:lnTo>
                  <a:lnTo>
                    <a:pt x="514667" y="838098"/>
                  </a:lnTo>
                  <a:lnTo>
                    <a:pt x="514667" y="786371"/>
                  </a:lnTo>
                  <a:lnTo>
                    <a:pt x="506780" y="789292"/>
                  </a:lnTo>
                  <a:lnTo>
                    <a:pt x="506780" y="805180"/>
                  </a:lnTo>
                  <a:lnTo>
                    <a:pt x="497230" y="819251"/>
                  </a:lnTo>
                  <a:lnTo>
                    <a:pt x="497230" y="845566"/>
                  </a:lnTo>
                  <a:lnTo>
                    <a:pt x="491261" y="830580"/>
                  </a:lnTo>
                  <a:lnTo>
                    <a:pt x="495795" y="830580"/>
                  </a:lnTo>
                  <a:lnTo>
                    <a:pt x="497230" y="845566"/>
                  </a:lnTo>
                  <a:lnTo>
                    <a:pt x="497230" y="819251"/>
                  </a:lnTo>
                  <a:lnTo>
                    <a:pt x="495566" y="821690"/>
                  </a:lnTo>
                  <a:lnTo>
                    <a:pt x="488467" y="814070"/>
                  </a:lnTo>
                  <a:lnTo>
                    <a:pt x="497052" y="797661"/>
                  </a:lnTo>
                  <a:lnTo>
                    <a:pt x="506780" y="805180"/>
                  </a:lnTo>
                  <a:lnTo>
                    <a:pt x="506780" y="789292"/>
                  </a:lnTo>
                  <a:lnTo>
                    <a:pt x="505028" y="789940"/>
                  </a:lnTo>
                  <a:lnTo>
                    <a:pt x="492772" y="789940"/>
                  </a:lnTo>
                  <a:lnTo>
                    <a:pt x="492785" y="773430"/>
                  </a:lnTo>
                  <a:lnTo>
                    <a:pt x="485470" y="769480"/>
                  </a:lnTo>
                  <a:lnTo>
                    <a:pt x="485470" y="838098"/>
                  </a:lnTo>
                  <a:lnTo>
                    <a:pt x="483450" y="840422"/>
                  </a:lnTo>
                  <a:lnTo>
                    <a:pt x="483450" y="854710"/>
                  </a:lnTo>
                  <a:lnTo>
                    <a:pt x="482803" y="862330"/>
                  </a:lnTo>
                  <a:lnTo>
                    <a:pt x="472351" y="862330"/>
                  </a:lnTo>
                  <a:lnTo>
                    <a:pt x="474827" y="854710"/>
                  </a:lnTo>
                  <a:lnTo>
                    <a:pt x="483450" y="854710"/>
                  </a:lnTo>
                  <a:lnTo>
                    <a:pt x="483450" y="840422"/>
                  </a:lnTo>
                  <a:lnTo>
                    <a:pt x="477621" y="847090"/>
                  </a:lnTo>
                  <a:lnTo>
                    <a:pt x="461721" y="838098"/>
                  </a:lnTo>
                  <a:lnTo>
                    <a:pt x="464235" y="838098"/>
                  </a:lnTo>
                  <a:lnTo>
                    <a:pt x="475272" y="830580"/>
                  </a:lnTo>
                  <a:lnTo>
                    <a:pt x="461073" y="814070"/>
                  </a:lnTo>
                  <a:lnTo>
                    <a:pt x="466305" y="805180"/>
                  </a:lnTo>
                  <a:lnTo>
                    <a:pt x="453834" y="805180"/>
                  </a:lnTo>
                  <a:lnTo>
                    <a:pt x="458978" y="814070"/>
                  </a:lnTo>
                  <a:lnTo>
                    <a:pt x="449935" y="821690"/>
                  </a:lnTo>
                  <a:lnTo>
                    <a:pt x="455701" y="830580"/>
                  </a:lnTo>
                  <a:lnTo>
                    <a:pt x="449567" y="838098"/>
                  </a:lnTo>
                  <a:lnTo>
                    <a:pt x="449351" y="838098"/>
                  </a:lnTo>
                  <a:lnTo>
                    <a:pt x="445249" y="835139"/>
                  </a:lnTo>
                  <a:lnTo>
                    <a:pt x="445249" y="887730"/>
                  </a:lnTo>
                  <a:lnTo>
                    <a:pt x="427748" y="887730"/>
                  </a:lnTo>
                  <a:lnTo>
                    <a:pt x="435254" y="878840"/>
                  </a:lnTo>
                  <a:lnTo>
                    <a:pt x="445249" y="887730"/>
                  </a:lnTo>
                  <a:lnTo>
                    <a:pt x="445249" y="835139"/>
                  </a:lnTo>
                  <a:lnTo>
                    <a:pt x="438962" y="830580"/>
                  </a:lnTo>
                  <a:lnTo>
                    <a:pt x="441248" y="821690"/>
                  </a:lnTo>
                  <a:lnTo>
                    <a:pt x="437654" y="814070"/>
                  </a:lnTo>
                  <a:lnTo>
                    <a:pt x="453834" y="805180"/>
                  </a:lnTo>
                  <a:lnTo>
                    <a:pt x="444334" y="805180"/>
                  </a:lnTo>
                  <a:lnTo>
                    <a:pt x="442341" y="797560"/>
                  </a:lnTo>
                  <a:lnTo>
                    <a:pt x="481711" y="797560"/>
                  </a:lnTo>
                  <a:lnTo>
                    <a:pt x="478205" y="805180"/>
                  </a:lnTo>
                  <a:lnTo>
                    <a:pt x="481266" y="805180"/>
                  </a:lnTo>
                  <a:lnTo>
                    <a:pt x="481241" y="807720"/>
                  </a:lnTo>
                  <a:lnTo>
                    <a:pt x="480771" y="830580"/>
                  </a:lnTo>
                  <a:lnTo>
                    <a:pt x="485330" y="838098"/>
                  </a:lnTo>
                  <a:lnTo>
                    <a:pt x="485470" y="838098"/>
                  </a:lnTo>
                  <a:lnTo>
                    <a:pt x="485470" y="769480"/>
                  </a:lnTo>
                  <a:lnTo>
                    <a:pt x="476491" y="764628"/>
                  </a:lnTo>
                  <a:lnTo>
                    <a:pt x="470585" y="773430"/>
                  </a:lnTo>
                  <a:lnTo>
                    <a:pt x="467601" y="764540"/>
                  </a:lnTo>
                  <a:lnTo>
                    <a:pt x="457212" y="773430"/>
                  </a:lnTo>
                  <a:lnTo>
                    <a:pt x="456526" y="769620"/>
                  </a:lnTo>
                  <a:lnTo>
                    <a:pt x="455790" y="764540"/>
                  </a:lnTo>
                  <a:lnTo>
                    <a:pt x="460984" y="756920"/>
                  </a:lnTo>
                  <a:lnTo>
                    <a:pt x="470966" y="756920"/>
                  </a:lnTo>
                  <a:lnTo>
                    <a:pt x="489534" y="764540"/>
                  </a:lnTo>
                  <a:lnTo>
                    <a:pt x="482625" y="756920"/>
                  </a:lnTo>
                  <a:lnTo>
                    <a:pt x="495325" y="749300"/>
                  </a:lnTo>
                  <a:lnTo>
                    <a:pt x="514896" y="764540"/>
                  </a:lnTo>
                  <a:lnTo>
                    <a:pt x="517486" y="769620"/>
                  </a:lnTo>
                  <a:lnTo>
                    <a:pt x="519645" y="773430"/>
                  </a:lnTo>
                  <a:lnTo>
                    <a:pt x="528408" y="764628"/>
                  </a:lnTo>
                  <a:lnTo>
                    <a:pt x="537248" y="773430"/>
                  </a:lnTo>
                  <a:lnTo>
                    <a:pt x="537248" y="723900"/>
                  </a:lnTo>
                  <a:lnTo>
                    <a:pt x="505460" y="723900"/>
                  </a:lnTo>
                  <a:lnTo>
                    <a:pt x="515378" y="716280"/>
                  </a:lnTo>
                  <a:lnTo>
                    <a:pt x="525284" y="708660"/>
                  </a:lnTo>
                  <a:lnTo>
                    <a:pt x="523697" y="692150"/>
                  </a:lnTo>
                  <a:lnTo>
                    <a:pt x="537057" y="683260"/>
                  </a:lnTo>
                  <a:lnTo>
                    <a:pt x="536041" y="692150"/>
                  </a:lnTo>
                  <a:lnTo>
                    <a:pt x="550506" y="708660"/>
                  </a:lnTo>
                  <a:lnTo>
                    <a:pt x="550506" y="666750"/>
                  </a:lnTo>
                  <a:lnTo>
                    <a:pt x="537070" y="666750"/>
                  </a:lnTo>
                  <a:lnTo>
                    <a:pt x="532447" y="659130"/>
                  </a:lnTo>
                  <a:lnTo>
                    <a:pt x="522820" y="659130"/>
                  </a:lnTo>
                  <a:lnTo>
                    <a:pt x="522820" y="666750"/>
                  </a:lnTo>
                  <a:lnTo>
                    <a:pt x="518426" y="683120"/>
                  </a:lnTo>
                  <a:lnTo>
                    <a:pt x="518236" y="683120"/>
                  </a:lnTo>
                  <a:lnTo>
                    <a:pt x="511492" y="677176"/>
                  </a:lnTo>
                  <a:lnTo>
                    <a:pt x="511492" y="708660"/>
                  </a:lnTo>
                  <a:lnTo>
                    <a:pt x="493725" y="716280"/>
                  </a:lnTo>
                  <a:lnTo>
                    <a:pt x="480479" y="708660"/>
                  </a:lnTo>
                  <a:lnTo>
                    <a:pt x="472503" y="715759"/>
                  </a:lnTo>
                  <a:lnTo>
                    <a:pt x="472503" y="749300"/>
                  </a:lnTo>
                  <a:lnTo>
                    <a:pt x="471170" y="755650"/>
                  </a:lnTo>
                  <a:lnTo>
                    <a:pt x="470408" y="749300"/>
                  </a:lnTo>
                  <a:lnTo>
                    <a:pt x="472503" y="749300"/>
                  </a:lnTo>
                  <a:lnTo>
                    <a:pt x="472503" y="715759"/>
                  </a:lnTo>
                  <a:lnTo>
                    <a:pt x="463346" y="723900"/>
                  </a:lnTo>
                  <a:lnTo>
                    <a:pt x="459143" y="720483"/>
                  </a:lnTo>
                  <a:lnTo>
                    <a:pt x="459143" y="740410"/>
                  </a:lnTo>
                  <a:lnTo>
                    <a:pt x="453313" y="740410"/>
                  </a:lnTo>
                  <a:lnTo>
                    <a:pt x="451015" y="732790"/>
                  </a:lnTo>
                  <a:lnTo>
                    <a:pt x="455168" y="732790"/>
                  </a:lnTo>
                  <a:lnTo>
                    <a:pt x="459143" y="740410"/>
                  </a:lnTo>
                  <a:lnTo>
                    <a:pt x="459143" y="720483"/>
                  </a:lnTo>
                  <a:lnTo>
                    <a:pt x="453974" y="716280"/>
                  </a:lnTo>
                  <a:lnTo>
                    <a:pt x="445973" y="713701"/>
                  </a:lnTo>
                  <a:lnTo>
                    <a:pt x="445973" y="789940"/>
                  </a:lnTo>
                  <a:lnTo>
                    <a:pt x="441985" y="797560"/>
                  </a:lnTo>
                  <a:lnTo>
                    <a:pt x="434073" y="797560"/>
                  </a:lnTo>
                  <a:lnTo>
                    <a:pt x="424281" y="821690"/>
                  </a:lnTo>
                  <a:lnTo>
                    <a:pt x="423887" y="821690"/>
                  </a:lnTo>
                  <a:lnTo>
                    <a:pt x="423887" y="871220"/>
                  </a:lnTo>
                  <a:lnTo>
                    <a:pt x="411289" y="895350"/>
                  </a:lnTo>
                  <a:lnTo>
                    <a:pt x="402539" y="887730"/>
                  </a:lnTo>
                  <a:lnTo>
                    <a:pt x="401637" y="878840"/>
                  </a:lnTo>
                  <a:lnTo>
                    <a:pt x="413118" y="871220"/>
                  </a:lnTo>
                  <a:lnTo>
                    <a:pt x="413016" y="862330"/>
                  </a:lnTo>
                  <a:lnTo>
                    <a:pt x="402374" y="862330"/>
                  </a:lnTo>
                  <a:lnTo>
                    <a:pt x="407746" y="854710"/>
                  </a:lnTo>
                  <a:lnTo>
                    <a:pt x="423887" y="871220"/>
                  </a:lnTo>
                  <a:lnTo>
                    <a:pt x="423887" y="821690"/>
                  </a:lnTo>
                  <a:lnTo>
                    <a:pt x="415556" y="821690"/>
                  </a:lnTo>
                  <a:lnTo>
                    <a:pt x="407695" y="830580"/>
                  </a:lnTo>
                  <a:lnTo>
                    <a:pt x="401916" y="821690"/>
                  </a:lnTo>
                  <a:lnTo>
                    <a:pt x="418528" y="814070"/>
                  </a:lnTo>
                  <a:lnTo>
                    <a:pt x="411772" y="805180"/>
                  </a:lnTo>
                  <a:lnTo>
                    <a:pt x="417474" y="805180"/>
                  </a:lnTo>
                  <a:lnTo>
                    <a:pt x="420611" y="797560"/>
                  </a:lnTo>
                  <a:lnTo>
                    <a:pt x="433247" y="797560"/>
                  </a:lnTo>
                  <a:lnTo>
                    <a:pt x="445973" y="789940"/>
                  </a:lnTo>
                  <a:lnTo>
                    <a:pt x="445973" y="713701"/>
                  </a:lnTo>
                  <a:lnTo>
                    <a:pt x="442239" y="712508"/>
                  </a:lnTo>
                  <a:lnTo>
                    <a:pt x="442239" y="716280"/>
                  </a:lnTo>
                  <a:lnTo>
                    <a:pt x="429031" y="723900"/>
                  </a:lnTo>
                  <a:lnTo>
                    <a:pt x="437794" y="732790"/>
                  </a:lnTo>
                  <a:lnTo>
                    <a:pt x="438302" y="749300"/>
                  </a:lnTo>
                  <a:lnTo>
                    <a:pt x="429996" y="756920"/>
                  </a:lnTo>
                  <a:lnTo>
                    <a:pt x="426897" y="751408"/>
                  </a:lnTo>
                  <a:lnTo>
                    <a:pt x="426897" y="781050"/>
                  </a:lnTo>
                  <a:lnTo>
                    <a:pt x="420408" y="789940"/>
                  </a:lnTo>
                  <a:lnTo>
                    <a:pt x="406374" y="781672"/>
                  </a:lnTo>
                  <a:lnTo>
                    <a:pt x="406374" y="789940"/>
                  </a:lnTo>
                  <a:lnTo>
                    <a:pt x="403110" y="797560"/>
                  </a:lnTo>
                  <a:lnTo>
                    <a:pt x="402920" y="797560"/>
                  </a:lnTo>
                  <a:lnTo>
                    <a:pt x="391680" y="789940"/>
                  </a:lnTo>
                  <a:lnTo>
                    <a:pt x="370497" y="805180"/>
                  </a:lnTo>
                  <a:lnTo>
                    <a:pt x="376783" y="797560"/>
                  </a:lnTo>
                  <a:lnTo>
                    <a:pt x="376631" y="797560"/>
                  </a:lnTo>
                  <a:lnTo>
                    <a:pt x="368579" y="789940"/>
                  </a:lnTo>
                  <a:lnTo>
                    <a:pt x="389267" y="781050"/>
                  </a:lnTo>
                  <a:lnTo>
                    <a:pt x="406374" y="789940"/>
                  </a:lnTo>
                  <a:lnTo>
                    <a:pt x="406374" y="781672"/>
                  </a:lnTo>
                  <a:lnTo>
                    <a:pt x="405333" y="781050"/>
                  </a:lnTo>
                  <a:lnTo>
                    <a:pt x="421551" y="773430"/>
                  </a:lnTo>
                  <a:lnTo>
                    <a:pt x="426897" y="781050"/>
                  </a:lnTo>
                  <a:lnTo>
                    <a:pt x="426897" y="751408"/>
                  </a:lnTo>
                  <a:lnTo>
                    <a:pt x="425716" y="749300"/>
                  </a:lnTo>
                  <a:lnTo>
                    <a:pt x="431622" y="740410"/>
                  </a:lnTo>
                  <a:lnTo>
                    <a:pt x="415493" y="740410"/>
                  </a:lnTo>
                  <a:lnTo>
                    <a:pt x="415417" y="742950"/>
                  </a:lnTo>
                  <a:lnTo>
                    <a:pt x="415213" y="749300"/>
                  </a:lnTo>
                  <a:lnTo>
                    <a:pt x="407085" y="749300"/>
                  </a:lnTo>
                  <a:lnTo>
                    <a:pt x="407085" y="756920"/>
                  </a:lnTo>
                  <a:lnTo>
                    <a:pt x="402196" y="772160"/>
                  </a:lnTo>
                  <a:lnTo>
                    <a:pt x="401967" y="771893"/>
                  </a:lnTo>
                  <a:lnTo>
                    <a:pt x="401967" y="773430"/>
                  </a:lnTo>
                  <a:lnTo>
                    <a:pt x="397027" y="781050"/>
                  </a:lnTo>
                  <a:lnTo>
                    <a:pt x="396151" y="773430"/>
                  </a:lnTo>
                  <a:lnTo>
                    <a:pt x="401967" y="773430"/>
                  </a:lnTo>
                  <a:lnTo>
                    <a:pt x="401967" y="771893"/>
                  </a:lnTo>
                  <a:lnTo>
                    <a:pt x="395770" y="764540"/>
                  </a:lnTo>
                  <a:lnTo>
                    <a:pt x="395935" y="764540"/>
                  </a:lnTo>
                  <a:lnTo>
                    <a:pt x="407085" y="756920"/>
                  </a:lnTo>
                  <a:lnTo>
                    <a:pt x="407085" y="749300"/>
                  </a:lnTo>
                  <a:lnTo>
                    <a:pt x="397446" y="749300"/>
                  </a:lnTo>
                  <a:lnTo>
                    <a:pt x="389877" y="740410"/>
                  </a:lnTo>
                  <a:lnTo>
                    <a:pt x="400900" y="740410"/>
                  </a:lnTo>
                  <a:lnTo>
                    <a:pt x="402094" y="732790"/>
                  </a:lnTo>
                  <a:lnTo>
                    <a:pt x="423532" y="732790"/>
                  </a:lnTo>
                  <a:lnTo>
                    <a:pt x="414464" y="725170"/>
                  </a:lnTo>
                  <a:lnTo>
                    <a:pt x="382574" y="725170"/>
                  </a:lnTo>
                  <a:lnTo>
                    <a:pt x="382574" y="749300"/>
                  </a:lnTo>
                  <a:lnTo>
                    <a:pt x="379323" y="756920"/>
                  </a:lnTo>
                  <a:lnTo>
                    <a:pt x="376707" y="749300"/>
                  </a:lnTo>
                  <a:lnTo>
                    <a:pt x="382574" y="749300"/>
                  </a:lnTo>
                  <a:lnTo>
                    <a:pt x="382574" y="725170"/>
                  </a:lnTo>
                  <a:lnTo>
                    <a:pt x="374408" y="725170"/>
                  </a:lnTo>
                  <a:lnTo>
                    <a:pt x="378498" y="732790"/>
                  </a:lnTo>
                  <a:lnTo>
                    <a:pt x="368363" y="732790"/>
                  </a:lnTo>
                  <a:lnTo>
                    <a:pt x="374408" y="725170"/>
                  </a:lnTo>
                  <a:lnTo>
                    <a:pt x="374269" y="723900"/>
                  </a:lnTo>
                  <a:lnTo>
                    <a:pt x="369443" y="723900"/>
                  </a:lnTo>
                  <a:lnTo>
                    <a:pt x="369735" y="716280"/>
                  </a:lnTo>
                  <a:lnTo>
                    <a:pt x="375869" y="708660"/>
                  </a:lnTo>
                  <a:lnTo>
                    <a:pt x="382803" y="716280"/>
                  </a:lnTo>
                  <a:lnTo>
                    <a:pt x="374269" y="723900"/>
                  </a:lnTo>
                  <a:lnTo>
                    <a:pt x="414159" y="723900"/>
                  </a:lnTo>
                  <a:lnTo>
                    <a:pt x="397243" y="716280"/>
                  </a:lnTo>
                  <a:lnTo>
                    <a:pt x="442239" y="716280"/>
                  </a:lnTo>
                  <a:lnTo>
                    <a:pt x="442239" y="712508"/>
                  </a:lnTo>
                  <a:lnTo>
                    <a:pt x="430339" y="708660"/>
                  </a:lnTo>
                  <a:lnTo>
                    <a:pt x="424637" y="699770"/>
                  </a:lnTo>
                  <a:lnTo>
                    <a:pt x="452983" y="699770"/>
                  </a:lnTo>
                  <a:lnTo>
                    <a:pt x="468083" y="675640"/>
                  </a:lnTo>
                  <a:lnTo>
                    <a:pt x="456882" y="683120"/>
                  </a:lnTo>
                  <a:lnTo>
                    <a:pt x="456755" y="683120"/>
                  </a:lnTo>
                  <a:lnTo>
                    <a:pt x="452031" y="692150"/>
                  </a:lnTo>
                  <a:lnTo>
                    <a:pt x="439813" y="692150"/>
                  </a:lnTo>
                  <a:lnTo>
                    <a:pt x="441629" y="683120"/>
                  </a:lnTo>
                  <a:lnTo>
                    <a:pt x="445173" y="666750"/>
                  </a:lnTo>
                  <a:lnTo>
                    <a:pt x="423214" y="666750"/>
                  </a:lnTo>
                  <a:lnTo>
                    <a:pt x="417423" y="675640"/>
                  </a:lnTo>
                  <a:lnTo>
                    <a:pt x="418719" y="675640"/>
                  </a:lnTo>
                  <a:lnTo>
                    <a:pt x="421703" y="683120"/>
                  </a:lnTo>
                  <a:lnTo>
                    <a:pt x="411200" y="683120"/>
                  </a:lnTo>
                  <a:lnTo>
                    <a:pt x="411200" y="699770"/>
                  </a:lnTo>
                  <a:lnTo>
                    <a:pt x="390563" y="699770"/>
                  </a:lnTo>
                  <a:lnTo>
                    <a:pt x="405206" y="692150"/>
                  </a:lnTo>
                  <a:lnTo>
                    <a:pt x="411200" y="699770"/>
                  </a:lnTo>
                  <a:lnTo>
                    <a:pt x="411200" y="683120"/>
                  </a:lnTo>
                  <a:lnTo>
                    <a:pt x="401459" y="683120"/>
                  </a:lnTo>
                  <a:lnTo>
                    <a:pt x="408355" y="675640"/>
                  </a:lnTo>
                  <a:lnTo>
                    <a:pt x="402221" y="666750"/>
                  </a:lnTo>
                  <a:lnTo>
                    <a:pt x="406742" y="666750"/>
                  </a:lnTo>
                  <a:lnTo>
                    <a:pt x="414921" y="651471"/>
                  </a:lnTo>
                  <a:lnTo>
                    <a:pt x="421208" y="651471"/>
                  </a:lnTo>
                  <a:lnTo>
                    <a:pt x="421970" y="659130"/>
                  </a:lnTo>
                  <a:lnTo>
                    <a:pt x="451192" y="659130"/>
                  </a:lnTo>
                  <a:lnTo>
                    <a:pt x="450672" y="666750"/>
                  </a:lnTo>
                  <a:lnTo>
                    <a:pt x="462953" y="666750"/>
                  </a:lnTo>
                  <a:lnTo>
                    <a:pt x="475869" y="659130"/>
                  </a:lnTo>
                  <a:lnTo>
                    <a:pt x="480415" y="666750"/>
                  </a:lnTo>
                  <a:lnTo>
                    <a:pt x="490486" y="659130"/>
                  </a:lnTo>
                  <a:lnTo>
                    <a:pt x="491375" y="683120"/>
                  </a:lnTo>
                  <a:lnTo>
                    <a:pt x="491248" y="683120"/>
                  </a:lnTo>
                  <a:lnTo>
                    <a:pt x="500468" y="692150"/>
                  </a:lnTo>
                  <a:lnTo>
                    <a:pt x="481787" y="692150"/>
                  </a:lnTo>
                  <a:lnTo>
                    <a:pt x="465226" y="699770"/>
                  </a:lnTo>
                  <a:lnTo>
                    <a:pt x="461683" y="708660"/>
                  </a:lnTo>
                  <a:lnTo>
                    <a:pt x="501992" y="692150"/>
                  </a:lnTo>
                  <a:lnTo>
                    <a:pt x="508076" y="699770"/>
                  </a:lnTo>
                  <a:lnTo>
                    <a:pt x="511492" y="708660"/>
                  </a:lnTo>
                  <a:lnTo>
                    <a:pt x="511492" y="677176"/>
                  </a:lnTo>
                  <a:lnTo>
                    <a:pt x="509765" y="675640"/>
                  </a:lnTo>
                  <a:lnTo>
                    <a:pt x="501967" y="675640"/>
                  </a:lnTo>
                  <a:lnTo>
                    <a:pt x="495058" y="666750"/>
                  </a:lnTo>
                  <a:lnTo>
                    <a:pt x="522820" y="666750"/>
                  </a:lnTo>
                  <a:lnTo>
                    <a:pt x="522820" y="659130"/>
                  </a:lnTo>
                  <a:lnTo>
                    <a:pt x="504545" y="659130"/>
                  </a:lnTo>
                  <a:lnTo>
                    <a:pt x="503110" y="650443"/>
                  </a:lnTo>
                  <a:lnTo>
                    <a:pt x="503288" y="651471"/>
                  </a:lnTo>
                  <a:lnTo>
                    <a:pt x="630897" y="651471"/>
                  </a:lnTo>
                  <a:lnTo>
                    <a:pt x="630897" y="650240"/>
                  </a:lnTo>
                  <a:lnTo>
                    <a:pt x="503135" y="650240"/>
                  </a:lnTo>
                  <a:lnTo>
                    <a:pt x="503186" y="649986"/>
                  </a:lnTo>
                  <a:lnTo>
                    <a:pt x="509397" y="635000"/>
                  </a:lnTo>
                  <a:lnTo>
                    <a:pt x="519455" y="635000"/>
                  </a:lnTo>
                  <a:lnTo>
                    <a:pt x="537806" y="626110"/>
                  </a:lnTo>
                  <a:lnTo>
                    <a:pt x="550024" y="635000"/>
                  </a:lnTo>
                  <a:lnTo>
                    <a:pt x="560806" y="635000"/>
                  </a:lnTo>
                  <a:lnTo>
                    <a:pt x="556069" y="642607"/>
                  </a:lnTo>
                  <a:lnTo>
                    <a:pt x="564273" y="642607"/>
                  </a:lnTo>
                  <a:lnTo>
                    <a:pt x="580351" y="635000"/>
                  </a:lnTo>
                  <a:lnTo>
                    <a:pt x="606488" y="635000"/>
                  </a:lnTo>
                  <a:lnTo>
                    <a:pt x="611924" y="642607"/>
                  </a:lnTo>
                  <a:lnTo>
                    <a:pt x="632358" y="648970"/>
                  </a:lnTo>
                  <a:lnTo>
                    <a:pt x="635838" y="642607"/>
                  </a:lnTo>
                  <a:lnTo>
                    <a:pt x="630897" y="642607"/>
                  </a:lnTo>
                  <a:lnTo>
                    <a:pt x="631329" y="635000"/>
                  </a:lnTo>
                  <a:lnTo>
                    <a:pt x="624268" y="626110"/>
                  </a:lnTo>
                  <a:lnTo>
                    <a:pt x="611276" y="626110"/>
                  </a:lnTo>
                  <a:lnTo>
                    <a:pt x="619810" y="618490"/>
                  </a:lnTo>
                  <a:lnTo>
                    <a:pt x="617423" y="610870"/>
                  </a:lnTo>
                  <a:lnTo>
                    <a:pt x="603796" y="610870"/>
                  </a:lnTo>
                  <a:lnTo>
                    <a:pt x="605307" y="594283"/>
                  </a:lnTo>
                  <a:lnTo>
                    <a:pt x="619290" y="594283"/>
                  </a:lnTo>
                  <a:lnTo>
                    <a:pt x="608368" y="585470"/>
                  </a:lnTo>
                  <a:lnTo>
                    <a:pt x="587082" y="579628"/>
                  </a:lnTo>
                  <a:lnTo>
                    <a:pt x="587082" y="610870"/>
                  </a:lnTo>
                  <a:lnTo>
                    <a:pt x="578497" y="601980"/>
                  </a:lnTo>
                  <a:lnTo>
                    <a:pt x="585825" y="594487"/>
                  </a:lnTo>
                  <a:lnTo>
                    <a:pt x="587082" y="610870"/>
                  </a:lnTo>
                  <a:lnTo>
                    <a:pt x="587082" y="579628"/>
                  </a:lnTo>
                  <a:lnTo>
                    <a:pt x="580605" y="577850"/>
                  </a:lnTo>
                  <a:lnTo>
                    <a:pt x="577380" y="570064"/>
                  </a:lnTo>
                  <a:lnTo>
                    <a:pt x="577380" y="594283"/>
                  </a:lnTo>
                  <a:lnTo>
                    <a:pt x="558330" y="601980"/>
                  </a:lnTo>
                  <a:lnTo>
                    <a:pt x="548805" y="594283"/>
                  </a:lnTo>
                  <a:lnTo>
                    <a:pt x="548995" y="594283"/>
                  </a:lnTo>
                  <a:lnTo>
                    <a:pt x="547433" y="585470"/>
                  </a:lnTo>
                  <a:lnTo>
                    <a:pt x="545833" y="577850"/>
                  </a:lnTo>
                  <a:lnTo>
                    <a:pt x="576567" y="594283"/>
                  </a:lnTo>
                  <a:lnTo>
                    <a:pt x="577380" y="594283"/>
                  </a:lnTo>
                  <a:lnTo>
                    <a:pt x="577380" y="570064"/>
                  </a:lnTo>
                  <a:lnTo>
                    <a:pt x="576922" y="568960"/>
                  </a:lnTo>
                  <a:lnTo>
                    <a:pt x="584733" y="568960"/>
                  </a:lnTo>
                  <a:lnTo>
                    <a:pt x="584733" y="561340"/>
                  </a:lnTo>
                  <a:lnTo>
                    <a:pt x="584809" y="568960"/>
                  </a:lnTo>
                  <a:lnTo>
                    <a:pt x="649211" y="577850"/>
                  </a:lnTo>
                  <a:lnTo>
                    <a:pt x="644779" y="568960"/>
                  </a:lnTo>
                  <a:lnTo>
                    <a:pt x="655434" y="568960"/>
                  </a:lnTo>
                  <a:lnTo>
                    <a:pt x="659130" y="585470"/>
                  </a:lnTo>
                  <a:lnTo>
                    <a:pt x="659130" y="518261"/>
                  </a:lnTo>
                  <a:lnTo>
                    <a:pt x="656971" y="520700"/>
                  </a:lnTo>
                  <a:lnTo>
                    <a:pt x="655459" y="518198"/>
                  </a:lnTo>
                  <a:lnTo>
                    <a:pt x="655459" y="553720"/>
                  </a:lnTo>
                  <a:lnTo>
                    <a:pt x="644245" y="553720"/>
                  </a:lnTo>
                  <a:lnTo>
                    <a:pt x="641807" y="544830"/>
                  </a:lnTo>
                  <a:lnTo>
                    <a:pt x="636943" y="528320"/>
                  </a:lnTo>
                  <a:lnTo>
                    <a:pt x="654291" y="528320"/>
                  </a:lnTo>
                  <a:lnTo>
                    <a:pt x="655459" y="553720"/>
                  </a:lnTo>
                  <a:lnTo>
                    <a:pt x="655459" y="518198"/>
                  </a:lnTo>
                  <a:lnTo>
                    <a:pt x="652373" y="513080"/>
                  </a:lnTo>
                  <a:lnTo>
                    <a:pt x="657707" y="504190"/>
                  </a:lnTo>
                  <a:lnTo>
                    <a:pt x="663702" y="513080"/>
                  </a:lnTo>
                  <a:lnTo>
                    <a:pt x="663702" y="482638"/>
                  </a:lnTo>
                  <a:lnTo>
                    <a:pt x="661136" y="480923"/>
                  </a:lnTo>
                  <a:lnTo>
                    <a:pt x="659942" y="480123"/>
                  </a:lnTo>
                  <a:lnTo>
                    <a:pt x="662546" y="487680"/>
                  </a:lnTo>
                  <a:lnTo>
                    <a:pt x="657885" y="496570"/>
                  </a:lnTo>
                  <a:lnTo>
                    <a:pt x="652246" y="487680"/>
                  </a:lnTo>
                  <a:lnTo>
                    <a:pt x="634720" y="504190"/>
                  </a:lnTo>
                  <a:lnTo>
                    <a:pt x="637578" y="504190"/>
                  </a:lnTo>
                  <a:lnTo>
                    <a:pt x="628053" y="544830"/>
                  </a:lnTo>
                  <a:lnTo>
                    <a:pt x="623176" y="544830"/>
                  </a:lnTo>
                  <a:lnTo>
                    <a:pt x="623176" y="553720"/>
                  </a:lnTo>
                  <a:lnTo>
                    <a:pt x="618451" y="561340"/>
                  </a:lnTo>
                  <a:lnTo>
                    <a:pt x="601002" y="553720"/>
                  </a:lnTo>
                  <a:lnTo>
                    <a:pt x="590842" y="544830"/>
                  </a:lnTo>
                  <a:lnTo>
                    <a:pt x="584758" y="544830"/>
                  </a:lnTo>
                  <a:lnTo>
                    <a:pt x="595757" y="537210"/>
                  </a:lnTo>
                  <a:lnTo>
                    <a:pt x="604354" y="544830"/>
                  </a:lnTo>
                  <a:lnTo>
                    <a:pt x="620522" y="553720"/>
                  </a:lnTo>
                  <a:lnTo>
                    <a:pt x="623176" y="553720"/>
                  </a:lnTo>
                  <a:lnTo>
                    <a:pt x="623176" y="544830"/>
                  </a:lnTo>
                  <a:lnTo>
                    <a:pt x="613981" y="544830"/>
                  </a:lnTo>
                  <a:lnTo>
                    <a:pt x="612800" y="537210"/>
                  </a:lnTo>
                  <a:lnTo>
                    <a:pt x="604583" y="528320"/>
                  </a:lnTo>
                  <a:lnTo>
                    <a:pt x="578497" y="528320"/>
                  </a:lnTo>
                  <a:lnTo>
                    <a:pt x="575348" y="525119"/>
                  </a:lnTo>
                  <a:lnTo>
                    <a:pt x="575348" y="542290"/>
                  </a:lnTo>
                  <a:lnTo>
                    <a:pt x="571614" y="553720"/>
                  </a:lnTo>
                  <a:lnTo>
                    <a:pt x="565683" y="544830"/>
                  </a:lnTo>
                  <a:lnTo>
                    <a:pt x="569645" y="537210"/>
                  </a:lnTo>
                  <a:lnTo>
                    <a:pt x="575348" y="542290"/>
                  </a:lnTo>
                  <a:lnTo>
                    <a:pt x="575348" y="525119"/>
                  </a:lnTo>
                  <a:lnTo>
                    <a:pt x="571017" y="520700"/>
                  </a:lnTo>
                  <a:lnTo>
                    <a:pt x="563905" y="528320"/>
                  </a:lnTo>
                  <a:lnTo>
                    <a:pt x="556006" y="528320"/>
                  </a:lnTo>
                  <a:lnTo>
                    <a:pt x="558228" y="513080"/>
                  </a:lnTo>
                  <a:lnTo>
                    <a:pt x="557707" y="504190"/>
                  </a:lnTo>
                  <a:lnTo>
                    <a:pt x="566153" y="513080"/>
                  </a:lnTo>
                  <a:lnTo>
                    <a:pt x="568553" y="504190"/>
                  </a:lnTo>
                  <a:lnTo>
                    <a:pt x="597027" y="520700"/>
                  </a:lnTo>
                  <a:lnTo>
                    <a:pt x="618896" y="520700"/>
                  </a:lnTo>
                  <a:lnTo>
                    <a:pt x="606767" y="513080"/>
                  </a:lnTo>
                  <a:lnTo>
                    <a:pt x="598030" y="504190"/>
                  </a:lnTo>
                  <a:lnTo>
                    <a:pt x="592620" y="513080"/>
                  </a:lnTo>
                  <a:lnTo>
                    <a:pt x="585635" y="504190"/>
                  </a:lnTo>
                  <a:lnTo>
                    <a:pt x="582841" y="496570"/>
                  </a:lnTo>
                  <a:lnTo>
                    <a:pt x="585101" y="472440"/>
                  </a:lnTo>
                  <a:lnTo>
                    <a:pt x="570636" y="487680"/>
                  </a:lnTo>
                  <a:lnTo>
                    <a:pt x="557110" y="479958"/>
                  </a:lnTo>
                  <a:lnTo>
                    <a:pt x="557428" y="479958"/>
                  </a:lnTo>
                  <a:lnTo>
                    <a:pt x="559917" y="472440"/>
                  </a:lnTo>
                  <a:lnTo>
                    <a:pt x="553821" y="455930"/>
                  </a:lnTo>
                  <a:lnTo>
                    <a:pt x="576948" y="455930"/>
                  </a:lnTo>
                  <a:lnTo>
                    <a:pt x="576313" y="447040"/>
                  </a:lnTo>
                  <a:lnTo>
                    <a:pt x="568464" y="447040"/>
                  </a:lnTo>
                  <a:lnTo>
                    <a:pt x="568960" y="439420"/>
                  </a:lnTo>
                  <a:lnTo>
                    <a:pt x="581901" y="439420"/>
                  </a:lnTo>
                  <a:lnTo>
                    <a:pt x="594093" y="447040"/>
                  </a:lnTo>
                  <a:lnTo>
                    <a:pt x="585495" y="455930"/>
                  </a:lnTo>
                  <a:lnTo>
                    <a:pt x="590740" y="463550"/>
                  </a:lnTo>
                  <a:lnTo>
                    <a:pt x="621538" y="472440"/>
                  </a:lnTo>
                  <a:lnTo>
                    <a:pt x="623252" y="487680"/>
                  </a:lnTo>
                  <a:lnTo>
                    <a:pt x="609092" y="496570"/>
                  </a:lnTo>
                  <a:lnTo>
                    <a:pt x="633095" y="496570"/>
                  </a:lnTo>
                  <a:lnTo>
                    <a:pt x="644740" y="480123"/>
                  </a:lnTo>
                  <a:lnTo>
                    <a:pt x="657834" y="487680"/>
                  </a:lnTo>
                  <a:lnTo>
                    <a:pt x="659942" y="480123"/>
                  </a:lnTo>
                  <a:lnTo>
                    <a:pt x="659993" y="479958"/>
                  </a:lnTo>
                  <a:lnTo>
                    <a:pt x="659930" y="480110"/>
                  </a:lnTo>
                  <a:lnTo>
                    <a:pt x="659726" y="479958"/>
                  </a:lnTo>
                  <a:lnTo>
                    <a:pt x="648779" y="472440"/>
                  </a:lnTo>
                  <a:lnTo>
                    <a:pt x="648779" y="463550"/>
                  </a:lnTo>
                  <a:lnTo>
                    <a:pt x="642683" y="472440"/>
                  </a:lnTo>
                  <a:lnTo>
                    <a:pt x="643610" y="479958"/>
                  </a:lnTo>
                  <a:lnTo>
                    <a:pt x="635673" y="479958"/>
                  </a:lnTo>
                  <a:lnTo>
                    <a:pt x="640003" y="472440"/>
                  </a:lnTo>
                  <a:lnTo>
                    <a:pt x="618083" y="439420"/>
                  </a:lnTo>
                  <a:lnTo>
                    <a:pt x="604608" y="439420"/>
                  </a:lnTo>
                  <a:lnTo>
                    <a:pt x="599668" y="430530"/>
                  </a:lnTo>
                  <a:lnTo>
                    <a:pt x="582383" y="430530"/>
                  </a:lnTo>
                  <a:lnTo>
                    <a:pt x="587006" y="422910"/>
                  </a:lnTo>
                  <a:lnTo>
                    <a:pt x="591629" y="415290"/>
                  </a:lnTo>
                  <a:lnTo>
                    <a:pt x="577075" y="406400"/>
                  </a:lnTo>
                  <a:lnTo>
                    <a:pt x="583349" y="398780"/>
                  </a:lnTo>
                  <a:lnTo>
                    <a:pt x="592162" y="398780"/>
                  </a:lnTo>
                  <a:lnTo>
                    <a:pt x="620636" y="406400"/>
                  </a:lnTo>
                  <a:lnTo>
                    <a:pt x="625030" y="398780"/>
                  </a:lnTo>
                  <a:lnTo>
                    <a:pt x="629424" y="389890"/>
                  </a:lnTo>
                  <a:lnTo>
                    <a:pt x="633831" y="382270"/>
                  </a:lnTo>
                  <a:lnTo>
                    <a:pt x="647636" y="374650"/>
                  </a:lnTo>
                  <a:lnTo>
                    <a:pt x="628599" y="374650"/>
                  </a:lnTo>
                  <a:lnTo>
                    <a:pt x="624420" y="373735"/>
                  </a:lnTo>
                  <a:lnTo>
                    <a:pt x="624420" y="374650"/>
                  </a:lnTo>
                  <a:lnTo>
                    <a:pt x="623684" y="382270"/>
                  </a:lnTo>
                  <a:lnTo>
                    <a:pt x="598754" y="389890"/>
                  </a:lnTo>
                  <a:lnTo>
                    <a:pt x="603034" y="382270"/>
                  </a:lnTo>
                  <a:lnTo>
                    <a:pt x="602056" y="374650"/>
                  </a:lnTo>
                  <a:lnTo>
                    <a:pt x="624420" y="374650"/>
                  </a:lnTo>
                  <a:lnTo>
                    <a:pt x="624420" y="373735"/>
                  </a:lnTo>
                  <a:lnTo>
                    <a:pt x="587743" y="365594"/>
                  </a:lnTo>
                  <a:lnTo>
                    <a:pt x="582942" y="365594"/>
                  </a:lnTo>
                  <a:lnTo>
                    <a:pt x="591324" y="374650"/>
                  </a:lnTo>
                  <a:lnTo>
                    <a:pt x="593572" y="374650"/>
                  </a:lnTo>
                  <a:lnTo>
                    <a:pt x="590562" y="382270"/>
                  </a:lnTo>
                  <a:lnTo>
                    <a:pt x="583679" y="382270"/>
                  </a:lnTo>
                  <a:lnTo>
                    <a:pt x="578878" y="389890"/>
                  </a:lnTo>
                  <a:lnTo>
                    <a:pt x="572808" y="382270"/>
                  </a:lnTo>
                  <a:lnTo>
                    <a:pt x="577430" y="398780"/>
                  </a:lnTo>
                  <a:lnTo>
                    <a:pt x="571982" y="406400"/>
                  </a:lnTo>
                  <a:lnTo>
                    <a:pt x="567969" y="403479"/>
                  </a:lnTo>
                  <a:lnTo>
                    <a:pt x="567969" y="415290"/>
                  </a:lnTo>
                  <a:lnTo>
                    <a:pt x="563270" y="422910"/>
                  </a:lnTo>
                  <a:lnTo>
                    <a:pt x="559244" y="415290"/>
                  </a:lnTo>
                  <a:lnTo>
                    <a:pt x="567969" y="415290"/>
                  </a:lnTo>
                  <a:lnTo>
                    <a:pt x="567969" y="403479"/>
                  </a:lnTo>
                  <a:lnTo>
                    <a:pt x="561517" y="398780"/>
                  </a:lnTo>
                  <a:lnTo>
                    <a:pt x="561238" y="398780"/>
                  </a:lnTo>
                  <a:lnTo>
                    <a:pt x="572770" y="382270"/>
                  </a:lnTo>
                  <a:lnTo>
                    <a:pt x="573062" y="382270"/>
                  </a:lnTo>
                  <a:lnTo>
                    <a:pt x="572452" y="374650"/>
                  </a:lnTo>
                  <a:lnTo>
                    <a:pt x="558355" y="368401"/>
                  </a:lnTo>
                  <a:lnTo>
                    <a:pt x="558355" y="374650"/>
                  </a:lnTo>
                  <a:lnTo>
                    <a:pt x="558342" y="389890"/>
                  </a:lnTo>
                  <a:lnTo>
                    <a:pt x="557568" y="389890"/>
                  </a:lnTo>
                  <a:lnTo>
                    <a:pt x="557568" y="406400"/>
                  </a:lnTo>
                  <a:lnTo>
                    <a:pt x="554748" y="415290"/>
                  </a:lnTo>
                  <a:lnTo>
                    <a:pt x="550265" y="415290"/>
                  </a:lnTo>
                  <a:lnTo>
                    <a:pt x="549084" y="416483"/>
                  </a:lnTo>
                  <a:lnTo>
                    <a:pt x="549084" y="487680"/>
                  </a:lnTo>
                  <a:lnTo>
                    <a:pt x="536968" y="496570"/>
                  </a:lnTo>
                  <a:lnTo>
                    <a:pt x="536638" y="487680"/>
                  </a:lnTo>
                  <a:lnTo>
                    <a:pt x="542912" y="487680"/>
                  </a:lnTo>
                  <a:lnTo>
                    <a:pt x="526821" y="481876"/>
                  </a:lnTo>
                  <a:lnTo>
                    <a:pt x="526821" y="568960"/>
                  </a:lnTo>
                  <a:lnTo>
                    <a:pt x="521550" y="568960"/>
                  </a:lnTo>
                  <a:lnTo>
                    <a:pt x="522236" y="553720"/>
                  </a:lnTo>
                  <a:lnTo>
                    <a:pt x="526821" y="568960"/>
                  </a:lnTo>
                  <a:lnTo>
                    <a:pt x="526821" y="481876"/>
                  </a:lnTo>
                  <a:lnTo>
                    <a:pt x="521995" y="480123"/>
                  </a:lnTo>
                  <a:lnTo>
                    <a:pt x="514045" y="487680"/>
                  </a:lnTo>
                  <a:lnTo>
                    <a:pt x="507949" y="487680"/>
                  </a:lnTo>
                  <a:lnTo>
                    <a:pt x="507606" y="487680"/>
                  </a:lnTo>
                  <a:lnTo>
                    <a:pt x="513105" y="504190"/>
                  </a:lnTo>
                  <a:lnTo>
                    <a:pt x="509054" y="513080"/>
                  </a:lnTo>
                  <a:lnTo>
                    <a:pt x="516204" y="513080"/>
                  </a:lnTo>
                  <a:lnTo>
                    <a:pt x="509041" y="536511"/>
                  </a:lnTo>
                  <a:lnTo>
                    <a:pt x="509041" y="618490"/>
                  </a:lnTo>
                  <a:lnTo>
                    <a:pt x="498932" y="629183"/>
                  </a:lnTo>
                  <a:lnTo>
                    <a:pt x="498932" y="659130"/>
                  </a:lnTo>
                  <a:lnTo>
                    <a:pt x="490778" y="659130"/>
                  </a:lnTo>
                  <a:lnTo>
                    <a:pt x="493547" y="651471"/>
                  </a:lnTo>
                  <a:lnTo>
                    <a:pt x="498322" y="651471"/>
                  </a:lnTo>
                  <a:lnTo>
                    <a:pt x="498932" y="659130"/>
                  </a:lnTo>
                  <a:lnTo>
                    <a:pt x="498932" y="629183"/>
                  </a:lnTo>
                  <a:lnTo>
                    <a:pt x="493420" y="635000"/>
                  </a:lnTo>
                  <a:lnTo>
                    <a:pt x="490562" y="642607"/>
                  </a:lnTo>
                  <a:lnTo>
                    <a:pt x="497624" y="642607"/>
                  </a:lnTo>
                  <a:lnTo>
                    <a:pt x="498221" y="650240"/>
                  </a:lnTo>
                  <a:lnTo>
                    <a:pt x="493991" y="650240"/>
                  </a:lnTo>
                  <a:lnTo>
                    <a:pt x="493915" y="650443"/>
                  </a:lnTo>
                  <a:lnTo>
                    <a:pt x="493877" y="649986"/>
                  </a:lnTo>
                  <a:lnTo>
                    <a:pt x="490550" y="642607"/>
                  </a:lnTo>
                  <a:lnTo>
                    <a:pt x="483577" y="626110"/>
                  </a:lnTo>
                  <a:lnTo>
                    <a:pt x="482473" y="626110"/>
                  </a:lnTo>
                  <a:lnTo>
                    <a:pt x="491553" y="618490"/>
                  </a:lnTo>
                  <a:lnTo>
                    <a:pt x="485178" y="618490"/>
                  </a:lnTo>
                  <a:lnTo>
                    <a:pt x="491655" y="610870"/>
                  </a:lnTo>
                  <a:lnTo>
                    <a:pt x="509041" y="618490"/>
                  </a:lnTo>
                  <a:lnTo>
                    <a:pt x="509041" y="536511"/>
                  </a:lnTo>
                  <a:lnTo>
                    <a:pt x="508901" y="536968"/>
                  </a:lnTo>
                  <a:lnTo>
                    <a:pt x="508901" y="553720"/>
                  </a:lnTo>
                  <a:lnTo>
                    <a:pt x="503262" y="568960"/>
                  </a:lnTo>
                  <a:lnTo>
                    <a:pt x="490994" y="553720"/>
                  </a:lnTo>
                  <a:lnTo>
                    <a:pt x="505345" y="561340"/>
                  </a:lnTo>
                  <a:lnTo>
                    <a:pt x="504050" y="553720"/>
                  </a:lnTo>
                  <a:lnTo>
                    <a:pt x="508901" y="553720"/>
                  </a:lnTo>
                  <a:lnTo>
                    <a:pt x="508901" y="536968"/>
                  </a:lnTo>
                  <a:lnTo>
                    <a:pt x="508825" y="537210"/>
                  </a:lnTo>
                  <a:lnTo>
                    <a:pt x="502373" y="537210"/>
                  </a:lnTo>
                  <a:lnTo>
                    <a:pt x="501256" y="528320"/>
                  </a:lnTo>
                  <a:lnTo>
                    <a:pt x="500151" y="520700"/>
                  </a:lnTo>
                  <a:lnTo>
                    <a:pt x="499033" y="513080"/>
                  </a:lnTo>
                  <a:lnTo>
                    <a:pt x="491972" y="520700"/>
                  </a:lnTo>
                  <a:lnTo>
                    <a:pt x="490169" y="516597"/>
                  </a:lnTo>
                  <a:lnTo>
                    <a:pt x="490169" y="528320"/>
                  </a:lnTo>
                  <a:lnTo>
                    <a:pt x="483019" y="528320"/>
                  </a:lnTo>
                  <a:lnTo>
                    <a:pt x="481444" y="527710"/>
                  </a:lnTo>
                  <a:lnTo>
                    <a:pt x="481444" y="626110"/>
                  </a:lnTo>
                  <a:lnTo>
                    <a:pt x="465378" y="618490"/>
                  </a:lnTo>
                  <a:lnTo>
                    <a:pt x="468782" y="618490"/>
                  </a:lnTo>
                  <a:lnTo>
                    <a:pt x="464337" y="610870"/>
                  </a:lnTo>
                  <a:lnTo>
                    <a:pt x="474179" y="610870"/>
                  </a:lnTo>
                  <a:lnTo>
                    <a:pt x="481444" y="626110"/>
                  </a:lnTo>
                  <a:lnTo>
                    <a:pt x="481444" y="527710"/>
                  </a:lnTo>
                  <a:lnTo>
                    <a:pt x="463537" y="520700"/>
                  </a:lnTo>
                  <a:lnTo>
                    <a:pt x="477913" y="513080"/>
                  </a:lnTo>
                  <a:lnTo>
                    <a:pt x="490169" y="528320"/>
                  </a:lnTo>
                  <a:lnTo>
                    <a:pt x="490169" y="516597"/>
                  </a:lnTo>
                  <a:lnTo>
                    <a:pt x="488632" y="513080"/>
                  </a:lnTo>
                  <a:lnTo>
                    <a:pt x="489508" y="496570"/>
                  </a:lnTo>
                  <a:lnTo>
                    <a:pt x="483476" y="487680"/>
                  </a:lnTo>
                  <a:lnTo>
                    <a:pt x="496506" y="487680"/>
                  </a:lnTo>
                  <a:lnTo>
                    <a:pt x="499516" y="496570"/>
                  </a:lnTo>
                  <a:lnTo>
                    <a:pt x="504990" y="487680"/>
                  </a:lnTo>
                  <a:lnTo>
                    <a:pt x="489826" y="479958"/>
                  </a:lnTo>
                  <a:lnTo>
                    <a:pt x="477989" y="479958"/>
                  </a:lnTo>
                  <a:lnTo>
                    <a:pt x="500341" y="472440"/>
                  </a:lnTo>
                  <a:lnTo>
                    <a:pt x="507949" y="487680"/>
                  </a:lnTo>
                  <a:lnTo>
                    <a:pt x="511771" y="455930"/>
                  </a:lnTo>
                  <a:lnTo>
                    <a:pt x="512724" y="447040"/>
                  </a:lnTo>
                  <a:lnTo>
                    <a:pt x="504672" y="455930"/>
                  </a:lnTo>
                  <a:lnTo>
                    <a:pt x="491299" y="447040"/>
                  </a:lnTo>
                  <a:lnTo>
                    <a:pt x="499516" y="463550"/>
                  </a:lnTo>
                  <a:lnTo>
                    <a:pt x="466940" y="463550"/>
                  </a:lnTo>
                  <a:lnTo>
                    <a:pt x="461162" y="470001"/>
                  </a:lnTo>
                  <a:lnTo>
                    <a:pt x="461162" y="568960"/>
                  </a:lnTo>
                  <a:lnTo>
                    <a:pt x="460108" y="577850"/>
                  </a:lnTo>
                  <a:lnTo>
                    <a:pt x="452882" y="577850"/>
                  </a:lnTo>
                  <a:lnTo>
                    <a:pt x="454736" y="585470"/>
                  </a:lnTo>
                  <a:lnTo>
                    <a:pt x="449402" y="585470"/>
                  </a:lnTo>
                  <a:lnTo>
                    <a:pt x="452882" y="577850"/>
                  </a:lnTo>
                  <a:lnTo>
                    <a:pt x="451561" y="577850"/>
                  </a:lnTo>
                  <a:lnTo>
                    <a:pt x="435698" y="567588"/>
                  </a:lnTo>
                  <a:lnTo>
                    <a:pt x="435698" y="577850"/>
                  </a:lnTo>
                  <a:lnTo>
                    <a:pt x="435457" y="578726"/>
                  </a:lnTo>
                  <a:lnTo>
                    <a:pt x="435457" y="618490"/>
                  </a:lnTo>
                  <a:lnTo>
                    <a:pt x="426974" y="626110"/>
                  </a:lnTo>
                  <a:lnTo>
                    <a:pt x="421081" y="621030"/>
                  </a:lnTo>
                  <a:lnTo>
                    <a:pt x="421081" y="650240"/>
                  </a:lnTo>
                  <a:lnTo>
                    <a:pt x="415658" y="650240"/>
                  </a:lnTo>
                  <a:lnTo>
                    <a:pt x="420331" y="642632"/>
                  </a:lnTo>
                  <a:lnTo>
                    <a:pt x="421081" y="650240"/>
                  </a:lnTo>
                  <a:lnTo>
                    <a:pt x="421081" y="621030"/>
                  </a:lnTo>
                  <a:lnTo>
                    <a:pt x="418147" y="618490"/>
                  </a:lnTo>
                  <a:lnTo>
                    <a:pt x="435457" y="618490"/>
                  </a:lnTo>
                  <a:lnTo>
                    <a:pt x="435457" y="578726"/>
                  </a:lnTo>
                  <a:lnTo>
                    <a:pt x="431139" y="594283"/>
                  </a:lnTo>
                  <a:lnTo>
                    <a:pt x="429577" y="594283"/>
                  </a:lnTo>
                  <a:lnTo>
                    <a:pt x="429577" y="601980"/>
                  </a:lnTo>
                  <a:lnTo>
                    <a:pt x="428917" y="610870"/>
                  </a:lnTo>
                  <a:lnTo>
                    <a:pt x="417334" y="610870"/>
                  </a:lnTo>
                  <a:lnTo>
                    <a:pt x="406793" y="626110"/>
                  </a:lnTo>
                  <a:lnTo>
                    <a:pt x="400113" y="635000"/>
                  </a:lnTo>
                  <a:lnTo>
                    <a:pt x="399110" y="626110"/>
                  </a:lnTo>
                  <a:lnTo>
                    <a:pt x="392569" y="626110"/>
                  </a:lnTo>
                  <a:lnTo>
                    <a:pt x="397903" y="618490"/>
                  </a:lnTo>
                  <a:lnTo>
                    <a:pt x="394728" y="601980"/>
                  </a:lnTo>
                  <a:lnTo>
                    <a:pt x="391617" y="599503"/>
                  </a:lnTo>
                  <a:lnTo>
                    <a:pt x="391617" y="651471"/>
                  </a:lnTo>
                  <a:lnTo>
                    <a:pt x="366382" y="657555"/>
                  </a:lnTo>
                  <a:lnTo>
                    <a:pt x="366382" y="723900"/>
                  </a:lnTo>
                  <a:lnTo>
                    <a:pt x="361784" y="732790"/>
                  </a:lnTo>
                  <a:lnTo>
                    <a:pt x="357098" y="732790"/>
                  </a:lnTo>
                  <a:lnTo>
                    <a:pt x="357098" y="764540"/>
                  </a:lnTo>
                  <a:lnTo>
                    <a:pt x="345313" y="764540"/>
                  </a:lnTo>
                  <a:lnTo>
                    <a:pt x="345313" y="838098"/>
                  </a:lnTo>
                  <a:lnTo>
                    <a:pt x="342468" y="838098"/>
                  </a:lnTo>
                  <a:lnTo>
                    <a:pt x="326809" y="830580"/>
                  </a:lnTo>
                  <a:lnTo>
                    <a:pt x="345313" y="838098"/>
                  </a:lnTo>
                  <a:lnTo>
                    <a:pt x="345313" y="764540"/>
                  </a:lnTo>
                  <a:lnTo>
                    <a:pt x="342214" y="764540"/>
                  </a:lnTo>
                  <a:lnTo>
                    <a:pt x="342214" y="781050"/>
                  </a:lnTo>
                  <a:lnTo>
                    <a:pt x="338086" y="789940"/>
                  </a:lnTo>
                  <a:lnTo>
                    <a:pt x="331851" y="781050"/>
                  </a:lnTo>
                  <a:lnTo>
                    <a:pt x="331711" y="782320"/>
                  </a:lnTo>
                  <a:lnTo>
                    <a:pt x="326250" y="797560"/>
                  </a:lnTo>
                  <a:lnTo>
                    <a:pt x="326097" y="797560"/>
                  </a:lnTo>
                  <a:lnTo>
                    <a:pt x="317017" y="789940"/>
                  </a:lnTo>
                  <a:lnTo>
                    <a:pt x="316153" y="792759"/>
                  </a:lnTo>
                  <a:lnTo>
                    <a:pt x="316153" y="838098"/>
                  </a:lnTo>
                  <a:lnTo>
                    <a:pt x="315937" y="838098"/>
                  </a:lnTo>
                  <a:lnTo>
                    <a:pt x="297980" y="830580"/>
                  </a:lnTo>
                  <a:lnTo>
                    <a:pt x="306806" y="830580"/>
                  </a:lnTo>
                  <a:lnTo>
                    <a:pt x="309841" y="821690"/>
                  </a:lnTo>
                  <a:lnTo>
                    <a:pt x="312661" y="821690"/>
                  </a:lnTo>
                  <a:lnTo>
                    <a:pt x="316153" y="838098"/>
                  </a:lnTo>
                  <a:lnTo>
                    <a:pt x="316153" y="792759"/>
                  </a:lnTo>
                  <a:lnTo>
                    <a:pt x="314680" y="797560"/>
                  </a:lnTo>
                  <a:lnTo>
                    <a:pt x="314921" y="797560"/>
                  </a:lnTo>
                  <a:lnTo>
                    <a:pt x="293077" y="805180"/>
                  </a:lnTo>
                  <a:lnTo>
                    <a:pt x="293116" y="806450"/>
                  </a:lnTo>
                  <a:lnTo>
                    <a:pt x="296989" y="821690"/>
                  </a:lnTo>
                  <a:lnTo>
                    <a:pt x="286067" y="830580"/>
                  </a:lnTo>
                  <a:lnTo>
                    <a:pt x="288429" y="838098"/>
                  </a:lnTo>
                  <a:lnTo>
                    <a:pt x="286207" y="838098"/>
                  </a:lnTo>
                  <a:lnTo>
                    <a:pt x="286207" y="854710"/>
                  </a:lnTo>
                  <a:lnTo>
                    <a:pt x="281813" y="871220"/>
                  </a:lnTo>
                  <a:lnTo>
                    <a:pt x="276377" y="862330"/>
                  </a:lnTo>
                  <a:lnTo>
                    <a:pt x="277672" y="854710"/>
                  </a:lnTo>
                  <a:lnTo>
                    <a:pt x="286207" y="854710"/>
                  </a:lnTo>
                  <a:lnTo>
                    <a:pt x="286207" y="838098"/>
                  </a:lnTo>
                  <a:lnTo>
                    <a:pt x="276466" y="838098"/>
                  </a:lnTo>
                  <a:lnTo>
                    <a:pt x="273558" y="830580"/>
                  </a:lnTo>
                  <a:lnTo>
                    <a:pt x="273545" y="821690"/>
                  </a:lnTo>
                  <a:lnTo>
                    <a:pt x="270433" y="820254"/>
                  </a:lnTo>
                  <a:lnTo>
                    <a:pt x="270433" y="854710"/>
                  </a:lnTo>
                  <a:lnTo>
                    <a:pt x="270002" y="854710"/>
                  </a:lnTo>
                  <a:lnTo>
                    <a:pt x="268871" y="871220"/>
                  </a:lnTo>
                  <a:lnTo>
                    <a:pt x="253238" y="871220"/>
                  </a:lnTo>
                  <a:lnTo>
                    <a:pt x="248399" y="878840"/>
                  </a:lnTo>
                  <a:lnTo>
                    <a:pt x="242189" y="871220"/>
                  </a:lnTo>
                  <a:lnTo>
                    <a:pt x="249453" y="862330"/>
                  </a:lnTo>
                  <a:lnTo>
                    <a:pt x="243395" y="854710"/>
                  </a:lnTo>
                  <a:lnTo>
                    <a:pt x="243370" y="853440"/>
                  </a:lnTo>
                  <a:lnTo>
                    <a:pt x="243027" y="838212"/>
                  </a:lnTo>
                  <a:lnTo>
                    <a:pt x="218909" y="854710"/>
                  </a:lnTo>
                  <a:lnTo>
                    <a:pt x="216725" y="845566"/>
                  </a:lnTo>
                  <a:lnTo>
                    <a:pt x="214845" y="838098"/>
                  </a:lnTo>
                  <a:lnTo>
                    <a:pt x="206667" y="830580"/>
                  </a:lnTo>
                  <a:lnTo>
                    <a:pt x="225526" y="830580"/>
                  </a:lnTo>
                  <a:lnTo>
                    <a:pt x="243230" y="821690"/>
                  </a:lnTo>
                  <a:lnTo>
                    <a:pt x="256260" y="830580"/>
                  </a:lnTo>
                  <a:lnTo>
                    <a:pt x="261543" y="830580"/>
                  </a:lnTo>
                  <a:lnTo>
                    <a:pt x="266090" y="821690"/>
                  </a:lnTo>
                  <a:lnTo>
                    <a:pt x="267728" y="830580"/>
                  </a:lnTo>
                  <a:lnTo>
                    <a:pt x="255295" y="838098"/>
                  </a:lnTo>
                  <a:lnTo>
                    <a:pt x="255117" y="838098"/>
                  </a:lnTo>
                  <a:lnTo>
                    <a:pt x="256705" y="847090"/>
                  </a:lnTo>
                  <a:lnTo>
                    <a:pt x="270433" y="854710"/>
                  </a:lnTo>
                  <a:lnTo>
                    <a:pt x="270433" y="820254"/>
                  </a:lnTo>
                  <a:lnTo>
                    <a:pt x="257111" y="814070"/>
                  </a:lnTo>
                  <a:lnTo>
                    <a:pt x="232651" y="781050"/>
                  </a:lnTo>
                  <a:lnTo>
                    <a:pt x="232448" y="781050"/>
                  </a:lnTo>
                  <a:lnTo>
                    <a:pt x="232448" y="814070"/>
                  </a:lnTo>
                  <a:lnTo>
                    <a:pt x="224650" y="821690"/>
                  </a:lnTo>
                  <a:lnTo>
                    <a:pt x="219062" y="821690"/>
                  </a:lnTo>
                  <a:lnTo>
                    <a:pt x="195745" y="814070"/>
                  </a:lnTo>
                  <a:lnTo>
                    <a:pt x="202526" y="805180"/>
                  </a:lnTo>
                  <a:lnTo>
                    <a:pt x="209384" y="797560"/>
                  </a:lnTo>
                  <a:lnTo>
                    <a:pt x="209105" y="797560"/>
                  </a:lnTo>
                  <a:lnTo>
                    <a:pt x="193243" y="789940"/>
                  </a:lnTo>
                  <a:lnTo>
                    <a:pt x="195707" y="781050"/>
                  </a:lnTo>
                  <a:lnTo>
                    <a:pt x="205028" y="789940"/>
                  </a:lnTo>
                  <a:lnTo>
                    <a:pt x="204304" y="781050"/>
                  </a:lnTo>
                  <a:lnTo>
                    <a:pt x="210731" y="789940"/>
                  </a:lnTo>
                  <a:lnTo>
                    <a:pt x="224091" y="789940"/>
                  </a:lnTo>
                  <a:lnTo>
                    <a:pt x="224066" y="797560"/>
                  </a:lnTo>
                  <a:lnTo>
                    <a:pt x="228168" y="805180"/>
                  </a:lnTo>
                  <a:lnTo>
                    <a:pt x="232448" y="814070"/>
                  </a:lnTo>
                  <a:lnTo>
                    <a:pt x="232448" y="781050"/>
                  </a:lnTo>
                  <a:lnTo>
                    <a:pt x="231952" y="781050"/>
                  </a:lnTo>
                  <a:lnTo>
                    <a:pt x="253022" y="773430"/>
                  </a:lnTo>
                  <a:lnTo>
                    <a:pt x="256159" y="773430"/>
                  </a:lnTo>
                  <a:lnTo>
                    <a:pt x="245592" y="781050"/>
                  </a:lnTo>
                  <a:lnTo>
                    <a:pt x="252158" y="781050"/>
                  </a:lnTo>
                  <a:lnTo>
                    <a:pt x="262356" y="789940"/>
                  </a:lnTo>
                  <a:lnTo>
                    <a:pt x="260604" y="773430"/>
                  </a:lnTo>
                  <a:lnTo>
                    <a:pt x="268744" y="781050"/>
                  </a:lnTo>
                  <a:lnTo>
                    <a:pt x="280682" y="773430"/>
                  </a:lnTo>
                  <a:lnTo>
                    <a:pt x="287375" y="789940"/>
                  </a:lnTo>
                  <a:lnTo>
                    <a:pt x="297357" y="781050"/>
                  </a:lnTo>
                  <a:lnTo>
                    <a:pt x="302323" y="789940"/>
                  </a:lnTo>
                  <a:lnTo>
                    <a:pt x="316090" y="789940"/>
                  </a:lnTo>
                  <a:lnTo>
                    <a:pt x="316166" y="787400"/>
                  </a:lnTo>
                  <a:lnTo>
                    <a:pt x="316230" y="786130"/>
                  </a:lnTo>
                  <a:lnTo>
                    <a:pt x="316306" y="784860"/>
                  </a:lnTo>
                  <a:lnTo>
                    <a:pt x="316496" y="781050"/>
                  </a:lnTo>
                  <a:lnTo>
                    <a:pt x="322287" y="773430"/>
                  </a:lnTo>
                  <a:lnTo>
                    <a:pt x="342214" y="781050"/>
                  </a:lnTo>
                  <a:lnTo>
                    <a:pt x="342214" y="764540"/>
                  </a:lnTo>
                  <a:lnTo>
                    <a:pt x="340194" y="764540"/>
                  </a:lnTo>
                  <a:lnTo>
                    <a:pt x="344932" y="756920"/>
                  </a:lnTo>
                  <a:lnTo>
                    <a:pt x="357098" y="764540"/>
                  </a:lnTo>
                  <a:lnTo>
                    <a:pt x="357098" y="732790"/>
                  </a:lnTo>
                  <a:lnTo>
                    <a:pt x="352501" y="732790"/>
                  </a:lnTo>
                  <a:lnTo>
                    <a:pt x="328599" y="723900"/>
                  </a:lnTo>
                  <a:lnTo>
                    <a:pt x="321068" y="723900"/>
                  </a:lnTo>
                  <a:lnTo>
                    <a:pt x="328917" y="732790"/>
                  </a:lnTo>
                  <a:lnTo>
                    <a:pt x="346659" y="740410"/>
                  </a:lnTo>
                  <a:lnTo>
                    <a:pt x="338963" y="740410"/>
                  </a:lnTo>
                  <a:lnTo>
                    <a:pt x="326745" y="749300"/>
                  </a:lnTo>
                  <a:lnTo>
                    <a:pt x="326745" y="756920"/>
                  </a:lnTo>
                  <a:lnTo>
                    <a:pt x="326377" y="756729"/>
                  </a:lnTo>
                  <a:lnTo>
                    <a:pt x="326377" y="756920"/>
                  </a:lnTo>
                  <a:lnTo>
                    <a:pt x="321945" y="773430"/>
                  </a:lnTo>
                  <a:lnTo>
                    <a:pt x="312153" y="773430"/>
                  </a:lnTo>
                  <a:lnTo>
                    <a:pt x="305866" y="756920"/>
                  </a:lnTo>
                  <a:lnTo>
                    <a:pt x="326377" y="756920"/>
                  </a:lnTo>
                  <a:lnTo>
                    <a:pt x="326377" y="756729"/>
                  </a:lnTo>
                  <a:lnTo>
                    <a:pt x="312521" y="749300"/>
                  </a:lnTo>
                  <a:lnTo>
                    <a:pt x="306184" y="740410"/>
                  </a:lnTo>
                  <a:lnTo>
                    <a:pt x="315633" y="723900"/>
                  </a:lnTo>
                  <a:lnTo>
                    <a:pt x="315366" y="723900"/>
                  </a:lnTo>
                  <a:lnTo>
                    <a:pt x="309181" y="723900"/>
                  </a:lnTo>
                  <a:lnTo>
                    <a:pt x="304977" y="716280"/>
                  </a:lnTo>
                  <a:lnTo>
                    <a:pt x="310794" y="716280"/>
                  </a:lnTo>
                  <a:lnTo>
                    <a:pt x="315366" y="723900"/>
                  </a:lnTo>
                  <a:lnTo>
                    <a:pt x="324612" y="716280"/>
                  </a:lnTo>
                  <a:lnTo>
                    <a:pt x="364477" y="716280"/>
                  </a:lnTo>
                  <a:lnTo>
                    <a:pt x="366382" y="723900"/>
                  </a:lnTo>
                  <a:lnTo>
                    <a:pt x="366382" y="657555"/>
                  </a:lnTo>
                  <a:lnTo>
                    <a:pt x="364655" y="657961"/>
                  </a:lnTo>
                  <a:lnTo>
                    <a:pt x="364655" y="683120"/>
                  </a:lnTo>
                  <a:lnTo>
                    <a:pt x="359295" y="692150"/>
                  </a:lnTo>
                  <a:lnTo>
                    <a:pt x="354533" y="692150"/>
                  </a:lnTo>
                  <a:lnTo>
                    <a:pt x="353136" y="688340"/>
                  </a:lnTo>
                  <a:lnTo>
                    <a:pt x="351307" y="683120"/>
                  </a:lnTo>
                  <a:lnTo>
                    <a:pt x="353364" y="675640"/>
                  </a:lnTo>
                  <a:lnTo>
                    <a:pt x="364375" y="683120"/>
                  </a:lnTo>
                  <a:lnTo>
                    <a:pt x="364655" y="683120"/>
                  </a:lnTo>
                  <a:lnTo>
                    <a:pt x="364655" y="657961"/>
                  </a:lnTo>
                  <a:lnTo>
                    <a:pt x="359791" y="659130"/>
                  </a:lnTo>
                  <a:lnTo>
                    <a:pt x="352425" y="659130"/>
                  </a:lnTo>
                  <a:lnTo>
                    <a:pt x="326974" y="653275"/>
                  </a:lnTo>
                  <a:lnTo>
                    <a:pt x="326974" y="699770"/>
                  </a:lnTo>
                  <a:lnTo>
                    <a:pt x="298259" y="699770"/>
                  </a:lnTo>
                  <a:lnTo>
                    <a:pt x="297827" y="692150"/>
                  </a:lnTo>
                  <a:lnTo>
                    <a:pt x="302361" y="692150"/>
                  </a:lnTo>
                  <a:lnTo>
                    <a:pt x="307060" y="683260"/>
                  </a:lnTo>
                  <a:lnTo>
                    <a:pt x="326974" y="699770"/>
                  </a:lnTo>
                  <a:lnTo>
                    <a:pt x="326974" y="653275"/>
                  </a:lnTo>
                  <a:lnTo>
                    <a:pt x="319671" y="651586"/>
                  </a:lnTo>
                  <a:lnTo>
                    <a:pt x="313486" y="659130"/>
                  </a:lnTo>
                  <a:lnTo>
                    <a:pt x="323646" y="659130"/>
                  </a:lnTo>
                  <a:lnTo>
                    <a:pt x="325285" y="675640"/>
                  </a:lnTo>
                  <a:lnTo>
                    <a:pt x="307936" y="666750"/>
                  </a:lnTo>
                  <a:lnTo>
                    <a:pt x="313651" y="651471"/>
                  </a:lnTo>
                  <a:lnTo>
                    <a:pt x="319189" y="651471"/>
                  </a:lnTo>
                  <a:lnTo>
                    <a:pt x="319773" y="651471"/>
                  </a:lnTo>
                  <a:lnTo>
                    <a:pt x="391617" y="651471"/>
                  </a:lnTo>
                  <a:lnTo>
                    <a:pt x="391617" y="599503"/>
                  </a:lnTo>
                  <a:lnTo>
                    <a:pt x="383438" y="592975"/>
                  </a:lnTo>
                  <a:lnTo>
                    <a:pt x="383438" y="610870"/>
                  </a:lnTo>
                  <a:lnTo>
                    <a:pt x="377177" y="610870"/>
                  </a:lnTo>
                  <a:lnTo>
                    <a:pt x="377177" y="618490"/>
                  </a:lnTo>
                  <a:lnTo>
                    <a:pt x="374129" y="635000"/>
                  </a:lnTo>
                  <a:lnTo>
                    <a:pt x="363740" y="635000"/>
                  </a:lnTo>
                  <a:lnTo>
                    <a:pt x="364248" y="626110"/>
                  </a:lnTo>
                  <a:lnTo>
                    <a:pt x="364680" y="618490"/>
                  </a:lnTo>
                  <a:lnTo>
                    <a:pt x="377177" y="618490"/>
                  </a:lnTo>
                  <a:lnTo>
                    <a:pt x="377177" y="610870"/>
                  </a:lnTo>
                  <a:lnTo>
                    <a:pt x="374624" y="610870"/>
                  </a:lnTo>
                  <a:lnTo>
                    <a:pt x="360464" y="594474"/>
                  </a:lnTo>
                  <a:lnTo>
                    <a:pt x="358952" y="595122"/>
                  </a:lnTo>
                  <a:lnTo>
                    <a:pt x="358952" y="635000"/>
                  </a:lnTo>
                  <a:lnTo>
                    <a:pt x="353021" y="642607"/>
                  </a:lnTo>
                  <a:lnTo>
                    <a:pt x="349872" y="642607"/>
                  </a:lnTo>
                  <a:lnTo>
                    <a:pt x="358952" y="635000"/>
                  </a:lnTo>
                  <a:lnTo>
                    <a:pt x="358952" y="595122"/>
                  </a:lnTo>
                  <a:lnTo>
                    <a:pt x="342798" y="601980"/>
                  </a:lnTo>
                  <a:lnTo>
                    <a:pt x="335140" y="598665"/>
                  </a:lnTo>
                  <a:lnTo>
                    <a:pt x="335140" y="635000"/>
                  </a:lnTo>
                  <a:lnTo>
                    <a:pt x="329260" y="642607"/>
                  </a:lnTo>
                  <a:lnTo>
                    <a:pt x="320484" y="635000"/>
                  </a:lnTo>
                  <a:lnTo>
                    <a:pt x="323697" y="635000"/>
                  </a:lnTo>
                  <a:lnTo>
                    <a:pt x="332257" y="626110"/>
                  </a:lnTo>
                  <a:lnTo>
                    <a:pt x="335140" y="635000"/>
                  </a:lnTo>
                  <a:lnTo>
                    <a:pt x="335140" y="598665"/>
                  </a:lnTo>
                  <a:lnTo>
                    <a:pt x="325221" y="594360"/>
                  </a:lnTo>
                  <a:lnTo>
                    <a:pt x="321068" y="601980"/>
                  </a:lnTo>
                  <a:lnTo>
                    <a:pt x="320649" y="601649"/>
                  </a:lnTo>
                  <a:lnTo>
                    <a:pt x="320649" y="610870"/>
                  </a:lnTo>
                  <a:lnTo>
                    <a:pt x="315874" y="626110"/>
                  </a:lnTo>
                  <a:lnTo>
                    <a:pt x="306285" y="635000"/>
                  </a:lnTo>
                  <a:lnTo>
                    <a:pt x="306514" y="626110"/>
                  </a:lnTo>
                  <a:lnTo>
                    <a:pt x="315810" y="626110"/>
                  </a:lnTo>
                  <a:lnTo>
                    <a:pt x="308889" y="618490"/>
                  </a:lnTo>
                  <a:lnTo>
                    <a:pt x="313296" y="618490"/>
                  </a:lnTo>
                  <a:lnTo>
                    <a:pt x="308025" y="610870"/>
                  </a:lnTo>
                  <a:lnTo>
                    <a:pt x="320649" y="610870"/>
                  </a:lnTo>
                  <a:lnTo>
                    <a:pt x="320649" y="601649"/>
                  </a:lnTo>
                  <a:lnTo>
                    <a:pt x="311543" y="594283"/>
                  </a:lnTo>
                  <a:lnTo>
                    <a:pt x="317715" y="594283"/>
                  </a:lnTo>
                  <a:lnTo>
                    <a:pt x="302069" y="585470"/>
                  </a:lnTo>
                  <a:lnTo>
                    <a:pt x="300202" y="601980"/>
                  </a:lnTo>
                  <a:lnTo>
                    <a:pt x="288798" y="601980"/>
                  </a:lnTo>
                  <a:lnTo>
                    <a:pt x="290372" y="618490"/>
                  </a:lnTo>
                  <a:lnTo>
                    <a:pt x="283159" y="618490"/>
                  </a:lnTo>
                  <a:lnTo>
                    <a:pt x="285153" y="610870"/>
                  </a:lnTo>
                  <a:lnTo>
                    <a:pt x="280860" y="610870"/>
                  </a:lnTo>
                  <a:lnTo>
                    <a:pt x="275221" y="618490"/>
                  </a:lnTo>
                  <a:lnTo>
                    <a:pt x="296646" y="635000"/>
                  </a:lnTo>
                  <a:lnTo>
                    <a:pt x="290169" y="641731"/>
                  </a:lnTo>
                  <a:lnTo>
                    <a:pt x="290169" y="764540"/>
                  </a:lnTo>
                  <a:lnTo>
                    <a:pt x="281622" y="764540"/>
                  </a:lnTo>
                  <a:lnTo>
                    <a:pt x="274370" y="756920"/>
                  </a:lnTo>
                  <a:lnTo>
                    <a:pt x="278803" y="749300"/>
                  </a:lnTo>
                  <a:lnTo>
                    <a:pt x="290169" y="764540"/>
                  </a:lnTo>
                  <a:lnTo>
                    <a:pt x="290169" y="641731"/>
                  </a:lnTo>
                  <a:lnTo>
                    <a:pt x="289318" y="642607"/>
                  </a:lnTo>
                  <a:lnTo>
                    <a:pt x="289255" y="716280"/>
                  </a:lnTo>
                  <a:lnTo>
                    <a:pt x="287362" y="716280"/>
                  </a:lnTo>
                  <a:lnTo>
                    <a:pt x="287362" y="732790"/>
                  </a:lnTo>
                  <a:lnTo>
                    <a:pt x="273100" y="740410"/>
                  </a:lnTo>
                  <a:lnTo>
                    <a:pt x="267728" y="732790"/>
                  </a:lnTo>
                  <a:lnTo>
                    <a:pt x="275094" y="732790"/>
                  </a:lnTo>
                  <a:lnTo>
                    <a:pt x="281012" y="723900"/>
                  </a:lnTo>
                  <a:lnTo>
                    <a:pt x="287362" y="732790"/>
                  </a:lnTo>
                  <a:lnTo>
                    <a:pt x="287362" y="716280"/>
                  </a:lnTo>
                  <a:lnTo>
                    <a:pt x="271538" y="716280"/>
                  </a:lnTo>
                  <a:lnTo>
                    <a:pt x="275932" y="708660"/>
                  </a:lnTo>
                  <a:lnTo>
                    <a:pt x="289255" y="716280"/>
                  </a:lnTo>
                  <a:lnTo>
                    <a:pt x="289255" y="642569"/>
                  </a:lnTo>
                  <a:lnTo>
                    <a:pt x="285915" y="639813"/>
                  </a:lnTo>
                  <a:lnTo>
                    <a:pt x="285915" y="659130"/>
                  </a:lnTo>
                  <a:lnTo>
                    <a:pt x="284441" y="666750"/>
                  </a:lnTo>
                  <a:lnTo>
                    <a:pt x="263982" y="666750"/>
                  </a:lnTo>
                  <a:lnTo>
                    <a:pt x="270154" y="659130"/>
                  </a:lnTo>
                  <a:lnTo>
                    <a:pt x="270243" y="654050"/>
                  </a:lnTo>
                  <a:lnTo>
                    <a:pt x="270294" y="651471"/>
                  </a:lnTo>
                  <a:lnTo>
                    <a:pt x="283591" y="651471"/>
                  </a:lnTo>
                  <a:lnTo>
                    <a:pt x="284010" y="651471"/>
                  </a:lnTo>
                  <a:lnTo>
                    <a:pt x="276948" y="659130"/>
                  </a:lnTo>
                  <a:lnTo>
                    <a:pt x="285915" y="659130"/>
                  </a:lnTo>
                  <a:lnTo>
                    <a:pt x="285915" y="639813"/>
                  </a:lnTo>
                  <a:lnTo>
                    <a:pt x="281762" y="636371"/>
                  </a:lnTo>
                  <a:lnTo>
                    <a:pt x="281762" y="650240"/>
                  </a:lnTo>
                  <a:lnTo>
                    <a:pt x="270319" y="650240"/>
                  </a:lnTo>
                  <a:lnTo>
                    <a:pt x="270344" y="648970"/>
                  </a:lnTo>
                  <a:lnTo>
                    <a:pt x="270459" y="642620"/>
                  </a:lnTo>
                  <a:lnTo>
                    <a:pt x="281762" y="650240"/>
                  </a:lnTo>
                  <a:lnTo>
                    <a:pt x="281762" y="636371"/>
                  </a:lnTo>
                  <a:lnTo>
                    <a:pt x="280111" y="635000"/>
                  </a:lnTo>
                  <a:lnTo>
                    <a:pt x="267843" y="626110"/>
                  </a:lnTo>
                  <a:lnTo>
                    <a:pt x="265582" y="618490"/>
                  </a:lnTo>
                  <a:lnTo>
                    <a:pt x="263550" y="617702"/>
                  </a:lnTo>
                  <a:lnTo>
                    <a:pt x="263550" y="666750"/>
                  </a:lnTo>
                  <a:lnTo>
                    <a:pt x="260286" y="675640"/>
                  </a:lnTo>
                  <a:lnTo>
                    <a:pt x="253453" y="666750"/>
                  </a:lnTo>
                  <a:lnTo>
                    <a:pt x="252082" y="683120"/>
                  </a:lnTo>
                  <a:lnTo>
                    <a:pt x="252260" y="683120"/>
                  </a:lnTo>
                  <a:lnTo>
                    <a:pt x="243433" y="689508"/>
                  </a:lnTo>
                  <a:lnTo>
                    <a:pt x="243433" y="699770"/>
                  </a:lnTo>
                  <a:lnTo>
                    <a:pt x="236004" y="707059"/>
                  </a:lnTo>
                  <a:lnTo>
                    <a:pt x="236004" y="732790"/>
                  </a:lnTo>
                  <a:lnTo>
                    <a:pt x="230771" y="739762"/>
                  </a:lnTo>
                  <a:lnTo>
                    <a:pt x="230771" y="764540"/>
                  </a:lnTo>
                  <a:lnTo>
                    <a:pt x="200571" y="764540"/>
                  </a:lnTo>
                  <a:lnTo>
                    <a:pt x="195465" y="781050"/>
                  </a:lnTo>
                  <a:lnTo>
                    <a:pt x="190322" y="781050"/>
                  </a:lnTo>
                  <a:lnTo>
                    <a:pt x="190322" y="805180"/>
                  </a:lnTo>
                  <a:lnTo>
                    <a:pt x="179603" y="797661"/>
                  </a:lnTo>
                  <a:lnTo>
                    <a:pt x="164668" y="805180"/>
                  </a:lnTo>
                  <a:lnTo>
                    <a:pt x="162306" y="789940"/>
                  </a:lnTo>
                  <a:lnTo>
                    <a:pt x="169532" y="781050"/>
                  </a:lnTo>
                  <a:lnTo>
                    <a:pt x="169659" y="782320"/>
                  </a:lnTo>
                  <a:lnTo>
                    <a:pt x="172275" y="789940"/>
                  </a:lnTo>
                  <a:lnTo>
                    <a:pt x="183438" y="789940"/>
                  </a:lnTo>
                  <a:lnTo>
                    <a:pt x="190322" y="805180"/>
                  </a:lnTo>
                  <a:lnTo>
                    <a:pt x="190322" y="781050"/>
                  </a:lnTo>
                  <a:lnTo>
                    <a:pt x="184023" y="781050"/>
                  </a:lnTo>
                  <a:lnTo>
                    <a:pt x="178600" y="773430"/>
                  </a:lnTo>
                  <a:lnTo>
                    <a:pt x="162115" y="764540"/>
                  </a:lnTo>
                  <a:lnTo>
                    <a:pt x="162280" y="764540"/>
                  </a:lnTo>
                  <a:lnTo>
                    <a:pt x="164884" y="756920"/>
                  </a:lnTo>
                  <a:lnTo>
                    <a:pt x="171005" y="764540"/>
                  </a:lnTo>
                  <a:lnTo>
                    <a:pt x="174802" y="756920"/>
                  </a:lnTo>
                  <a:lnTo>
                    <a:pt x="168427" y="756920"/>
                  </a:lnTo>
                  <a:lnTo>
                    <a:pt x="170662" y="749300"/>
                  </a:lnTo>
                  <a:lnTo>
                    <a:pt x="172910" y="740410"/>
                  </a:lnTo>
                  <a:lnTo>
                    <a:pt x="193078" y="740410"/>
                  </a:lnTo>
                  <a:lnTo>
                    <a:pt x="211239" y="740410"/>
                  </a:lnTo>
                  <a:lnTo>
                    <a:pt x="207886" y="749300"/>
                  </a:lnTo>
                  <a:lnTo>
                    <a:pt x="193078" y="740410"/>
                  </a:lnTo>
                  <a:lnTo>
                    <a:pt x="175552" y="749300"/>
                  </a:lnTo>
                  <a:lnTo>
                    <a:pt x="187617" y="756920"/>
                  </a:lnTo>
                  <a:lnTo>
                    <a:pt x="189458" y="764540"/>
                  </a:lnTo>
                  <a:lnTo>
                    <a:pt x="195249" y="764540"/>
                  </a:lnTo>
                  <a:lnTo>
                    <a:pt x="196430" y="756920"/>
                  </a:lnTo>
                  <a:lnTo>
                    <a:pt x="218567" y="756920"/>
                  </a:lnTo>
                  <a:lnTo>
                    <a:pt x="230568" y="749300"/>
                  </a:lnTo>
                  <a:lnTo>
                    <a:pt x="227317" y="756920"/>
                  </a:lnTo>
                  <a:lnTo>
                    <a:pt x="226021" y="756920"/>
                  </a:lnTo>
                  <a:lnTo>
                    <a:pt x="230771" y="764540"/>
                  </a:lnTo>
                  <a:lnTo>
                    <a:pt x="230771" y="739762"/>
                  </a:lnTo>
                  <a:lnTo>
                    <a:pt x="230276" y="740410"/>
                  </a:lnTo>
                  <a:lnTo>
                    <a:pt x="215442" y="740410"/>
                  </a:lnTo>
                  <a:lnTo>
                    <a:pt x="236004" y="732790"/>
                  </a:lnTo>
                  <a:lnTo>
                    <a:pt x="236004" y="707059"/>
                  </a:lnTo>
                  <a:lnTo>
                    <a:pt x="234365" y="708660"/>
                  </a:lnTo>
                  <a:lnTo>
                    <a:pt x="233540" y="699770"/>
                  </a:lnTo>
                  <a:lnTo>
                    <a:pt x="243433" y="699770"/>
                  </a:lnTo>
                  <a:lnTo>
                    <a:pt x="243433" y="689508"/>
                  </a:lnTo>
                  <a:lnTo>
                    <a:pt x="239763" y="692150"/>
                  </a:lnTo>
                  <a:lnTo>
                    <a:pt x="232029" y="683120"/>
                  </a:lnTo>
                  <a:lnTo>
                    <a:pt x="232295" y="683120"/>
                  </a:lnTo>
                  <a:lnTo>
                    <a:pt x="251536" y="666750"/>
                  </a:lnTo>
                  <a:lnTo>
                    <a:pt x="244868" y="666750"/>
                  </a:lnTo>
                  <a:lnTo>
                    <a:pt x="237109" y="651471"/>
                  </a:lnTo>
                  <a:lnTo>
                    <a:pt x="247992" y="651471"/>
                  </a:lnTo>
                  <a:lnTo>
                    <a:pt x="257289" y="666750"/>
                  </a:lnTo>
                  <a:lnTo>
                    <a:pt x="263550" y="666750"/>
                  </a:lnTo>
                  <a:lnTo>
                    <a:pt x="263550" y="617702"/>
                  </a:lnTo>
                  <a:lnTo>
                    <a:pt x="246049" y="610870"/>
                  </a:lnTo>
                  <a:lnTo>
                    <a:pt x="235877" y="618490"/>
                  </a:lnTo>
                  <a:lnTo>
                    <a:pt x="250990" y="618490"/>
                  </a:lnTo>
                  <a:lnTo>
                    <a:pt x="252425" y="642607"/>
                  </a:lnTo>
                  <a:lnTo>
                    <a:pt x="245491" y="642607"/>
                  </a:lnTo>
                  <a:lnTo>
                    <a:pt x="227469" y="635000"/>
                  </a:lnTo>
                  <a:lnTo>
                    <a:pt x="229450" y="626110"/>
                  </a:lnTo>
                  <a:lnTo>
                    <a:pt x="224891" y="626110"/>
                  </a:lnTo>
                  <a:lnTo>
                    <a:pt x="227063" y="618490"/>
                  </a:lnTo>
                  <a:lnTo>
                    <a:pt x="224116" y="612228"/>
                  </a:lnTo>
                  <a:lnTo>
                    <a:pt x="224116" y="723900"/>
                  </a:lnTo>
                  <a:lnTo>
                    <a:pt x="212661" y="732790"/>
                  </a:lnTo>
                  <a:lnTo>
                    <a:pt x="208229" y="723900"/>
                  </a:lnTo>
                  <a:lnTo>
                    <a:pt x="224116" y="723900"/>
                  </a:lnTo>
                  <a:lnTo>
                    <a:pt x="224116" y="612228"/>
                  </a:lnTo>
                  <a:lnTo>
                    <a:pt x="223481" y="610870"/>
                  </a:lnTo>
                  <a:lnTo>
                    <a:pt x="221322" y="610870"/>
                  </a:lnTo>
                  <a:lnTo>
                    <a:pt x="221322" y="659130"/>
                  </a:lnTo>
                  <a:lnTo>
                    <a:pt x="220840" y="666750"/>
                  </a:lnTo>
                  <a:lnTo>
                    <a:pt x="209473" y="666750"/>
                  </a:lnTo>
                  <a:lnTo>
                    <a:pt x="211988" y="659130"/>
                  </a:lnTo>
                  <a:lnTo>
                    <a:pt x="221322" y="659130"/>
                  </a:lnTo>
                  <a:lnTo>
                    <a:pt x="221322" y="610870"/>
                  </a:lnTo>
                  <a:lnTo>
                    <a:pt x="213118" y="610870"/>
                  </a:lnTo>
                  <a:lnTo>
                    <a:pt x="218986" y="601980"/>
                  </a:lnTo>
                  <a:lnTo>
                    <a:pt x="209689" y="601980"/>
                  </a:lnTo>
                  <a:lnTo>
                    <a:pt x="212890" y="594283"/>
                  </a:lnTo>
                  <a:lnTo>
                    <a:pt x="208546" y="594283"/>
                  </a:lnTo>
                  <a:lnTo>
                    <a:pt x="199961" y="575652"/>
                  </a:lnTo>
                  <a:lnTo>
                    <a:pt x="199961" y="601980"/>
                  </a:lnTo>
                  <a:lnTo>
                    <a:pt x="191223" y="601980"/>
                  </a:lnTo>
                  <a:lnTo>
                    <a:pt x="191274" y="600710"/>
                  </a:lnTo>
                  <a:lnTo>
                    <a:pt x="191617" y="594283"/>
                  </a:lnTo>
                  <a:lnTo>
                    <a:pt x="187718" y="601980"/>
                  </a:lnTo>
                  <a:lnTo>
                    <a:pt x="189534" y="585470"/>
                  </a:lnTo>
                  <a:lnTo>
                    <a:pt x="199961" y="601980"/>
                  </a:lnTo>
                  <a:lnTo>
                    <a:pt x="199961" y="575652"/>
                  </a:lnTo>
                  <a:lnTo>
                    <a:pt x="193370" y="561340"/>
                  </a:lnTo>
                  <a:lnTo>
                    <a:pt x="227888" y="561340"/>
                  </a:lnTo>
                  <a:lnTo>
                    <a:pt x="233273" y="577850"/>
                  </a:lnTo>
                  <a:lnTo>
                    <a:pt x="224523" y="577850"/>
                  </a:lnTo>
                  <a:lnTo>
                    <a:pt x="226580" y="585470"/>
                  </a:lnTo>
                  <a:lnTo>
                    <a:pt x="238290" y="585470"/>
                  </a:lnTo>
                  <a:lnTo>
                    <a:pt x="248285" y="601980"/>
                  </a:lnTo>
                  <a:lnTo>
                    <a:pt x="268414" y="601980"/>
                  </a:lnTo>
                  <a:lnTo>
                    <a:pt x="270230" y="594283"/>
                  </a:lnTo>
                  <a:lnTo>
                    <a:pt x="263639" y="585470"/>
                  </a:lnTo>
                  <a:lnTo>
                    <a:pt x="270294" y="594283"/>
                  </a:lnTo>
                  <a:lnTo>
                    <a:pt x="285838" y="585470"/>
                  </a:lnTo>
                  <a:lnTo>
                    <a:pt x="288150" y="585470"/>
                  </a:lnTo>
                  <a:lnTo>
                    <a:pt x="283616" y="568960"/>
                  </a:lnTo>
                  <a:lnTo>
                    <a:pt x="298856" y="585470"/>
                  </a:lnTo>
                  <a:lnTo>
                    <a:pt x="325983" y="577850"/>
                  </a:lnTo>
                  <a:lnTo>
                    <a:pt x="325894" y="579120"/>
                  </a:lnTo>
                  <a:lnTo>
                    <a:pt x="324815" y="594283"/>
                  </a:lnTo>
                  <a:lnTo>
                    <a:pt x="325056" y="594283"/>
                  </a:lnTo>
                  <a:lnTo>
                    <a:pt x="325272" y="594283"/>
                  </a:lnTo>
                  <a:lnTo>
                    <a:pt x="325767" y="594283"/>
                  </a:lnTo>
                  <a:lnTo>
                    <a:pt x="366839" y="585533"/>
                  </a:lnTo>
                  <a:lnTo>
                    <a:pt x="366839" y="594283"/>
                  </a:lnTo>
                  <a:lnTo>
                    <a:pt x="366458" y="594283"/>
                  </a:lnTo>
                  <a:lnTo>
                    <a:pt x="382549" y="601980"/>
                  </a:lnTo>
                  <a:lnTo>
                    <a:pt x="383438" y="610870"/>
                  </a:lnTo>
                  <a:lnTo>
                    <a:pt x="383438" y="592975"/>
                  </a:lnTo>
                  <a:lnTo>
                    <a:pt x="374053" y="585470"/>
                  </a:lnTo>
                  <a:lnTo>
                    <a:pt x="367106" y="585470"/>
                  </a:lnTo>
                  <a:lnTo>
                    <a:pt x="367030" y="584200"/>
                  </a:lnTo>
                  <a:lnTo>
                    <a:pt x="366699" y="577850"/>
                  </a:lnTo>
                  <a:lnTo>
                    <a:pt x="361378" y="577850"/>
                  </a:lnTo>
                  <a:lnTo>
                    <a:pt x="362991" y="568960"/>
                  </a:lnTo>
                  <a:lnTo>
                    <a:pt x="338391" y="577850"/>
                  </a:lnTo>
                  <a:lnTo>
                    <a:pt x="317500" y="568960"/>
                  </a:lnTo>
                  <a:lnTo>
                    <a:pt x="319201" y="553720"/>
                  </a:lnTo>
                  <a:lnTo>
                    <a:pt x="325437" y="544830"/>
                  </a:lnTo>
                  <a:lnTo>
                    <a:pt x="331673" y="537210"/>
                  </a:lnTo>
                  <a:lnTo>
                    <a:pt x="338010" y="537210"/>
                  </a:lnTo>
                  <a:lnTo>
                    <a:pt x="337908" y="543560"/>
                  </a:lnTo>
                  <a:lnTo>
                    <a:pt x="337883" y="544830"/>
                  </a:lnTo>
                  <a:lnTo>
                    <a:pt x="337731" y="553720"/>
                  </a:lnTo>
                  <a:lnTo>
                    <a:pt x="327418" y="561340"/>
                  </a:lnTo>
                  <a:lnTo>
                    <a:pt x="352386" y="561340"/>
                  </a:lnTo>
                  <a:lnTo>
                    <a:pt x="355307" y="544830"/>
                  </a:lnTo>
                  <a:lnTo>
                    <a:pt x="352971" y="537210"/>
                  </a:lnTo>
                  <a:lnTo>
                    <a:pt x="340461" y="537210"/>
                  </a:lnTo>
                  <a:lnTo>
                    <a:pt x="340537" y="528320"/>
                  </a:lnTo>
                  <a:lnTo>
                    <a:pt x="371970" y="537210"/>
                  </a:lnTo>
                  <a:lnTo>
                    <a:pt x="369608" y="544830"/>
                  </a:lnTo>
                  <a:lnTo>
                    <a:pt x="377532" y="544830"/>
                  </a:lnTo>
                  <a:lnTo>
                    <a:pt x="380199" y="553720"/>
                  </a:lnTo>
                  <a:lnTo>
                    <a:pt x="396836" y="553720"/>
                  </a:lnTo>
                  <a:lnTo>
                    <a:pt x="400570" y="577850"/>
                  </a:lnTo>
                  <a:lnTo>
                    <a:pt x="383908" y="568960"/>
                  </a:lnTo>
                  <a:lnTo>
                    <a:pt x="386410" y="594283"/>
                  </a:lnTo>
                  <a:lnTo>
                    <a:pt x="389102" y="594283"/>
                  </a:lnTo>
                  <a:lnTo>
                    <a:pt x="399364" y="585470"/>
                  </a:lnTo>
                  <a:lnTo>
                    <a:pt x="403174" y="585470"/>
                  </a:lnTo>
                  <a:lnTo>
                    <a:pt x="403047" y="594283"/>
                  </a:lnTo>
                  <a:lnTo>
                    <a:pt x="402932" y="601980"/>
                  </a:lnTo>
                  <a:lnTo>
                    <a:pt x="414578" y="601980"/>
                  </a:lnTo>
                  <a:lnTo>
                    <a:pt x="416966" y="610870"/>
                  </a:lnTo>
                  <a:lnTo>
                    <a:pt x="429577" y="601980"/>
                  </a:lnTo>
                  <a:lnTo>
                    <a:pt x="429577" y="594283"/>
                  </a:lnTo>
                  <a:lnTo>
                    <a:pt x="422541" y="594283"/>
                  </a:lnTo>
                  <a:lnTo>
                    <a:pt x="421919" y="585470"/>
                  </a:lnTo>
                  <a:lnTo>
                    <a:pt x="421817" y="584200"/>
                  </a:lnTo>
                  <a:lnTo>
                    <a:pt x="421284" y="577850"/>
                  </a:lnTo>
                  <a:lnTo>
                    <a:pt x="435698" y="577850"/>
                  </a:lnTo>
                  <a:lnTo>
                    <a:pt x="435698" y="567588"/>
                  </a:lnTo>
                  <a:lnTo>
                    <a:pt x="426046" y="561340"/>
                  </a:lnTo>
                  <a:lnTo>
                    <a:pt x="423722" y="561340"/>
                  </a:lnTo>
                  <a:lnTo>
                    <a:pt x="431749" y="553720"/>
                  </a:lnTo>
                  <a:lnTo>
                    <a:pt x="439293" y="561340"/>
                  </a:lnTo>
                  <a:lnTo>
                    <a:pt x="447992" y="561340"/>
                  </a:lnTo>
                  <a:lnTo>
                    <a:pt x="453745" y="568960"/>
                  </a:lnTo>
                  <a:lnTo>
                    <a:pt x="461162" y="568960"/>
                  </a:lnTo>
                  <a:lnTo>
                    <a:pt x="461162" y="470001"/>
                  </a:lnTo>
                  <a:lnTo>
                    <a:pt x="458965" y="472440"/>
                  </a:lnTo>
                  <a:lnTo>
                    <a:pt x="462305" y="433070"/>
                  </a:lnTo>
                  <a:lnTo>
                    <a:pt x="462648" y="439420"/>
                  </a:lnTo>
                  <a:lnTo>
                    <a:pt x="475894" y="430530"/>
                  </a:lnTo>
                  <a:lnTo>
                    <a:pt x="484670" y="439420"/>
                  </a:lnTo>
                  <a:lnTo>
                    <a:pt x="490296" y="430530"/>
                  </a:lnTo>
                  <a:lnTo>
                    <a:pt x="494030" y="439420"/>
                  </a:lnTo>
                  <a:lnTo>
                    <a:pt x="525526" y="447040"/>
                  </a:lnTo>
                  <a:lnTo>
                    <a:pt x="517461" y="447040"/>
                  </a:lnTo>
                  <a:lnTo>
                    <a:pt x="529678" y="455930"/>
                  </a:lnTo>
                  <a:lnTo>
                    <a:pt x="535952" y="479958"/>
                  </a:lnTo>
                  <a:lnTo>
                    <a:pt x="542632" y="479958"/>
                  </a:lnTo>
                  <a:lnTo>
                    <a:pt x="542671" y="480923"/>
                  </a:lnTo>
                  <a:lnTo>
                    <a:pt x="542912" y="487680"/>
                  </a:lnTo>
                  <a:lnTo>
                    <a:pt x="549084" y="487680"/>
                  </a:lnTo>
                  <a:lnTo>
                    <a:pt x="549084" y="416483"/>
                  </a:lnTo>
                  <a:lnTo>
                    <a:pt x="542721" y="422910"/>
                  </a:lnTo>
                  <a:lnTo>
                    <a:pt x="540219" y="415290"/>
                  </a:lnTo>
                  <a:lnTo>
                    <a:pt x="548627" y="415290"/>
                  </a:lnTo>
                  <a:lnTo>
                    <a:pt x="546569" y="406400"/>
                  </a:lnTo>
                  <a:lnTo>
                    <a:pt x="535165" y="398780"/>
                  </a:lnTo>
                  <a:lnTo>
                    <a:pt x="544207" y="389890"/>
                  </a:lnTo>
                  <a:lnTo>
                    <a:pt x="557568" y="406400"/>
                  </a:lnTo>
                  <a:lnTo>
                    <a:pt x="557568" y="389890"/>
                  </a:lnTo>
                  <a:lnTo>
                    <a:pt x="549821" y="389890"/>
                  </a:lnTo>
                  <a:lnTo>
                    <a:pt x="558355" y="374650"/>
                  </a:lnTo>
                  <a:lnTo>
                    <a:pt x="558355" y="368401"/>
                  </a:lnTo>
                  <a:lnTo>
                    <a:pt x="552411" y="365760"/>
                  </a:lnTo>
                  <a:lnTo>
                    <a:pt x="546303" y="374650"/>
                  </a:lnTo>
                  <a:lnTo>
                    <a:pt x="533120" y="374650"/>
                  </a:lnTo>
                  <a:lnTo>
                    <a:pt x="534390" y="389890"/>
                  </a:lnTo>
                  <a:lnTo>
                    <a:pt x="527875" y="397154"/>
                  </a:lnTo>
                  <a:lnTo>
                    <a:pt x="527875" y="422910"/>
                  </a:lnTo>
                  <a:lnTo>
                    <a:pt x="524700" y="430530"/>
                  </a:lnTo>
                  <a:lnTo>
                    <a:pt x="519328" y="430530"/>
                  </a:lnTo>
                  <a:lnTo>
                    <a:pt x="522528" y="422910"/>
                  </a:lnTo>
                  <a:lnTo>
                    <a:pt x="496112" y="422910"/>
                  </a:lnTo>
                  <a:lnTo>
                    <a:pt x="500900" y="415290"/>
                  </a:lnTo>
                  <a:lnTo>
                    <a:pt x="527875" y="422910"/>
                  </a:lnTo>
                  <a:lnTo>
                    <a:pt x="527875" y="397154"/>
                  </a:lnTo>
                  <a:lnTo>
                    <a:pt x="526415" y="398780"/>
                  </a:lnTo>
                  <a:lnTo>
                    <a:pt x="519493" y="398780"/>
                  </a:lnTo>
                  <a:lnTo>
                    <a:pt x="511200" y="406400"/>
                  </a:lnTo>
                  <a:lnTo>
                    <a:pt x="501421" y="406400"/>
                  </a:lnTo>
                  <a:lnTo>
                    <a:pt x="501357" y="405917"/>
                  </a:lnTo>
                  <a:lnTo>
                    <a:pt x="501230" y="405130"/>
                  </a:lnTo>
                  <a:lnTo>
                    <a:pt x="500291" y="398780"/>
                  </a:lnTo>
                  <a:lnTo>
                    <a:pt x="504609" y="398780"/>
                  </a:lnTo>
                  <a:lnTo>
                    <a:pt x="511441" y="389890"/>
                  </a:lnTo>
                  <a:lnTo>
                    <a:pt x="522719" y="389890"/>
                  </a:lnTo>
                  <a:lnTo>
                    <a:pt x="533120" y="374650"/>
                  </a:lnTo>
                  <a:lnTo>
                    <a:pt x="519531" y="374650"/>
                  </a:lnTo>
                  <a:lnTo>
                    <a:pt x="499808" y="389890"/>
                  </a:lnTo>
                  <a:lnTo>
                    <a:pt x="485292" y="382270"/>
                  </a:lnTo>
                  <a:lnTo>
                    <a:pt x="478053" y="389890"/>
                  </a:lnTo>
                  <a:lnTo>
                    <a:pt x="475576" y="389890"/>
                  </a:lnTo>
                  <a:lnTo>
                    <a:pt x="475576" y="406400"/>
                  </a:lnTo>
                  <a:lnTo>
                    <a:pt x="469684" y="398780"/>
                  </a:lnTo>
                  <a:lnTo>
                    <a:pt x="472706" y="398780"/>
                  </a:lnTo>
                  <a:lnTo>
                    <a:pt x="475576" y="406400"/>
                  </a:lnTo>
                  <a:lnTo>
                    <a:pt x="475576" y="389890"/>
                  </a:lnTo>
                  <a:lnTo>
                    <a:pt x="472655" y="389890"/>
                  </a:lnTo>
                  <a:lnTo>
                    <a:pt x="473506" y="382270"/>
                  </a:lnTo>
                  <a:lnTo>
                    <a:pt x="483755" y="382270"/>
                  </a:lnTo>
                  <a:lnTo>
                    <a:pt x="472440" y="374650"/>
                  </a:lnTo>
                  <a:lnTo>
                    <a:pt x="468350" y="380834"/>
                  </a:lnTo>
                  <a:lnTo>
                    <a:pt x="468350" y="422910"/>
                  </a:lnTo>
                  <a:lnTo>
                    <a:pt x="468350" y="430530"/>
                  </a:lnTo>
                  <a:lnTo>
                    <a:pt x="462483" y="430530"/>
                  </a:lnTo>
                  <a:lnTo>
                    <a:pt x="451637" y="422910"/>
                  </a:lnTo>
                  <a:lnTo>
                    <a:pt x="451281" y="423456"/>
                  </a:lnTo>
                  <a:lnTo>
                    <a:pt x="451281" y="544830"/>
                  </a:lnTo>
                  <a:lnTo>
                    <a:pt x="410679" y="544830"/>
                  </a:lnTo>
                  <a:lnTo>
                    <a:pt x="410794" y="543560"/>
                  </a:lnTo>
                  <a:lnTo>
                    <a:pt x="410921" y="542290"/>
                  </a:lnTo>
                  <a:lnTo>
                    <a:pt x="412305" y="528320"/>
                  </a:lnTo>
                  <a:lnTo>
                    <a:pt x="413131" y="520700"/>
                  </a:lnTo>
                  <a:lnTo>
                    <a:pt x="422567" y="513080"/>
                  </a:lnTo>
                  <a:lnTo>
                    <a:pt x="433362" y="520700"/>
                  </a:lnTo>
                  <a:lnTo>
                    <a:pt x="437426" y="537210"/>
                  </a:lnTo>
                  <a:lnTo>
                    <a:pt x="451281" y="544830"/>
                  </a:lnTo>
                  <a:lnTo>
                    <a:pt x="451281" y="423456"/>
                  </a:lnTo>
                  <a:lnTo>
                    <a:pt x="446582" y="430530"/>
                  </a:lnTo>
                  <a:lnTo>
                    <a:pt x="434276" y="447040"/>
                  </a:lnTo>
                  <a:lnTo>
                    <a:pt x="437070" y="455930"/>
                  </a:lnTo>
                  <a:lnTo>
                    <a:pt x="444614" y="455930"/>
                  </a:lnTo>
                  <a:lnTo>
                    <a:pt x="447865" y="463550"/>
                  </a:lnTo>
                  <a:lnTo>
                    <a:pt x="437413" y="463550"/>
                  </a:lnTo>
                  <a:lnTo>
                    <a:pt x="435800" y="487680"/>
                  </a:lnTo>
                  <a:lnTo>
                    <a:pt x="415378" y="472440"/>
                  </a:lnTo>
                  <a:lnTo>
                    <a:pt x="410718" y="472440"/>
                  </a:lnTo>
                  <a:lnTo>
                    <a:pt x="410718" y="496570"/>
                  </a:lnTo>
                  <a:lnTo>
                    <a:pt x="405447" y="504190"/>
                  </a:lnTo>
                  <a:lnTo>
                    <a:pt x="407263" y="496570"/>
                  </a:lnTo>
                  <a:lnTo>
                    <a:pt x="410718" y="496570"/>
                  </a:lnTo>
                  <a:lnTo>
                    <a:pt x="410718" y="472440"/>
                  </a:lnTo>
                  <a:lnTo>
                    <a:pt x="405358" y="472440"/>
                  </a:lnTo>
                  <a:lnTo>
                    <a:pt x="427545" y="447040"/>
                  </a:lnTo>
                  <a:lnTo>
                    <a:pt x="421462" y="447040"/>
                  </a:lnTo>
                  <a:lnTo>
                    <a:pt x="429158" y="439420"/>
                  </a:lnTo>
                  <a:lnTo>
                    <a:pt x="419455" y="430530"/>
                  </a:lnTo>
                  <a:lnTo>
                    <a:pt x="446582" y="430530"/>
                  </a:lnTo>
                  <a:lnTo>
                    <a:pt x="431863" y="415290"/>
                  </a:lnTo>
                  <a:lnTo>
                    <a:pt x="421424" y="415290"/>
                  </a:lnTo>
                  <a:lnTo>
                    <a:pt x="427482" y="406400"/>
                  </a:lnTo>
                  <a:lnTo>
                    <a:pt x="445516" y="415290"/>
                  </a:lnTo>
                  <a:lnTo>
                    <a:pt x="454037" y="406400"/>
                  </a:lnTo>
                  <a:lnTo>
                    <a:pt x="468058" y="406400"/>
                  </a:lnTo>
                  <a:lnTo>
                    <a:pt x="459816" y="415290"/>
                  </a:lnTo>
                  <a:lnTo>
                    <a:pt x="468350" y="422910"/>
                  </a:lnTo>
                  <a:lnTo>
                    <a:pt x="468350" y="380834"/>
                  </a:lnTo>
                  <a:lnTo>
                    <a:pt x="462343" y="389890"/>
                  </a:lnTo>
                  <a:lnTo>
                    <a:pt x="455066" y="382270"/>
                  </a:lnTo>
                  <a:lnTo>
                    <a:pt x="454482" y="389890"/>
                  </a:lnTo>
                  <a:lnTo>
                    <a:pt x="422605" y="389890"/>
                  </a:lnTo>
                  <a:lnTo>
                    <a:pt x="440690" y="382270"/>
                  </a:lnTo>
                  <a:lnTo>
                    <a:pt x="443128" y="374650"/>
                  </a:lnTo>
                  <a:lnTo>
                    <a:pt x="446125" y="365594"/>
                  </a:lnTo>
                  <a:lnTo>
                    <a:pt x="462064" y="358140"/>
                  </a:lnTo>
                  <a:lnTo>
                    <a:pt x="464337" y="358140"/>
                  </a:lnTo>
                  <a:lnTo>
                    <a:pt x="459803" y="349250"/>
                  </a:lnTo>
                  <a:lnTo>
                    <a:pt x="449681" y="325120"/>
                  </a:lnTo>
                  <a:lnTo>
                    <a:pt x="442696" y="328853"/>
                  </a:lnTo>
                  <a:lnTo>
                    <a:pt x="442696" y="365594"/>
                  </a:lnTo>
                  <a:lnTo>
                    <a:pt x="435216" y="374650"/>
                  </a:lnTo>
                  <a:lnTo>
                    <a:pt x="414985" y="374650"/>
                  </a:lnTo>
                  <a:lnTo>
                    <a:pt x="414985" y="439420"/>
                  </a:lnTo>
                  <a:lnTo>
                    <a:pt x="405333" y="430530"/>
                  </a:lnTo>
                  <a:lnTo>
                    <a:pt x="406285" y="447040"/>
                  </a:lnTo>
                  <a:lnTo>
                    <a:pt x="393471" y="447040"/>
                  </a:lnTo>
                  <a:lnTo>
                    <a:pt x="389953" y="439420"/>
                  </a:lnTo>
                  <a:lnTo>
                    <a:pt x="396659" y="439420"/>
                  </a:lnTo>
                  <a:lnTo>
                    <a:pt x="393255" y="430530"/>
                  </a:lnTo>
                  <a:lnTo>
                    <a:pt x="394589" y="422910"/>
                  </a:lnTo>
                  <a:lnTo>
                    <a:pt x="399669" y="422910"/>
                  </a:lnTo>
                  <a:lnTo>
                    <a:pt x="399529" y="415290"/>
                  </a:lnTo>
                  <a:lnTo>
                    <a:pt x="413537" y="415290"/>
                  </a:lnTo>
                  <a:lnTo>
                    <a:pt x="414985" y="439420"/>
                  </a:lnTo>
                  <a:lnTo>
                    <a:pt x="414985" y="374650"/>
                  </a:lnTo>
                  <a:lnTo>
                    <a:pt x="408444" y="374650"/>
                  </a:lnTo>
                  <a:lnTo>
                    <a:pt x="428866" y="365594"/>
                  </a:lnTo>
                  <a:lnTo>
                    <a:pt x="428536" y="365594"/>
                  </a:lnTo>
                  <a:lnTo>
                    <a:pt x="432714" y="349250"/>
                  </a:lnTo>
                  <a:lnTo>
                    <a:pt x="438556" y="349250"/>
                  </a:lnTo>
                  <a:lnTo>
                    <a:pt x="436905" y="358140"/>
                  </a:lnTo>
                  <a:lnTo>
                    <a:pt x="442696" y="365594"/>
                  </a:lnTo>
                  <a:lnTo>
                    <a:pt x="442696" y="328853"/>
                  </a:lnTo>
                  <a:lnTo>
                    <a:pt x="418719" y="341630"/>
                  </a:lnTo>
                  <a:lnTo>
                    <a:pt x="417957" y="332740"/>
                  </a:lnTo>
                  <a:lnTo>
                    <a:pt x="424091" y="326390"/>
                  </a:lnTo>
                  <a:lnTo>
                    <a:pt x="404901" y="332740"/>
                  </a:lnTo>
                  <a:lnTo>
                    <a:pt x="392963" y="325120"/>
                  </a:lnTo>
                  <a:lnTo>
                    <a:pt x="391261" y="317500"/>
                  </a:lnTo>
                  <a:lnTo>
                    <a:pt x="375386" y="325120"/>
                  </a:lnTo>
                  <a:lnTo>
                    <a:pt x="381495" y="332740"/>
                  </a:lnTo>
                  <a:lnTo>
                    <a:pt x="414972" y="341630"/>
                  </a:lnTo>
                  <a:lnTo>
                    <a:pt x="414883" y="345440"/>
                  </a:lnTo>
                  <a:lnTo>
                    <a:pt x="414782" y="349250"/>
                  </a:lnTo>
                  <a:lnTo>
                    <a:pt x="414553" y="358140"/>
                  </a:lnTo>
                  <a:lnTo>
                    <a:pt x="407301" y="358140"/>
                  </a:lnTo>
                  <a:lnTo>
                    <a:pt x="398513" y="352818"/>
                  </a:lnTo>
                  <a:lnTo>
                    <a:pt x="398513" y="389890"/>
                  </a:lnTo>
                  <a:lnTo>
                    <a:pt x="389153" y="406400"/>
                  </a:lnTo>
                  <a:lnTo>
                    <a:pt x="387527" y="406400"/>
                  </a:lnTo>
                  <a:lnTo>
                    <a:pt x="387527" y="479958"/>
                  </a:lnTo>
                  <a:lnTo>
                    <a:pt x="372008" y="479958"/>
                  </a:lnTo>
                  <a:lnTo>
                    <a:pt x="369100" y="472440"/>
                  </a:lnTo>
                  <a:lnTo>
                    <a:pt x="386003" y="472440"/>
                  </a:lnTo>
                  <a:lnTo>
                    <a:pt x="387527" y="479958"/>
                  </a:lnTo>
                  <a:lnTo>
                    <a:pt x="387527" y="406400"/>
                  </a:lnTo>
                  <a:lnTo>
                    <a:pt x="382854" y="406400"/>
                  </a:lnTo>
                  <a:lnTo>
                    <a:pt x="382854" y="455930"/>
                  </a:lnTo>
                  <a:lnTo>
                    <a:pt x="380707" y="463550"/>
                  </a:lnTo>
                  <a:lnTo>
                    <a:pt x="368274" y="463550"/>
                  </a:lnTo>
                  <a:lnTo>
                    <a:pt x="368274" y="520700"/>
                  </a:lnTo>
                  <a:lnTo>
                    <a:pt x="364591" y="520700"/>
                  </a:lnTo>
                  <a:lnTo>
                    <a:pt x="351332" y="513080"/>
                  </a:lnTo>
                  <a:lnTo>
                    <a:pt x="326796" y="513080"/>
                  </a:lnTo>
                  <a:lnTo>
                    <a:pt x="313423" y="520700"/>
                  </a:lnTo>
                  <a:lnTo>
                    <a:pt x="314794" y="513080"/>
                  </a:lnTo>
                  <a:lnTo>
                    <a:pt x="308000" y="513080"/>
                  </a:lnTo>
                  <a:lnTo>
                    <a:pt x="308000" y="537210"/>
                  </a:lnTo>
                  <a:lnTo>
                    <a:pt x="297053" y="528320"/>
                  </a:lnTo>
                  <a:lnTo>
                    <a:pt x="290576" y="536067"/>
                  </a:lnTo>
                  <a:lnTo>
                    <a:pt x="290576" y="553720"/>
                  </a:lnTo>
                  <a:lnTo>
                    <a:pt x="282714" y="561340"/>
                  </a:lnTo>
                  <a:lnTo>
                    <a:pt x="278955" y="553720"/>
                  </a:lnTo>
                  <a:lnTo>
                    <a:pt x="290576" y="553720"/>
                  </a:lnTo>
                  <a:lnTo>
                    <a:pt x="290576" y="536067"/>
                  </a:lnTo>
                  <a:lnTo>
                    <a:pt x="283235" y="544830"/>
                  </a:lnTo>
                  <a:lnTo>
                    <a:pt x="277114" y="537210"/>
                  </a:lnTo>
                  <a:lnTo>
                    <a:pt x="281863" y="528320"/>
                  </a:lnTo>
                  <a:lnTo>
                    <a:pt x="277787" y="520700"/>
                  </a:lnTo>
                  <a:lnTo>
                    <a:pt x="277406" y="520700"/>
                  </a:lnTo>
                  <a:lnTo>
                    <a:pt x="287439" y="513080"/>
                  </a:lnTo>
                  <a:lnTo>
                    <a:pt x="295643" y="520700"/>
                  </a:lnTo>
                  <a:lnTo>
                    <a:pt x="306844" y="528320"/>
                  </a:lnTo>
                  <a:lnTo>
                    <a:pt x="308000" y="537210"/>
                  </a:lnTo>
                  <a:lnTo>
                    <a:pt x="308000" y="513080"/>
                  </a:lnTo>
                  <a:lnTo>
                    <a:pt x="303453" y="513080"/>
                  </a:lnTo>
                  <a:lnTo>
                    <a:pt x="301828" y="504190"/>
                  </a:lnTo>
                  <a:lnTo>
                    <a:pt x="294424" y="513080"/>
                  </a:lnTo>
                  <a:lnTo>
                    <a:pt x="291236" y="513080"/>
                  </a:lnTo>
                  <a:lnTo>
                    <a:pt x="285267" y="504190"/>
                  </a:lnTo>
                  <a:lnTo>
                    <a:pt x="267970" y="504190"/>
                  </a:lnTo>
                  <a:lnTo>
                    <a:pt x="268566" y="496570"/>
                  </a:lnTo>
                  <a:lnTo>
                    <a:pt x="255638" y="500189"/>
                  </a:lnTo>
                  <a:lnTo>
                    <a:pt x="255638" y="561340"/>
                  </a:lnTo>
                  <a:lnTo>
                    <a:pt x="250850" y="568960"/>
                  </a:lnTo>
                  <a:lnTo>
                    <a:pt x="244551" y="561340"/>
                  </a:lnTo>
                  <a:lnTo>
                    <a:pt x="255638" y="561340"/>
                  </a:lnTo>
                  <a:lnTo>
                    <a:pt x="255638" y="500189"/>
                  </a:lnTo>
                  <a:lnTo>
                    <a:pt x="253758" y="500710"/>
                  </a:lnTo>
                  <a:lnTo>
                    <a:pt x="253758" y="537210"/>
                  </a:lnTo>
                  <a:lnTo>
                    <a:pt x="244373" y="543560"/>
                  </a:lnTo>
                  <a:lnTo>
                    <a:pt x="230695" y="553720"/>
                  </a:lnTo>
                  <a:lnTo>
                    <a:pt x="227431" y="544830"/>
                  </a:lnTo>
                  <a:lnTo>
                    <a:pt x="242227" y="544830"/>
                  </a:lnTo>
                  <a:lnTo>
                    <a:pt x="244373" y="543560"/>
                  </a:lnTo>
                  <a:lnTo>
                    <a:pt x="245694" y="537210"/>
                  </a:lnTo>
                  <a:lnTo>
                    <a:pt x="237782" y="528320"/>
                  </a:lnTo>
                  <a:lnTo>
                    <a:pt x="250913" y="528320"/>
                  </a:lnTo>
                  <a:lnTo>
                    <a:pt x="251193" y="520700"/>
                  </a:lnTo>
                  <a:lnTo>
                    <a:pt x="253758" y="537210"/>
                  </a:lnTo>
                  <a:lnTo>
                    <a:pt x="253758" y="500710"/>
                  </a:lnTo>
                  <a:lnTo>
                    <a:pt x="241261" y="504190"/>
                  </a:lnTo>
                  <a:lnTo>
                    <a:pt x="243052" y="513080"/>
                  </a:lnTo>
                  <a:lnTo>
                    <a:pt x="226136" y="505841"/>
                  </a:lnTo>
                  <a:lnTo>
                    <a:pt x="226136" y="528320"/>
                  </a:lnTo>
                  <a:lnTo>
                    <a:pt x="219036" y="544830"/>
                  </a:lnTo>
                  <a:lnTo>
                    <a:pt x="215277" y="553720"/>
                  </a:lnTo>
                  <a:lnTo>
                    <a:pt x="197091" y="544830"/>
                  </a:lnTo>
                  <a:lnTo>
                    <a:pt x="207505" y="544830"/>
                  </a:lnTo>
                  <a:lnTo>
                    <a:pt x="207530" y="543560"/>
                  </a:lnTo>
                  <a:lnTo>
                    <a:pt x="207645" y="537210"/>
                  </a:lnTo>
                  <a:lnTo>
                    <a:pt x="201803" y="537210"/>
                  </a:lnTo>
                  <a:lnTo>
                    <a:pt x="199047" y="534670"/>
                  </a:lnTo>
                  <a:lnTo>
                    <a:pt x="204101" y="528320"/>
                  </a:lnTo>
                  <a:lnTo>
                    <a:pt x="226136" y="528320"/>
                  </a:lnTo>
                  <a:lnTo>
                    <a:pt x="226136" y="505841"/>
                  </a:lnTo>
                  <a:lnTo>
                    <a:pt x="222313" y="504190"/>
                  </a:lnTo>
                  <a:lnTo>
                    <a:pt x="226885" y="504190"/>
                  </a:lnTo>
                  <a:lnTo>
                    <a:pt x="222656" y="496570"/>
                  </a:lnTo>
                  <a:lnTo>
                    <a:pt x="223177" y="487680"/>
                  </a:lnTo>
                  <a:lnTo>
                    <a:pt x="222923" y="487680"/>
                  </a:lnTo>
                  <a:lnTo>
                    <a:pt x="229057" y="480110"/>
                  </a:lnTo>
                  <a:lnTo>
                    <a:pt x="238074" y="496570"/>
                  </a:lnTo>
                  <a:lnTo>
                    <a:pt x="245897" y="487680"/>
                  </a:lnTo>
                  <a:lnTo>
                    <a:pt x="249148" y="496570"/>
                  </a:lnTo>
                  <a:lnTo>
                    <a:pt x="253352" y="487680"/>
                  </a:lnTo>
                  <a:lnTo>
                    <a:pt x="258051" y="472440"/>
                  </a:lnTo>
                  <a:lnTo>
                    <a:pt x="260400" y="463550"/>
                  </a:lnTo>
                  <a:lnTo>
                    <a:pt x="270751" y="463550"/>
                  </a:lnTo>
                  <a:lnTo>
                    <a:pt x="290461" y="472440"/>
                  </a:lnTo>
                  <a:lnTo>
                    <a:pt x="305803" y="463550"/>
                  </a:lnTo>
                  <a:lnTo>
                    <a:pt x="309156" y="472440"/>
                  </a:lnTo>
                  <a:lnTo>
                    <a:pt x="301409" y="479958"/>
                  </a:lnTo>
                  <a:lnTo>
                    <a:pt x="304368" y="479958"/>
                  </a:lnTo>
                  <a:lnTo>
                    <a:pt x="340093" y="487680"/>
                  </a:lnTo>
                  <a:lnTo>
                    <a:pt x="333908" y="487680"/>
                  </a:lnTo>
                  <a:lnTo>
                    <a:pt x="325018" y="496570"/>
                  </a:lnTo>
                  <a:lnTo>
                    <a:pt x="327279" y="496570"/>
                  </a:lnTo>
                  <a:lnTo>
                    <a:pt x="297256" y="504190"/>
                  </a:lnTo>
                  <a:lnTo>
                    <a:pt x="301828" y="504190"/>
                  </a:lnTo>
                  <a:lnTo>
                    <a:pt x="338074" y="504190"/>
                  </a:lnTo>
                  <a:lnTo>
                    <a:pt x="343103" y="487680"/>
                  </a:lnTo>
                  <a:lnTo>
                    <a:pt x="354368" y="487680"/>
                  </a:lnTo>
                  <a:lnTo>
                    <a:pt x="346405" y="479958"/>
                  </a:lnTo>
                  <a:lnTo>
                    <a:pt x="346659" y="479958"/>
                  </a:lnTo>
                  <a:lnTo>
                    <a:pt x="351002" y="472440"/>
                  </a:lnTo>
                  <a:lnTo>
                    <a:pt x="358457" y="472440"/>
                  </a:lnTo>
                  <a:lnTo>
                    <a:pt x="360502" y="479958"/>
                  </a:lnTo>
                  <a:lnTo>
                    <a:pt x="360807" y="479958"/>
                  </a:lnTo>
                  <a:lnTo>
                    <a:pt x="354368" y="487680"/>
                  </a:lnTo>
                  <a:lnTo>
                    <a:pt x="359752" y="487680"/>
                  </a:lnTo>
                  <a:lnTo>
                    <a:pt x="360705" y="480923"/>
                  </a:lnTo>
                  <a:lnTo>
                    <a:pt x="360883" y="480072"/>
                  </a:lnTo>
                  <a:lnTo>
                    <a:pt x="366712" y="487680"/>
                  </a:lnTo>
                  <a:lnTo>
                    <a:pt x="368274" y="520700"/>
                  </a:lnTo>
                  <a:lnTo>
                    <a:pt x="368274" y="463550"/>
                  </a:lnTo>
                  <a:lnTo>
                    <a:pt x="366128" y="463550"/>
                  </a:lnTo>
                  <a:lnTo>
                    <a:pt x="370408" y="455930"/>
                  </a:lnTo>
                  <a:lnTo>
                    <a:pt x="382854" y="455930"/>
                  </a:lnTo>
                  <a:lnTo>
                    <a:pt x="382854" y="406400"/>
                  </a:lnTo>
                  <a:lnTo>
                    <a:pt x="368833" y="406400"/>
                  </a:lnTo>
                  <a:lnTo>
                    <a:pt x="368922" y="402590"/>
                  </a:lnTo>
                  <a:lnTo>
                    <a:pt x="369023" y="398780"/>
                  </a:lnTo>
                  <a:lnTo>
                    <a:pt x="384213" y="398780"/>
                  </a:lnTo>
                  <a:lnTo>
                    <a:pt x="381063" y="389890"/>
                  </a:lnTo>
                  <a:lnTo>
                    <a:pt x="398513" y="389890"/>
                  </a:lnTo>
                  <a:lnTo>
                    <a:pt x="398513" y="352818"/>
                  </a:lnTo>
                  <a:lnTo>
                    <a:pt x="380072" y="341630"/>
                  </a:lnTo>
                  <a:lnTo>
                    <a:pt x="379971" y="345440"/>
                  </a:lnTo>
                  <a:lnTo>
                    <a:pt x="379895" y="348716"/>
                  </a:lnTo>
                  <a:lnTo>
                    <a:pt x="379895" y="382270"/>
                  </a:lnTo>
                  <a:lnTo>
                    <a:pt x="379895" y="387350"/>
                  </a:lnTo>
                  <a:lnTo>
                    <a:pt x="377913" y="382270"/>
                  </a:lnTo>
                  <a:lnTo>
                    <a:pt x="379895" y="382270"/>
                  </a:lnTo>
                  <a:lnTo>
                    <a:pt x="379895" y="348716"/>
                  </a:lnTo>
                  <a:lnTo>
                    <a:pt x="379882" y="349250"/>
                  </a:lnTo>
                  <a:lnTo>
                    <a:pt x="371868" y="358140"/>
                  </a:lnTo>
                  <a:lnTo>
                    <a:pt x="378256" y="358140"/>
                  </a:lnTo>
                  <a:lnTo>
                    <a:pt x="371360" y="374650"/>
                  </a:lnTo>
                  <a:lnTo>
                    <a:pt x="372491" y="374650"/>
                  </a:lnTo>
                  <a:lnTo>
                    <a:pt x="341388" y="398780"/>
                  </a:lnTo>
                  <a:lnTo>
                    <a:pt x="363816" y="406400"/>
                  </a:lnTo>
                  <a:lnTo>
                    <a:pt x="359841" y="415290"/>
                  </a:lnTo>
                  <a:lnTo>
                    <a:pt x="348716" y="406400"/>
                  </a:lnTo>
                  <a:lnTo>
                    <a:pt x="341210" y="415290"/>
                  </a:lnTo>
                  <a:lnTo>
                    <a:pt x="304774" y="415290"/>
                  </a:lnTo>
                  <a:lnTo>
                    <a:pt x="339890" y="422910"/>
                  </a:lnTo>
                  <a:lnTo>
                    <a:pt x="358863" y="422910"/>
                  </a:lnTo>
                  <a:lnTo>
                    <a:pt x="347776" y="447040"/>
                  </a:lnTo>
                  <a:lnTo>
                    <a:pt x="356273" y="455930"/>
                  </a:lnTo>
                  <a:lnTo>
                    <a:pt x="355587" y="455930"/>
                  </a:lnTo>
                  <a:lnTo>
                    <a:pt x="336270" y="463550"/>
                  </a:lnTo>
                  <a:lnTo>
                    <a:pt x="323088" y="463550"/>
                  </a:lnTo>
                  <a:lnTo>
                    <a:pt x="312039" y="455930"/>
                  </a:lnTo>
                  <a:lnTo>
                    <a:pt x="302945" y="455930"/>
                  </a:lnTo>
                  <a:lnTo>
                    <a:pt x="302221" y="447040"/>
                  </a:lnTo>
                  <a:lnTo>
                    <a:pt x="291211" y="447040"/>
                  </a:lnTo>
                  <a:lnTo>
                    <a:pt x="289941" y="439420"/>
                  </a:lnTo>
                  <a:lnTo>
                    <a:pt x="272846" y="439420"/>
                  </a:lnTo>
                  <a:lnTo>
                    <a:pt x="272796" y="455930"/>
                  </a:lnTo>
                  <a:lnTo>
                    <a:pt x="259765" y="447040"/>
                  </a:lnTo>
                  <a:lnTo>
                    <a:pt x="258508" y="439420"/>
                  </a:lnTo>
                  <a:lnTo>
                    <a:pt x="272796" y="455930"/>
                  </a:lnTo>
                  <a:lnTo>
                    <a:pt x="272796" y="439407"/>
                  </a:lnTo>
                  <a:lnTo>
                    <a:pt x="253834" y="432346"/>
                  </a:lnTo>
                  <a:lnTo>
                    <a:pt x="253834" y="463550"/>
                  </a:lnTo>
                  <a:lnTo>
                    <a:pt x="232511" y="463550"/>
                  </a:lnTo>
                  <a:lnTo>
                    <a:pt x="230200" y="456374"/>
                  </a:lnTo>
                  <a:lnTo>
                    <a:pt x="230200" y="479958"/>
                  </a:lnTo>
                  <a:lnTo>
                    <a:pt x="229184" y="479958"/>
                  </a:lnTo>
                  <a:lnTo>
                    <a:pt x="228981" y="479958"/>
                  </a:lnTo>
                  <a:lnTo>
                    <a:pt x="224307" y="479958"/>
                  </a:lnTo>
                  <a:lnTo>
                    <a:pt x="217030" y="487680"/>
                  </a:lnTo>
                  <a:lnTo>
                    <a:pt x="214947" y="487680"/>
                  </a:lnTo>
                  <a:lnTo>
                    <a:pt x="210743" y="488911"/>
                  </a:lnTo>
                  <a:lnTo>
                    <a:pt x="210743" y="513080"/>
                  </a:lnTo>
                  <a:lnTo>
                    <a:pt x="207073" y="520700"/>
                  </a:lnTo>
                  <a:lnTo>
                    <a:pt x="193294" y="520700"/>
                  </a:lnTo>
                  <a:lnTo>
                    <a:pt x="196761" y="533400"/>
                  </a:lnTo>
                  <a:lnTo>
                    <a:pt x="189217" y="528320"/>
                  </a:lnTo>
                  <a:lnTo>
                    <a:pt x="190284" y="520700"/>
                  </a:lnTo>
                  <a:lnTo>
                    <a:pt x="179070" y="520700"/>
                  </a:lnTo>
                  <a:lnTo>
                    <a:pt x="177901" y="519925"/>
                  </a:lnTo>
                  <a:lnTo>
                    <a:pt x="177901" y="649986"/>
                  </a:lnTo>
                  <a:lnTo>
                    <a:pt x="174815" y="642607"/>
                  </a:lnTo>
                  <a:lnTo>
                    <a:pt x="168059" y="650240"/>
                  </a:lnTo>
                  <a:lnTo>
                    <a:pt x="166751" y="650240"/>
                  </a:lnTo>
                  <a:lnTo>
                    <a:pt x="162064" y="642607"/>
                  </a:lnTo>
                  <a:lnTo>
                    <a:pt x="162128" y="635000"/>
                  </a:lnTo>
                  <a:lnTo>
                    <a:pt x="176161" y="635000"/>
                  </a:lnTo>
                  <a:lnTo>
                    <a:pt x="177901" y="649986"/>
                  </a:lnTo>
                  <a:lnTo>
                    <a:pt x="177901" y="519925"/>
                  </a:lnTo>
                  <a:lnTo>
                    <a:pt x="176174" y="518756"/>
                  </a:lnTo>
                  <a:lnTo>
                    <a:pt x="176174" y="585470"/>
                  </a:lnTo>
                  <a:lnTo>
                    <a:pt x="163144" y="585470"/>
                  </a:lnTo>
                  <a:lnTo>
                    <a:pt x="171259" y="577850"/>
                  </a:lnTo>
                  <a:lnTo>
                    <a:pt x="176174" y="585470"/>
                  </a:lnTo>
                  <a:lnTo>
                    <a:pt x="176174" y="518756"/>
                  </a:lnTo>
                  <a:lnTo>
                    <a:pt x="168173" y="513384"/>
                  </a:lnTo>
                  <a:lnTo>
                    <a:pt x="168173" y="537210"/>
                  </a:lnTo>
                  <a:lnTo>
                    <a:pt x="165760" y="544830"/>
                  </a:lnTo>
                  <a:lnTo>
                    <a:pt x="157238" y="553720"/>
                  </a:lnTo>
                  <a:lnTo>
                    <a:pt x="139433" y="553720"/>
                  </a:lnTo>
                  <a:lnTo>
                    <a:pt x="139433" y="568960"/>
                  </a:lnTo>
                  <a:lnTo>
                    <a:pt x="134899" y="568960"/>
                  </a:lnTo>
                  <a:lnTo>
                    <a:pt x="137414" y="561340"/>
                  </a:lnTo>
                  <a:lnTo>
                    <a:pt x="139433" y="568960"/>
                  </a:lnTo>
                  <a:lnTo>
                    <a:pt x="139433" y="553720"/>
                  </a:lnTo>
                  <a:lnTo>
                    <a:pt x="135839" y="553720"/>
                  </a:lnTo>
                  <a:lnTo>
                    <a:pt x="147726" y="544830"/>
                  </a:lnTo>
                  <a:lnTo>
                    <a:pt x="153098" y="544830"/>
                  </a:lnTo>
                  <a:lnTo>
                    <a:pt x="162610" y="537210"/>
                  </a:lnTo>
                  <a:lnTo>
                    <a:pt x="168173" y="537210"/>
                  </a:lnTo>
                  <a:lnTo>
                    <a:pt x="168173" y="513384"/>
                  </a:lnTo>
                  <a:lnTo>
                    <a:pt x="167728" y="513080"/>
                  </a:lnTo>
                  <a:lnTo>
                    <a:pt x="194564" y="504190"/>
                  </a:lnTo>
                  <a:lnTo>
                    <a:pt x="210743" y="513080"/>
                  </a:lnTo>
                  <a:lnTo>
                    <a:pt x="210743" y="488911"/>
                  </a:lnTo>
                  <a:lnTo>
                    <a:pt x="184467" y="496570"/>
                  </a:lnTo>
                  <a:lnTo>
                    <a:pt x="186601" y="487680"/>
                  </a:lnTo>
                  <a:lnTo>
                    <a:pt x="180632" y="472440"/>
                  </a:lnTo>
                  <a:lnTo>
                    <a:pt x="178612" y="463550"/>
                  </a:lnTo>
                  <a:lnTo>
                    <a:pt x="197739" y="472440"/>
                  </a:lnTo>
                  <a:lnTo>
                    <a:pt x="199796" y="463550"/>
                  </a:lnTo>
                  <a:lnTo>
                    <a:pt x="188836" y="463550"/>
                  </a:lnTo>
                  <a:lnTo>
                    <a:pt x="193471" y="455930"/>
                  </a:lnTo>
                  <a:lnTo>
                    <a:pt x="201739" y="455930"/>
                  </a:lnTo>
                  <a:lnTo>
                    <a:pt x="206552" y="447040"/>
                  </a:lnTo>
                  <a:lnTo>
                    <a:pt x="224663" y="455930"/>
                  </a:lnTo>
                  <a:lnTo>
                    <a:pt x="222199" y="463550"/>
                  </a:lnTo>
                  <a:lnTo>
                    <a:pt x="206629" y="463550"/>
                  </a:lnTo>
                  <a:lnTo>
                    <a:pt x="212420" y="479958"/>
                  </a:lnTo>
                  <a:lnTo>
                    <a:pt x="221932" y="479958"/>
                  </a:lnTo>
                  <a:lnTo>
                    <a:pt x="227037" y="472440"/>
                  </a:lnTo>
                  <a:lnTo>
                    <a:pt x="230200" y="479958"/>
                  </a:lnTo>
                  <a:lnTo>
                    <a:pt x="230200" y="456374"/>
                  </a:lnTo>
                  <a:lnTo>
                    <a:pt x="230060" y="455930"/>
                  </a:lnTo>
                  <a:lnTo>
                    <a:pt x="233883" y="447040"/>
                  </a:lnTo>
                  <a:lnTo>
                    <a:pt x="220522" y="447040"/>
                  </a:lnTo>
                  <a:lnTo>
                    <a:pt x="238125" y="439420"/>
                  </a:lnTo>
                  <a:lnTo>
                    <a:pt x="239064" y="447040"/>
                  </a:lnTo>
                  <a:lnTo>
                    <a:pt x="253834" y="463550"/>
                  </a:lnTo>
                  <a:lnTo>
                    <a:pt x="253834" y="432346"/>
                  </a:lnTo>
                  <a:lnTo>
                    <a:pt x="248996" y="430530"/>
                  </a:lnTo>
                  <a:lnTo>
                    <a:pt x="213055" y="430530"/>
                  </a:lnTo>
                  <a:lnTo>
                    <a:pt x="212953" y="433070"/>
                  </a:lnTo>
                  <a:lnTo>
                    <a:pt x="212712" y="439420"/>
                  </a:lnTo>
                  <a:lnTo>
                    <a:pt x="206756" y="439420"/>
                  </a:lnTo>
                  <a:lnTo>
                    <a:pt x="201142" y="430530"/>
                  </a:lnTo>
                  <a:lnTo>
                    <a:pt x="205333" y="430530"/>
                  </a:lnTo>
                  <a:lnTo>
                    <a:pt x="223697" y="422910"/>
                  </a:lnTo>
                  <a:lnTo>
                    <a:pt x="218744" y="415290"/>
                  </a:lnTo>
                  <a:lnTo>
                    <a:pt x="205282" y="415290"/>
                  </a:lnTo>
                  <a:lnTo>
                    <a:pt x="200850" y="422910"/>
                  </a:lnTo>
                  <a:lnTo>
                    <a:pt x="191820" y="422910"/>
                  </a:lnTo>
                  <a:lnTo>
                    <a:pt x="188341" y="419100"/>
                  </a:lnTo>
                  <a:lnTo>
                    <a:pt x="188341" y="447040"/>
                  </a:lnTo>
                  <a:lnTo>
                    <a:pt x="178104" y="447040"/>
                  </a:lnTo>
                  <a:lnTo>
                    <a:pt x="180492" y="439420"/>
                  </a:lnTo>
                  <a:lnTo>
                    <a:pt x="188341" y="447040"/>
                  </a:lnTo>
                  <a:lnTo>
                    <a:pt x="188341" y="419100"/>
                  </a:lnTo>
                  <a:lnTo>
                    <a:pt x="176771" y="406400"/>
                  </a:lnTo>
                  <a:lnTo>
                    <a:pt x="192112" y="406400"/>
                  </a:lnTo>
                  <a:lnTo>
                    <a:pt x="198399" y="398780"/>
                  </a:lnTo>
                  <a:lnTo>
                    <a:pt x="227672" y="398780"/>
                  </a:lnTo>
                  <a:lnTo>
                    <a:pt x="241109" y="422910"/>
                  </a:lnTo>
                  <a:lnTo>
                    <a:pt x="252006" y="406400"/>
                  </a:lnTo>
                  <a:lnTo>
                    <a:pt x="236715" y="398780"/>
                  </a:lnTo>
                  <a:lnTo>
                    <a:pt x="232702" y="389890"/>
                  </a:lnTo>
                  <a:lnTo>
                    <a:pt x="189953" y="382270"/>
                  </a:lnTo>
                  <a:lnTo>
                    <a:pt x="206324" y="382270"/>
                  </a:lnTo>
                  <a:lnTo>
                    <a:pt x="215823" y="374650"/>
                  </a:lnTo>
                  <a:lnTo>
                    <a:pt x="220078" y="365594"/>
                  </a:lnTo>
                  <a:lnTo>
                    <a:pt x="224155" y="358140"/>
                  </a:lnTo>
                  <a:lnTo>
                    <a:pt x="233756" y="365594"/>
                  </a:lnTo>
                  <a:lnTo>
                    <a:pt x="234251" y="365594"/>
                  </a:lnTo>
                  <a:lnTo>
                    <a:pt x="247624" y="358140"/>
                  </a:lnTo>
                  <a:lnTo>
                    <a:pt x="258965" y="365594"/>
                  </a:lnTo>
                  <a:lnTo>
                    <a:pt x="259295" y="365594"/>
                  </a:lnTo>
                  <a:lnTo>
                    <a:pt x="263232" y="358140"/>
                  </a:lnTo>
                  <a:lnTo>
                    <a:pt x="251409" y="349250"/>
                  </a:lnTo>
                  <a:lnTo>
                    <a:pt x="251866" y="349250"/>
                  </a:lnTo>
                  <a:lnTo>
                    <a:pt x="260502" y="341630"/>
                  </a:lnTo>
                  <a:lnTo>
                    <a:pt x="259943" y="325120"/>
                  </a:lnTo>
                  <a:lnTo>
                    <a:pt x="259664" y="317500"/>
                  </a:lnTo>
                  <a:lnTo>
                    <a:pt x="251117" y="317500"/>
                  </a:lnTo>
                  <a:lnTo>
                    <a:pt x="254038" y="284480"/>
                  </a:lnTo>
                  <a:lnTo>
                    <a:pt x="266103" y="284480"/>
                  </a:lnTo>
                  <a:lnTo>
                    <a:pt x="271157" y="276860"/>
                  </a:lnTo>
                  <a:lnTo>
                    <a:pt x="284886" y="260350"/>
                  </a:lnTo>
                  <a:lnTo>
                    <a:pt x="320878" y="276860"/>
                  </a:lnTo>
                  <a:lnTo>
                    <a:pt x="329577" y="276860"/>
                  </a:lnTo>
                  <a:lnTo>
                    <a:pt x="323024" y="284480"/>
                  </a:lnTo>
                  <a:lnTo>
                    <a:pt x="299237" y="284480"/>
                  </a:lnTo>
                  <a:lnTo>
                    <a:pt x="300710" y="276860"/>
                  </a:lnTo>
                  <a:lnTo>
                    <a:pt x="291515" y="267970"/>
                  </a:lnTo>
                  <a:lnTo>
                    <a:pt x="282562" y="276860"/>
                  </a:lnTo>
                  <a:lnTo>
                    <a:pt x="275602" y="276860"/>
                  </a:lnTo>
                  <a:lnTo>
                    <a:pt x="275005" y="284480"/>
                  </a:lnTo>
                  <a:lnTo>
                    <a:pt x="290474" y="300990"/>
                  </a:lnTo>
                  <a:lnTo>
                    <a:pt x="274675" y="317500"/>
                  </a:lnTo>
                  <a:lnTo>
                    <a:pt x="290512" y="317500"/>
                  </a:lnTo>
                  <a:lnTo>
                    <a:pt x="292671" y="308610"/>
                  </a:lnTo>
                  <a:lnTo>
                    <a:pt x="304546" y="300990"/>
                  </a:lnTo>
                  <a:lnTo>
                    <a:pt x="296659" y="292100"/>
                  </a:lnTo>
                  <a:lnTo>
                    <a:pt x="342442" y="292100"/>
                  </a:lnTo>
                  <a:lnTo>
                    <a:pt x="349796" y="284480"/>
                  </a:lnTo>
                  <a:lnTo>
                    <a:pt x="348957" y="267970"/>
                  </a:lnTo>
                  <a:lnTo>
                    <a:pt x="354799" y="260286"/>
                  </a:lnTo>
                  <a:lnTo>
                    <a:pt x="363512" y="260286"/>
                  </a:lnTo>
                  <a:lnTo>
                    <a:pt x="353568" y="251460"/>
                  </a:lnTo>
                  <a:lnTo>
                    <a:pt x="343662" y="243878"/>
                  </a:lnTo>
                  <a:lnTo>
                    <a:pt x="330301" y="251460"/>
                  </a:lnTo>
                  <a:lnTo>
                    <a:pt x="325729" y="251460"/>
                  </a:lnTo>
                  <a:lnTo>
                    <a:pt x="324319" y="243573"/>
                  </a:lnTo>
                  <a:lnTo>
                    <a:pt x="324472" y="243573"/>
                  </a:lnTo>
                  <a:lnTo>
                    <a:pt x="327202" y="236220"/>
                  </a:lnTo>
                  <a:lnTo>
                    <a:pt x="343255" y="243573"/>
                  </a:lnTo>
                  <a:lnTo>
                    <a:pt x="343674" y="243573"/>
                  </a:lnTo>
                  <a:lnTo>
                    <a:pt x="341566" y="236220"/>
                  </a:lnTo>
                  <a:lnTo>
                    <a:pt x="346176" y="227330"/>
                  </a:lnTo>
                  <a:lnTo>
                    <a:pt x="355549" y="236220"/>
                  </a:lnTo>
                  <a:lnTo>
                    <a:pt x="366445" y="236220"/>
                  </a:lnTo>
                  <a:lnTo>
                    <a:pt x="365112" y="251460"/>
                  </a:lnTo>
                  <a:lnTo>
                    <a:pt x="370890" y="251460"/>
                  </a:lnTo>
                  <a:lnTo>
                    <a:pt x="370522" y="260286"/>
                  </a:lnTo>
                  <a:lnTo>
                    <a:pt x="370941" y="260591"/>
                  </a:lnTo>
                  <a:lnTo>
                    <a:pt x="383781" y="267970"/>
                  </a:lnTo>
                  <a:lnTo>
                    <a:pt x="397243" y="260286"/>
                  </a:lnTo>
                  <a:lnTo>
                    <a:pt x="397078" y="260286"/>
                  </a:lnTo>
                  <a:lnTo>
                    <a:pt x="386778" y="251460"/>
                  </a:lnTo>
                  <a:lnTo>
                    <a:pt x="394004" y="236220"/>
                  </a:lnTo>
                  <a:lnTo>
                    <a:pt x="382066" y="236220"/>
                  </a:lnTo>
                  <a:lnTo>
                    <a:pt x="376415" y="227330"/>
                  </a:lnTo>
                  <a:lnTo>
                    <a:pt x="392087" y="219710"/>
                  </a:lnTo>
                  <a:lnTo>
                    <a:pt x="398602" y="227330"/>
                  </a:lnTo>
                  <a:lnTo>
                    <a:pt x="403555" y="227330"/>
                  </a:lnTo>
                  <a:lnTo>
                    <a:pt x="403390" y="219710"/>
                  </a:lnTo>
                  <a:lnTo>
                    <a:pt x="403072" y="203200"/>
                  </a:lnTo>
                  <a:lnTo>
                    <a:pt x="426986" y="194310"/>
                  </a:lnTo>
                  <a:lnTo>
                    <a:pt x="434835" y="210820"/>
                  </a:lnTo>
                  <a:lnTo>
                    <a:pt x="463600" y="210820"/>
                  </a:lnTo>
                  <a:lnTo>
                    <a:pt x="462991" y="203200"/>
                  </a:lnTo>
                  <a:lnTo>
                    <a:pt x="470535" y="194310"/>
                  </a:lnTo>
                  <a:lnTo>
                    <a:pt x="464172" y="194310"/>
                  </a:lnTo>
                  <a:lnTo>
                    <a:pt x="450837" y="186690"/>
                  </a:lnTo>
                  <a:lnTo>
                    <a:pt x="443103" y="194310"/>
                  </a:lnTo>
                  <a:lnTo>
                    <a:pt x="432015" y="194310"/>
                  </a:lnTo>
                  <a:lnTo>
                    <a:pt x="431025" y="186690"/>
                  </a:lnTo>
                  <a:lnTo>
                    <a:pt x="409435" y="186690"/>
                  </a:lnTo>
                  <a:lnTo>
                    <a:pt x="396913" y="203200"/>
                  </a:lnTo>
                  <a:lnTo>
                    <a:pt x="390944" y="203200"/>
                  </a:lnTo>
                  <a:lnTo>
                    <a:pt x="390385" y="194310"/>
                  </a:lnTo>
                  <a:lnTo>
                    <a:pt x="374624" y="186690"/>
                  </a:lnTo>
                  <a:lnTo>
                    <a:pt x="364172" y="194310"/>
                  </a:lnTo>
                  <a:lnTo>
                    <a:pt x="366191" y="210820"/>
                  </a:lnTo>
                  <a:lnTo>
                    <a:pt x="362292" y="210820"/>
                  </a:lnTo>
                  <a:lnTo>
                    <a:pt x="355409" y="203200"/>
                  </a:lnTo>
                  <a:lnTo>
                    <a:pt x="355003" y="210820"/>
                  </a:lnTo>
                  <a:lnTo>
                    <a:pt x="324637" y="210820"/>
                  </a:lnTo>
                  <a:lnTo>
                    <a:pt x="320154" y="219710"/>
                  </a:lnTo>
                  <a:lnTo>
                    <a:pt x="309156" y="227330"/>
                  </a:lnTo>
                  <a:lnTo>
                    <a:pt x="309156" y="236220"/>
                  </a:lnTo>
                  <a:lnTo>
                    <a:pt x="298437" y="236220"/>
                  </a:lnTo>
                  <a:lnTo>
                    <a:pt x="261899" y="251460"/>
                  </a:lnTo>
                  <a:lnTo>
                    <a:pt x="252857" y="260286"/>
                  </a:lnTo>
                  <a:lnTo>
                    <a:pt x="249897" y="260286"/>
                  </a:lnTo>
                  <a:lnTo>
                    <a:pt x="249897" y="332740"/>
                  </a:lnTo>
                  <a:lnTo>
                    <a:pt x="247307" y="341630"/>
                  </a:lnTo>
                  <a:lnTo>
                    <a:pt x="239458" y="341630"/>
                  </a:lnTo>
                  <a:lnTo>
                    <a:pt x="236105" y="349250"/>
                  </a:lnTo>
                  <a:lnTo>
                    <a:pt x="228130" y="349250"/>
                  </a:lnTo>
                  <a:lnTo>
                    <a:pt x="239458" y="341630"/>
                  </a:lnTo>
                  <a:lnTo>
                    <a:pt x="239064" y="341630"/>
                  </a:lnTo>
                  <a:lnTo>
                    <a:pt x="249897" y="332740"/>
                  </a:lnTo>
                  <a:lnTo>
                    <a:pt x="249897" y="260286"/>
                  </a:lnTo>
                  <a:lnTo>
                    <a:pt x="241490" y="260286"/>
                  </a:lnTo>
                  <a:lnTo>
                    <a:pt x="241490" y="317500"/>
                  </a:lnTo>
                  <a:lnTo>
                    <a:pt x="235699" y="325120"/>
                  </a:lnTo>
                  <a:lnTo>
                    <a:pt x="226161" y="317500"/>
                  </a:lnTo>
                  <a:lnTo>
                    <a:pt x="241490" y="317500"/>
                  </a:lnTo>
                  <a:lnTo>
                    <a:pt x="241490" y="260286"/>
                  </a:lnTo>
                  <a:lnTo>
                    <a:pt x="250367" y="251460"/>
                  </a:lnTo>
                  <a:lnTo>
                    <a:pt x="250075" y="251460"/>
                  </a:lnTo>
                  <a:lnTo>
                    <a:pt x="259219" y="236220"/>
                  </a:lnTo>
                  <a:lnTo>
                    <a:pt x="262458" y="219710"/>
                  </a:lnTo>
                  <a:lnTo>
                    <a:pt x="273875" y="210820"/>
                  </a:lnTo>
                  <a:lnTo>
                    <a:pt x="296710" y="194310"/>
                  </a:lnTo>
                  <a:lnTo>
                    <a:pt x="293992" y="189230"/>
                  </a:lnTo>
                  <a:lnTo>
                    <a:pt x="300113" y="186690"/>
                  </a:lnTo>
                  <a:lnTo>
                    <a:pt x="297662" y="194310"/>
                  </a:lnTo>
                  <a:lnTo>
                    <a:pt x="306412" y="179070"/>
                  </a:lnTo>
                  <a:lnTo>
                    <a:pt x="319747" y="179070"/>
                  </a:lnTo>
                  <a:lnTo>
                    <a:pt x="320954" y="170180"/>
                  </a:lnTo>
                  <a:lnTo>
                    <a:pt x="339001" y="170180"/>
                  </a:lnTo>
                  <a:lnTo>
                    <a:pt x="343890" y="162560"/>
                  </a:lnTo>
                  <a:lnTo>
                    <a:pt x="397383" y="146050"/>
                  </a:lnTo>
                  <a:lnTo>
                    <a:pt x="404114" y="138430"/>
                  </a:lnTo>
                  <a:lnTo>
                    <a:pt x="435762" y="138430"/>
                  </a:lnTo>
                  <a:lnTo>
                    <a:pt x="451243" y="146050"/>
                  </a:lnTo>
                  <a:lnTo>
                    <a:pt x="460222" y="129540"/>
                  </a:lnTo>
                  <a:lnTo>
                    <a:pt x="467944" y="138430"/>
                  </a:lnTo>
                  <a:lnTo>
                    <a:pt x="474649" y="138430"/>
                  </a:lnTo>
                  <a:lnTo>
                    <a:pt x="478650" y="146050"/>
                  </a:lnTo>
                  <a:lnTo>
                    <a:pt x="483108" y="146050"/>
                  </a:lnTo>
                  <a:lnTo>
                    <a:pt x="518693" y="138430"/>
                  </a:lnTo>
                  <a:lnTo>
                    <a:pt x="524497" y="153670"/>
                  </a:lnTo>
                  <a:lnTo>
                    <a:pt x="535838" y="153670"/>
                  </a:lnTo>
                  <a:lnTo>
                    <a:pt x="521131" y="138430"/>
                  </a:lnTo>
                  <a:lnTo>
                    <a:pt x="521817" y="129540"/>
                  </a:lnTo>
                  <a:lnTo>
                    <a:pt x="525208" y="129540"/>
                  </a:lnTo>
                  <a:lnTo>
                    <a:pt x="531037" y="138430"/>
                  </a:lnTo>
                  <a:lnTo>
                    <a:pt x="541921" y="138430"/>
                  </a:lnTo>
                  <a:lnTo>
                    <a:pt x="563232" y="153670"/>
                  </a:lnTo>
                  <a:lnTo>
                    <a:pt x="560920" y="138430"/>
                  </a:lnTo>
                  <a:lnTo>
                    <a:pt x="565404" y="129540"/>
                  </a:lnTo>
                  <a:lnTo>
                    <a:pt x="561975" y="121920"/>
                  </a:lnTo>
                  <a:lnTo>
                    <a:pt x="570293" y="121920"/>
                  </a:lnTo>
                  <a:lnTo>
                    <a:pt x="567905" y="129540"/>
                  </a:lnTo>
                  <a:lnTo>
                    <a:pt x="577557" y="146050"/>
                  </a:lnTo>
                  <a:lnTo>
                    <a:pt x="572376" y="146050"/>
                  </a:lnTo>
                  <a:lnTo>
                    <a:pt x="574306" y="153670"/>
                  </a:lnTo>
                  <a:lnTo>
                    <a:pt x="587108" y="153670"/>
                  </a:lnTo>
                  <a:lnTo>
                    <a:pt x="584657" y="162560"/>
                  </a:lnTo>
                  <a:lnTo>
                    <a:pt x="576961" y="162560"/>
                  </a:lnTo>
                  <a:lnTo>
                    <a:pt x="576961" y="179070"/>
                  </a:lnTo>
                  <a:lnTo>
                    <a:pt x="569595" y="179070"/>
                  </a:lnTo>
                  <a:lnTo>
                    <a:pt x="570852" y="170180"/>
                  </a:lnTo>
                  <a:lnTo>
                    <a:pt x="576961" y="179070"/>
                  </a:lnTo>
                  <a:lnTo>
                    <a:pt x="576961" y="162560"/>
                  </a:lnTo>
                  <a:lnTo>
                    <a:pt x="562140" y="162560"/>
                  </a:lnTo>
                  <a:lnTo>
                    <a:pt x="559117" y="179070"/>
                  </a:lnTo>
                  <a:lnTo>
                    <a:pt x="569023" y="186690"/>
                  </a:lnTo>
                  <a:lnTo>
                    <a:pt x="575894" y="194310"/>
                  </a:lnTo>
                  <a:lnTo>
                    <a:pt x="577265" y="179070"/>
                  </a:lnTo>
                  <a:lnTo>
                    <a:pt x="590804" y="179070"/>
                  </a:lnTo>
                  <a:lnTo>
                    <a:pt x="601573" y="170180"/>
                  </a:lnTo>
                  <a:lnTo>
                    <a:pt x="620014" y="170180"/>
                  </a:lnTo>
                  <a:lnTo>
                    <a:pt x="615569" y="203200"/>
                  </a:lnTo>
                  <a:lnTo>
                    <a:pt x="620382" y="203200"/>
                  </a:lnTo>
                  <a:lnTo>
                    <a:pt x="624852" y="186690"/>
                  </a:lnTo>
                  <a:lnTo>
                    <a:pt x="632955" y="179070"/>
                  </a:lnTo>
                  <a:lnTo>
                    <a:pt x="642302" y="186690"/>
                  </a:lnTo>
                  <a:lnTo>
                    <a:pt x="645363" y="186690"/>
                  </a:lnTo>
                  <a:lnTo>
                    <a:pt x="654443" y="203200"/>
                  </a:lnTo>
                  <a:lnTo>
                    <a:pt x="699846" y="203200"/>
                  </a:lnTo>
                  <a:lnTo>
                    <a:pt x="713676" y="203200"/>
                  </a:lnTo>
                  <a:lnTo>
                    <a:pt x="718134" y="210820"/>
                  </a:lnTo>
                  <a:lnTo>
                    <a:pt x="724877" y="210820"/>
                  </a:lnTo>
                  <a:lnTo>
                    <a:pt x="722287" y="203200"/>
                  </a:lnTo>
                  <a:lnTo>
                    <a:pt x="757491" y="203200"/>
                  </a:lnTo>
                  <a:lnTo>
                    <a:pt x="765365" y="194310"/>
                  </a:lnTo>
                  <a:lnTo>
                    <a:pt x="790448" y="203200"/>
                  </a:lnTo>
                  <a:lnTo>
                    <a:pt x="778306" y="194310"/>
                  </a:lnTo>
                  <a:lnTo>
                    <a:pt x="766152" y="186690"/>
                  </a:lnTo>
                  <a:lnTo>
                    <a:pt x="741540" y="186690"/>
                  </a:lnTo>
                  <a:lnTo>
                    <a:pt x="741349" y="179070"/>
                  </a:lnTo>
                  <a:lnTo>
                    <a:pt x="740765" y="153670"/>
                  </a:lnTo>
                  <a:lnTo>
                    <a:pt x="738047" y="153670"/>
                  </a:lnTo>
                  <a:lnTo>
                    <a:pt x="731989" y="153670"/>
                  </a:lnTo>
                  <a:lnTo>
                    <a:pt x="731532" y="170180"/>
                  </a:lnTo>
                  <a:lnTo>
                    <a:pt x="719505" y="170180"/>
                  </a:lnTo>
                  <a:lnTo>
                    <a:pt x="719988" y="162560"/>
                  </a:lnTo>
                  <a:lnTo>
                    <a:pt x="719569" y="162560"/>
                  </a:lnTo>
                  <a:lnTo>
                    <a:pt x="709041" y="162560"/>
                  </a:lnTo>
                  <a:lnTo>
                    <a:pt x="713765" y="153670"/>
                  </a:lnTo>
                  <a:lnTo>
                    <a:pt x="706805" y="153670"/>
                  </a:lnTo>
                  <a:lnTo>
                    <a:pt x="693483" y="146050"/>
                  </a:lnTo>
                  <a:lnTo>
                    <a:pt x="691972" y="153670"/>
                  </a:lnTo>
                  <a:lnTo>
                    <a:pt x="682777" y="153670"/>
                  </a:lnTo>
                  <a:lnTo>
                    <a:pt x="681736" y="146050"/>
                  </a:lnTo>
                  <a:lnTo>
                    <a:pt x="677532" y="146050"/>
                  </a:lnTo>
                  <a:lnTo>
                    <a:pt x="677062" y="138430"/>
                  </a:lnTo>
                  <a:lnTo>
                    <a:pt x="683310" y="138430"/>
                  </a:lnTo>
                  <a:lnTo>
                    <a:pt x="682231" y="146050"/>
                  </a:lnTo>
                  <a:lnTo>
                    <a:pt x="693483" y="146050"/>
                  </a:lnTo>
                  <a:lnTo>
                    <a:pt x="693775" y="146050"/>
                  </a:lnTo>
                  <a:lnTo>
                    <a:pt x="693508" y="138430"/>
                  </a:lnTo>
                  <a:lnTo>
                    <a:pt x="701052" y="138430"/>
                  </a:lnTo>
                  <a:lnTo>
                    <a:pt x="703122" y="129540"/>
                  </a:lnTo>
                  <a:lnTo>
                    <a:pt x="701662" y="121920"/>
                  </a:lnTo>
                  <a:lnTo>
                    <a:pt x="700201" y="113030"/>
                  </a:lnTo>
                  <a:lnTo>
                    <a:pt x="700201" y="121920"/>
                  </a:lnTo>
                  <a:lnTo>
                    <a:pt x="692111" y="121920"/>
                  </a:lnTo>
                  <a:lnTo>
                    <a:pt x="692111" y="138430"/>
                  </a:lnTo>
                  <a:lnTo>
                    <a:pt x="683577" y="138430"/>
                  </a:lnTo>
                  <a:lnTo>
                    <a:pt x="685850" y="129540"/>
                  </a:lnTo>
                  <a:lnTo>
                    <a:pt x="692111" y="138430"/>
                  </a:lnTo>
                  <a:lnTo>
                    <a:pt x="692111" y="121920"/>
                  </a:lnTo>
                  <a:lnTo>
                    <a:pt x="685114" y="121920"/>
                  </a:lnTo>
                  <a:lnTo>
                    <a:pt x="671004" y="96520"/>
                  </a:lnTo>
                  <a:lnTo>
                    <a:pt x="675894" y="81280"/>
                  </a:lnTo>
                  <a:lnTo>
                    <a:pt x="708875" y="88900"/>
                  </a:lnTo>
                  <a:lnTo>
                    <a:pt x="713930" y="81280"/>
                  </a:lnTo>
                  <a:lnTo>
                    <a:pt x="719696" y="88900"/>
                  </a:lnTo>
                  <a:lnTo>
                    <a:pt x="717689" y="96520"/>
                  </a:lnTo>
                  <a:lnTo>
                    <a:pt x="735317" y="96520"/>
                  </a:lnTo>
                  <a:lnTo>
                    <a:pt x="735799" y="105308"/>
                  </a:lnTo>
                  <a:lnTo>
                    <a:pt x="740460" y="113030"/>
                  </a:lnTo>
                  <a:lnTo>
                    <a:pt x="745909" y="121920"/>
                  </a:lnTo>
                  <a:lnTo>
                    <a:pt x="744207" y="129540"/>
                  </a:lnTo>
                  <a:lnTo>
                    <a:pt x="717778" y="129540"/>
                  </a:lnTo>
                  <a:lnTo>
                    <a:pt x="712965" y="138430"/>
                  </a:lnTo>
                  <a:lnTo>
                    <a:pt x="727671" y="138430"/>
                  </a:lnTo>
                  <a:lnTo>
                    <a:pt x="738047" y="153670"/>
                  </a:lnTo>
                  <a:lnTo>
                    <a:pt x="741768" y="146050"/>
                  </a:lnTo>
                  <a:lnTo>
                    <a:pt x="739711" y="138430"/>
                  </a:lnTo>
                  <a:lnTo>
                    <a:pt x="752703" y="129540"/>
                  </a:lnTo>
                  <a:lnTo>
                    <a:pt x="768540" y="129540"/>
                  </a:lnTo>
                  <a:lnTo>
                    <a:pt x="773645" y="113030"/>
                  </a:lnTo>
                  <a:lnTo>
                    <a:pt x="763397" y="113030"/>
                  </a:lnTo>
                  <a:lnTo>
                    <a:pt x="757161" y="96520"/>
                  </a:lnTo>
                  <a:lnTo>
                    <a:pt x="750582" y="96520"/>
                  </a:lnTo>
                  <a:lnTo>
                    <a:pt x="751357" y="88900"/>
                  </a:lnTo>
                  <a:lnTo>
                    <a:pt x="733590" y="88900"/>
                  </a:lnTo>
                  <a:lnTo>
                    <a:pt x="725411" y="72390"/>
                  </a:lnTo>
                  <a:lnTo>
                    <a:pt x="691667" y="72390"/>
                  </a:lnTo>
                  <a:lnTo>
                    <a:pt x="688492" y="64770"/>
                  </a:lnTo>
                  <a:lnTo>
                    <a:pt x="700659" y="64770"/>
                  </a:lnTo>
                  <a:lnTo>
                    <a:pt x="692937" y="55880"/>
                  </a:lnTo>
                  <a:lnTo>
                    <a:pt x="683755" y="55880"/>
                  </a:lnTo>
                  <a:lnTo>
                    <a:pt x="678345" y="48260"/>
                  </a:lnTo>
                  <a:lnTo>
                    <a:pt x="671283" y="48260"/>
                  </a:lnTo>
                  <a:lnTo>
                    <a:pt x="653084" y="40640"/>
                  </a:lnTo>
                  <a:lnTo>
                    <a:pt x="646341" y="64770"/>
                  </a:lnTo>
                  <a:lnTo>
                    <a:pt x="646976" y="55880"/>
                  </a:lnTo>
                  <a:lnTo>
                    <a:pt x="631494" y="40640"/>
                  </a:lnTo>
                  <a:lnTo>
                    <a:pt x="634898" y="31750"/>
                  </a:lnTo>
                  <a:lnTo>
                    <a:pt x="621690" y="24130"/>
                  </a:lnTo>
                  <a:lnTo>
                    <a:pt x="622719" y="24130"/>
                  </a:lnTo>
                  <a:lnTo>
                    <a:pt x="618070" y="15240"/>
                  </a:lnTo>
                  <a:lnTo>
                    <a:pt x="614527" y="24130"/>
                  </a:lnTo>
                  <a:lnTo>
                    <a:pt x="592480" y="24130"/>
                  </a:lnTo>
                  <a:lnTo>
                    <a:pt x="578446" y="15240"/>
                  </a:lnTo>
                  <a:lnTo>
                    <a:pt x="567118" y="24130"/>
                  </a:lnTo>
                  <a:lnTo>
                    <a:pt x="552043" y="24130"/>
                  </a:lnTo>
                  <a:lnTo>
                    <a:pt x="562152" y="15240"/>
                  </a:lnTo>
                  <a:lnTo>
                    <a:pt x="544449" y="7620"/>
                  </a:lnTo>
                  <a:lnTo>
                    <a:pt x="524141" y="15240"/>
                  </a:lnTo>
                  <a:lnTo>
                    <a:pt x="516978" y="7620"/>
                  </a:lnTo>
                  <a:lnTo>
                    <a:pt x="502970" y="15240"/>
                  </a:lnTo>
                  <a:lnTo>
                    <a:pt x="487197" y="24130"/>
                  </a:lnTo>
                  <a:lnTo>
                    <a:pt x="486956" y="24130"/>
                  </a:lnTo>
                  <a:lnTo>
                    <a:pt x="461975" y="0"/>
                  </a:lnTo>
                  <a:lnTo>
                    <a:pt x="455333" y="7620"/>
                  </a:lnTo>
                  <a:lnTo>
                    <a:pt x="469226" y="15240"/>
                  </a:lnTo>
                  <a:lnTo>
                    <a:pt x="447675" y="15240"/>
                  </a:lnTo>
                  <a:lnTo>
                    <a:pt x="443471" y="24130"/>
                  </a:lnTo>
                  <a:lnTo>
                    <a:pt x="442607" y="15240"/>
                  </a:lnTo>
                  <a:lnTo>
                    <a:pt x="437286" y="11239"/>
                  </a:lnTo>
                  <a:lnTo>
                    <a:pt x="437286" y="24130"/>
                  </a:lnTo>
                  <a:lnTo>
                    <a:pt x="432752" y="40640"/>
                  </a:lnTo>
                  <a:lnTo>
                    <a:pt x="429958" y="40640"/>
                  </a:lnTo>
                  <a:lnTo>
                    <a:pt x="425818" y="24130"/>
                  </a:lnTo>
                  <a:lnTo>
                    <a:pt x="437286" y="24130"/>
                  </a:lnTo>
                  <a:lnTo>
                    <a:pt x="437286" y="11239"/>
                  </a:lnTo>
                  <a:lnTo>
                    <a:pt x="432485" y="7620"/>
                  </a:lnTo>
                  <a:lnTo>
                    <a:pt x="440486" y="0"/>
                  </a:lnTo>
                  <a:lnTo>
                    <a:pt x="427024" y="7620"/>
                  </a:lnTo>
                  <a:lnTo>
                    <a:pt x="425513" y="24130"/>
                  </a:lnTo>
                  <a:lnTo>
                    <a:pt x="392607" y="15240"/>
                  </a:lnTo>
                  <a:lnTo>
                    <a:pt x="387858" y="24130"/>
                  </a:lnTo>
                  <a:lnTo>
                    <a:pt x="400456" y="24130"/>
                  </a:lnTo>
                  <a:lnTo>
                    <a:pt x="418617" y="40640"/>
                  </a:lnTo>
                  <a:lnTo>
                    <a:pt x="410933" y="48260"/>
                  </a:lnTo>
                  <a:lnTo>
                    <a:pt x="432066" y="48260"/>
                  </a:lnTo>
                  <a:lnTo>
                    <a:pt x="448271" y="40640"/>
                  </a:lnTo>
                  <a:lnTo>
                    <a:pt x="467944" y="40640"/>
                  </a:lnTo>
                  <a:lnTo>
                    <a:pt x="467194" y="31750"/>
                  </a:lnTo>
                  <a:lnTo>
                    <a:pt x="471665" y="31750"/>
                  </a:lnTo>
                  <a:lnTo>
                    <a:pt x="483781" y="40640"/>
                  </a:lnTo>
                  <a:lnTo>
                    <a:pt x="487489" y="31750"/>
                  </a:lnTo>
                  <a:lnTo>
                    <a:pt x="491172" y="24218"/>
                  </a:lnTo>
                  <a:lnTo>
                    <a:pt x="495909" y="31750"/>
                  </a:lnTo>
                  <a:lnTo>
                    <a:pt x="488518" y="31750"/>
                  </a:lnTo>
                  <a:lnTo>
                    <a:pt x="493280" y="40640"/>
                  </a:lnTo>
                  <a:lnTo>
                    <a:pt x="525272" y="31750"/>
                  </a:lnTo>
                  <a:lnTo>
                    <a:pt x="519760" y="40640"/>
                  </a:lnTo>
                  <a:lnTo>
                    <a:pt x="538721" y="40640"/>
                  </a:lnTo>
                  <a:lnTo>
                    <a:pt x="558165" y="48260"/>
                  </a:lnTo>
                  <a:lnTo>
                    <a:pt x="570458" y="40640"/>
                  </a:lnTo>
                  <a:lnTo>
                    <a:pt x="594169" y="40640"/>
                  </a:lnTo>
                  <a:lnTo>
                    <a:pt x="599389" y="48260"/>
                  </a:lnTo>
                  <a:lnTo>
                    <a:pt x="618477" y="31750"/>
                  </a:lnTo>
                  <a:lnTo>
                    <a:pt x="618451" y="48260"/>
                  </a:lnTo>
                  <a:lnTo>
                    <a:pt x="623125" y="48260"/>
                  </a:lnTo>
                  <a:lnTo>
                    <a:pt x="634530" y="64770"/>
                  </a:lnTo>
                  <a:lnTo>
                    <a:pt x="677595" y="72390"/>
                  </a:lnTo>
                  <a:lnTo>
                    <a:pt x="655205" y="72390"/>
                  </a:lnTo>
                  <a:lnTo>
                    <a:pt x="652589" y="81280"/>
                  </a:lnTo>
                  <a:lnTo>
                    <a:pt x="668337" y="81280"/>
                  </a:lnTo>
                  <a:lnTo>
                    <a:pt x="666673" y="83235"/>
                  </a:lnTo>
                  <a:lnTo>
                    <a:pt x="666673" y="129540"/>
                  </a:lnTo>
                  <a:lnTo>
                    <a:pt x="665010" y="146050"/>
                  </a:lnTo>
                  <a:lnTo>
                    <a:pt x="658495" y="138430"/>
                  </a:lnTo>
                  <a:lnTo>
                    <a:pt x="658596" y="129540"/>
                  </a:lnTo>
                  <a:lnTo>
                    <a:pt x="666673" y="129540"/>
                  </a:lnTo>
                  <a:lnTo>
                    <a:pt x="666673" y="83235"/>
                  </a:lnTo>
                  <a:lnTo>
                    <a:pt x="655320" y="96520"/>
                  </a:lnTo>
                  <a:lnTo>
                    <a:pt x="657390" y="105308"/>
                  </a:lnTo>
                  <a:lnTo>
                    <a:pt x="652678" y="113030"/>
                  </a:lnTo>
                  <a:lnTo>
                    <a:pt x="649414" y="118287"/>
                  </a:lnTo>
                  <a:lnTo>
                    <a:pt x="649414" y="146050"/>
                  </a:lnTo>
                  <a:lnTo>
                    <a:pt x="642200" y="146050"/>
                  </a:lnTo>
                  <a:lnTo>
                    <a:pt x="639686" y="138430"/>
                  </a:lnTo>
                  <a:lnTo>
                    <a:pt x="633310" y="138430"/>
                  </a:lnTo>
                  <a:lnTo>
                    <a:pt x="641642" y="129540"/>
                  </a:lnTo>
                  <a:lnTo>
                    <a:pt x="649414" y="146050"/>
                  </a:lnTo>
                  <a:lnTo>
                    <a:pt x="649414" y="118287"/>
                  </a:lnTo>
                  <a:lnTo>
                    <a:pt x="647153" y="121920"/>
                  </a:lnTo>
                  <a:lnTo>
                    <a:pt x="624814" y="127584"/>
                  </a:lnTo>
                  <a:lnTo>
                    <a:pt x="624814" y="162560"/>
                  </a:lnTo>
                  <a:lnTo>
                    <a:pt x="605866" y="162560"/>
                  </a:lnTo>
                  <a:lnTo>
                    <a:pt x="603161" y="153670"/>
                  </a:lnTo>
                  <a:lnTo>
                    <a:pt x="611047" y="153670"/>
                  </a:lnTo>
                  <a:lnTo>
                    <a:pt x="624814" y="162560"/>
                  </a:lnTo>
                  <a:lnTo>
                    <a:pt x="624814" y="127584"/>
                  </a:lnTo>
                  <a:lnTo>
                    <a:pt x="617042" y="129540"/>
                  </a:lnTo>
                  <a:lnTo>
                    <a:pt x="617118" y="138430"/>
                  </a:lnTo>
                  <a:lnTo>
                    <a:pt x="610527" y="138430"/>
                  </a:lnTo>
                  <a:lnTo>
                    <a:pt x="616597" y="122491"/>
                  </a:lnTo>
                  <a:lnTo>
                    <a:pt x="620814" y="125133"/>
                  </a:lnTo>
                  <a:lnTo>
                    <a:pt x="625894" y="125209"/>
                  </a:lnTo>
                  <a:lnTo>
                    <a:pt x="631024" y="122186"/>
                  </a:lnTo>
                  <a:lnTo>
                    <a:pt x="625805" y="118071"/>
                  </a:lnTo>
                  <a:lnTo>
                    <a:pt x="621677" y="120954"/>
                  </a:lnTo>
                  <a:lnTo>
                    <a:pt x="615988" y="121920"/>
                  </a:lnTo>
                  <a:lnTo>
                    <a:pt x="610120" y="121920"/>
                  </a:lnTo>
                  <a:lnTo>
                    <a:pt x="597496" y="113030"/>
                  </a:lnTo>
                  <a:lnTo>
                    <a:pt x="583374" y="113030"/>
                  </a:lnTo>
                  <a:lnTo>
                    <a:pt x="586828" y="96520"/>
                  </a:lnTo>
                  <a:lnTo>
                    <a:pt x="573608" y="105308"/>
                  </a:lnTo>
                  <a:lnTo>
                    <a:pt x="573328" y="105308"/>
                  </a:lnTo>
                  <a:lnTo>
                    <a:pt x="569163" y="101587"/>
                  </a:lnTo>
                  <a:lnTo>
                    <a:pt x="571144" y="101307"/>
                  </a:lnTo>
                  <a:lnTo>
                    <a:pt x="578421" y="98475"/>
                  </a:lnTo>
                  <a:lnTo>
                    <a:pt x="566178" y="94322"/>
                  </a:lnTo>
                  <a:lnTo>
                    <a:pt x="561149" y="84912"/>
                  </a:lnTo>
                  <a:lnTo>
                    <a:pt x="548005" y="86106"/>
                  </a:lnTo>
                  <a:lnTo>
                    <a:pt x="552424" y="92557"/>
                  </a:lnTo>
                  <a:lnTo>
                    <a:pt x="558647" y="90309"/>
                  </a:lnTo>
                  <a:lnTo>
                    <a:pt x="561441" y="96520"/>
                  </a:lnTo>
                  <a:lnTo>
                    <a:pt x="542683" y="96520"/>
                  </a:lnTo>
                  <a:lnTo>
                    <a:pt x="539737" y="88900"/>
                  </a:lnTo>
                  <a:lnTo>
                    <a:pt x="533831" y="72390"/>
                  </a:lnTo>
                  <a:lnTo>
                    <a:pt x="530555" y="76111"/>
                  </a:lnTo>
                  <a:lnTo>
                    <a:pt x="530555" y="96520"/>
                  </a:lnTo>
                  <a:lnTo>
                    <a:pt x="525360" y="96520"/>
                  </a:lnTo>
                  <a:lnTo>
                    <a:pt x="519430" y="88900"/>
                  </a:lnTo>
                  <a:lnTo>
                    <a:pt x="530555" y="96520"/>
                  </a:lnTo>
                  <a:lnTo>
                    <a:pt x="530555" y="76111"/>
                  </a:lnTo>
                  <a:lnTo>
                    <a:pt x="525995" y="81280"/>
                  </a:lnTo>
                  <a:lnTo>
                    <a:pt x="503262" y="72390"/>
                  </a:lnTo>
                  <a:lnTo>
                    <a:pt x="498373" y="81280"/>
                  </a:lnTo>
                  <a:lnTo>
                    <a:pt x="496824" y="81280"/>
                  </a:lnTo>
                  <a:lnTo>
                    <a:pt x="496824" y="105308"/>
                  </a:lnTo>
                  <a:lnTo>
                    <a:pt x="487184" y="113030"/>
                  </a:lnTo>
                  <a:lnTo>
                    <a:pt x="488937" y="105308"/>
                  </a:lnTo>
                  <a:lnTo>
                    <a:pt x="496824" y="105308"/>
                  </a:lnTo>
                  <a:lnTo>
                    <a:pt x="496824" y="81280"/>
                  </a:lnTo>
                  <a:lnTo>
                    <a:pt x="462991" y="81280"/>
                  </a:lnTo>
                  <a:lnTo>
                    <a:pt x="444588" y="88900"/>
                  </a:lnTo>
                  <a:lnTo>
                    <a:pt x="446354" y="96520"/>
                  </a:lnTo>
                  <a:lnTo>
                    <a:pt x="469620" y="96520"/>
                  </a:lnTo>
                  <a:lnTo>
                    <a:pt x="471665" y="105308"/>
                  </a:lnTo>
                  <a:lnTo>
                    <a:pt x="465861" y="113030"/>
                  </a:lnTo>
                  <a:lnTo>
                    <a:pt x="423583" y="113030"/>
                  </a:lnTo>
                  <a:lnTo>
                    <a:pt x="424103" y="105308"/>
                  </a:lnTo>
                  <a:lnTo>
                    <a:pt x="430022" y="105308"/>
                  </a:lnTo>
                  <a:lnTo>
                    <a:pt x="423875" y="96520"/>
                  </a:lnTo>
                  <a:lnTo>
                    <a:pt x="416941" y="99377"/>
                  </a:lnTo>
                  <a:lnTo>
                    <a:pt x="416941" y="121920"/>
                  </a:lnTo>
                  <a:lnTo>
                    <a:pt x="401751" y="129540"/>
                  </a:lnTo>
                  <a:lnTo>
                    <a:pt x="399973" y="121920"/>
                  </a:lnTo>
                  <a:lnTo>
                    <a:pt x="416941" y="121920"/>
                  </a:lnTo>
                  <a:lnTo>
                    <a:pt x="416941" y="99377"/>
                  </a:lnTo>
                  <a:lnTo>
                    <a:pt x="402539" y="105308"/>
                  </a:lnTo>
                  <a:lnTo>
                    <a:pt x="402234" y="105308"/>
                  </a:lnTo>
                  <a:lnTo>
                    <a:pt x="399186" y="96520"/>
                  </a:lnTo>
                  <a:lnTo>
                    <a:pt x="408203" y="96520"/>
                  </a:lnTo>
                  <a:lnTo>
                    <a:pt x="416128" y="88900"/>
                  </a:lnTo>
                  <a:lnTo>
                    <a:pt x="421398" y="96520"/>
                  </a:lnTo>
                  <a:lnTo>
                    <a:pt x="432689" y="88900"/>
                  </a:lnTo>
                  <a:lnTo>
                    <a:pt x="453212" y="64770"/>
                  </a:lnTo>
                  <a:lnTo>
                    <a:pt x="434479" y="55880"/>
                  </a:lnTo>
                  <a:lnTo>
                    <a:pt x="413131" y="72390"/>
                  </a:lnTo>
                  <a:lnTo>
                    <a:pt x="406628" y="72390"/>
                  </a:lnTo>
                  <a:lnTo>
                    <a:pt x="407009" y="88900"/>
                  </a:lnTo>
                  <a:lnTo>
                    <a:pt x="400405" y="88900"/>
                  </a:lnTo>
                  <a:lnTo>
                    <a:pt x="406400" y="81280"/>
                  </a:lnTo>
                  <a:lnTo>
                    <a:pt x="400316" y="72390"/>
                  </a:lnTo>
                  <a:lnTo>
                    <a:pt x="404431" y="64770"/>
                  </a:lnTo>
                  <a:lnTo>
                    <a:pt x="398297" y="55880"/>
                  </a:lnTo>
                  <a:lnTo>
                    <a:pt x="394843" y="55880"/>
                  </a:lnTo>
                  <a:lnTo>
                    <a:pt x="394843" y="64770"/>
                  </a:lnTo>
                  <a:lnTo>
                    <a:pt x="390296" y="72390"/>
                  </a:lnTo>
                  <a:lnTo>
                    <a:pt x="385521" y="64770"/>
                  </a:lnTo>
                  <a:lnTo>
                    <a:pt x="394843" y="64770"/>
                  </a:lnTo>
                  <a:lnTo>
                    <a:pt x="394843" y="55880"/>
                  </a:lnTo>
                  <a:lnTo>
                    <a:pt x="373646" y="55880"/>
                  </a:lnTo>
                  <a:lnTo>
                    <a:pt x="370395" y="64770"/>
                  </a:lnTo>
                  <a:lnTo>
                    <a:pt x="356400" y="64770"/>
                  </a:lnTo>
                  <a:lnTo>
                    <a:pt x="341452" y="81280"/>
                  </a:lnTo>
                  <a:lnTo>
                    <a:pt x="354660" y="96520"/>
                  </a:lnTo>
                  <a:lnTo>
                    <a:pt x="349034" y="105308"/>
                  </a:lnTo>
                  <a:lnTo>
                    <a:pt x="359346" y="105308"/>
                  </a:lnTo>
                  <a:lnTo>
                    <a:pt x="377621" y="88900"/>
                  </a:lnTo>
                  <a:lnTo>
                    <a:pt x="380758" y="88900"/>
                  </a:lnTo>
                  <a:lnTo>
                    <a:pt x="383933" y="105308"/>
                  </a:lnTo>
                  <a:lnTo>
                    <a:pt x="384086" y="105308"/>
                  </a:lnTo>
                  <a:lnTo>
                    <a:pt x="374370" y="113030"/>
                  </a:lnTo>
                  <a:lnTo>
                    <a:pt x="375920" y="121920"/>
                  </a:lnTo>
                  <a:lnTo>
                    <a:pt x="365442" y="121920"/>
                  </a:lnTo>
                  <a:lnTo>
                    <a:pt x="342214" y="113030"/>
                  </a:lnTo>
                  <a:lnTo>
                    <a:pt x="339191" y="119380"/>
                  </a:lnTo>
                  <a:lnTo>
                    <a:pt x="336638" y="117195"/>
                  </a:lnTo>
                  <a:lnTo>
                    <a:pt x="336638" y="138430"/>
                  </a:lnTo>
                  <a:lnTo>
                    <a:pt x="329374" y="138430"/>
                  </a:lnTo>
                  <a:lnTo>
                    <a:pt x="328104" y="153670"/>
                  </a:lnTo>
                  <a:lnTo>
                    <a:pt x="318046" y="146050"/>
                  </a:lnTo>
                  <a:lnTo>
                    <a:pt x="325805" y="138430"/>
                  </a:lnTo>
                  <a:lnTo>
                    <a:pt x="323850" y="129540"/>
                  </a:lnTo>
                  <a:lnTo>
                    <a:pt x="334708" y="129540"/>
                  </a:lnTo>
                  <a:lnTo>
                    <a:pt x="336638" y="138430"/>
                  </a:lnTo>
                  <a:lnTo>
                    <a:pt x="336638" y="117195"/>
                  </a:lnTo>
                  <a:lnTo>
                    <a:pt x="322808" y="105308"/>
                  </a:lnTo>
                  <a:lnTo>
                    <a:pt x="327367" y="105308"/>
                  </a:lnTo>
                  <a:lnTo>
                    <a:pt x="337400" y="113030"/>
                  </a:lnTo>
                  <a:lnTo>
                    <a:pt x="343065" y="105308"/>
                  </a:lnTo>
                  <a:lnTo>
                    <a:pt x="348869" y="105308"/>
                  </a:lnTo>
                  <a:lnTo>
                    <a:pt x="332676" y="88900"/>
                  </a:lnTo>
                  <a:lnTo>
                    <a:pt x="337261" y="88900"/>
                  </a:lnTo>
                  <a:lnTo>
                    <a:pt x="337375" y="81280"/>
                  </a:lnTo>
                  <a:lnTo>
                    <a:pt x="337515" y="72390"/>
                  </a:lnTo>
                  <a:lnTo>
                    <a:pt x="343179" y="64770"/>
                  </a:lnTo>
                  <a:lnTo>
                    <a:pt x="336727" y="55880"/>
                  </a:lnTo>
                  <a:lnTo>
                    <a:pt x="324827" y="55880"/>
                  </a:lnTo>
                  <a:lnTo>
                    <a:pt x="317741" y="61582"/>
                  </a:lnTo>
                  <a:lnTo>
                    <a:pt x="317741" y="121920"/>
                  </a:lnTo>
                  <a:lnTo>
                    <a:pt x="312229" y="121920"/>
                  </a:lnTo>
                  <a:lnTo>
                    <a:pt x="311848" y="118821"/>
                  </a:lnTo>
                  <a:lnTo>
                    <a:pt x="311848" y="121920"/>
                  </a:lnTo>
                  <a:lnTo>
                    <a:pt x="309981" y="129540"/>
                  </a:lnTo>
                  <a:lnTo>
                    <a:pt x="299313" y="138430"/>
                  </a:lnTo>
                  <a:lnTo>
                    <a:pt x="303364" y="129540"/>
                  </a:lnTo>
                  <a:lnTo>
                    <a:pt x="307428" y="121920"/>
                  </a:lnTo>
                  <a:lnTo>
                    <a:pt x="311848" y="121920"/>
                  </a:lnTo>
                  <a:lnTo>
                    <a:pt x="311848" y="118821"/>
                  </a:lnTo>
                  <a:lnTo>
                    <a:pt x="311137" y="113030"/>
                  </a:lnTo>
                  <a:lnTo>
                    <a:pt x="316547" y="113030"/>
                  </a:lnTo>
                  <a:lnTo>
                    <a:pt x="317741" y="121920"/>
                  </a:lnTo>
                  <a:lnTo>
                    <a:pt x="317741" y="61582"/>
                  </a:lnTo>
                  <a:lnTo>
                    <a:pt x="313766" y="64770"/>
                  </a:lnTo>
                  <a:lnTo>
                    <a:pt x="310095" y="88900"/>
                  </a:lnTo>
                  <a:lnTo>
                    <a:pt x="303022" y="88900"/>
                  </a:lnTo>
                  <a:lnTo>
                    <a:pt x="290804" y="81280"/>
                  </a:lnTo>
                  <a:lnTo>
                    <a:pt x="284695" y="81280"/>
                  </a:lnTo>
                  <a:lnTo>
                    <a:pt x="292760" y="88900"/>
                  </a:lnTo>
                  <a:lnTo>
                    <a:pt x="292163" y="92227"/>
                  </a:lnTo>
                  <a:lnTo>
                    <a:pt x="292163" y="146050"/>
                  </a:lnTo>
                  <a:lnTo>
                    <a:pt x="289420" y="146050"/>
                  </a:lnTo>
                  <a:lnTo>
                    <a:pt x="289420" y="191770"/>
                  </a:lnTo>
                  <a:lnTo>
                    <a:pt x="287108" y="194310"/>
                  </a:lnTo>
                  <a:lnTo>
                    <a:pt x="281736" y="194310"/>
                  </a:lnTo>
                  <a:lnTo>
                    <a:pt x="289420" y="191770"/>
                  </a:lnTo>
                  <a:lnTo>
                    <a:pt x="289420" y="146050"/>
                  </a:lnTo>
                  <a:lnTo>
                    <a:pt x="279641" y="146050"/>
                  </a:lnTo>
                  <a:lnTo>
                    <a:pt x="286346" y="153670"/>
                  </a:lnTo>
                  <a:lnTo>
                    <a:pt x="274294" y="153670"/>
                  </a:lnTo>
                  <a:lnTo>
                    <a:pt x="279641" y="146050"/>
                  </a:lnTo>
                  <a:lnTo>
                    <a:pt x="270319" y="146050"/>
                  </a:lnTo>
                  <a:lnTo>
                    <a:pt x="261620" y="153670"/>
                  </a:lnTo>
                  <a:lnTo>
                    <a:pt x="250596" y="146050"/>
                  </a:lnTo>
                  <a:lnTo>
                    <a:pt x="243649" y="151434"/>
                  </a:lnTo>
                  <a:lnTo>
                    <a:pt x="243649" y="162560"/>
                  </a:lnTo>
                  <a:lnTo>
                    <a:pt x="235966" y="179070"/>
                  </a:lnTo>
                  <a:lnTo>
                    <a:pt x="233692" y="153670"/>
                  </a:lnTo>
                  <a:lnTo>
                    <a:pt x="243649" y="162560"/>
                  </a:lnTo>
                  <a:lnTo>
                    <a:pt x="243649" y="151434"/>
                  </a:lnTo>
                  <a:lnTo>
                    <a:pt x="240753" y="153670"/>
                  </a:lnTo>
                  <a:lnTo>
                    <a:pt x="232791" y="146050"/>
                  </a:lnTo>
                  <a:lnTo>
                    <a:pt x="255828" y="138430"/>
                  </a:lnTo>
                  <a:lnTo>
                    <a:pt x="262991" y="146050"/>
                  </a:lnTo>
                  <a:lnTo>
                    <a:pt x="268719" y="138430"/>
                  </a:lnTo>
                  <a:lnTo>
                    <a:pt x="265976" y="138430"/>
                  </a:lnTo>
                  <a:lnTo>
                    <a:pt x="267995" y="129540"/>
                  </a:lnTo>
                  <a:lnTo>
                    <a:pt x="292163" y="146050"/>
                  </a:lnTo>
                  <a:lnTo>
                    <a:pt x="292163" y="92227"/>
                  </a:lnTo>
                  <a:lnTo>
                    <a:pt x="289814" y="105308"/>
                  </a:lnTo>
                  <a:lnTo>
                    <a:pt x="284645" y="105308"/>
                  </a:lnTo>
                  <a:lnTo>
                    <a:pt x="274713" y="113030"/>
                  </a:lnTo>
                  <a:lnTo>
                    <a:pt x="263690" y="96520"/>
                  </a:lnTo>
                  <a:lnTo>
                    <a:pt x="264896" y="105308"/>
                  </a:lnTo>
                  <a:lnTo>
                    <a:pt x="265061" y="105308"/>
                  </a:lnTo>
                  <a:lnTo>
                    <a:pt x="253771" y="113030"/>
                  </a:lnTo>
                  <a:lnTo>
                    <a:pt x="245973" y="105308"/>
                  </a:lnTo>
                  <a:lnTo>
                    <a:pt x="238633" y="105308"/>
                  </a:lnTo>
                  <a:lnTo>
                    <a:pt x="246875" y="113030"/>
                  </a:lnTo>
                  <a:lnTo>
                    <a:pt x="247688" y="121920"/>
                  </a:lnTo>
                  <a:lnTo>
                    <a:pt x="233045" y="121920"/>
                  </a:lnTo>
                  <a:lnTo>
                    <a:pt x="234454" y="129540"/>
                  </a:lnTo>
                  <a:lnTo>
                    <a:pt x="232994" y="138430"/>
                  </a:lnTo>
                  <a:lnTo>
                    <a:pt x="221043" y="138430"/>
                  </a:lnTo>
                  <a:lnTo>
                    <a:pt x="211582" y="146050"/>
                  </a:lnTo>
                  <a:lnTo>
                    <a:pt x="212890" y="153670"/>
                  </a:lnTo>
                  <a:lnTo>
                    <a:pt x="202946" y="162560"/>
                  </a:lnTo>
                  <a:lnTo>
                    <a:pt x="225221" y="162560"/>
                  </a:lnTo>
                  <a:lnTo>
                    <a:pt x="217665" y="170180"/>
                  </a:lnTo>
                  <a:lnTo>
                    <a:pt x="232473" y="186690"/>
                  </a:lnTo>
                  <a:lnTo>
                    <a:pt x="229146" y="186690"/>
                  </a:lnTo>
                  <a:lnTo>
                    <a:pt x="233438" y="194310"/>
                  </a:lnTo>
                  <a:lnTo>
                    <a:pt x="253669" y="194310"/>
                  </a:lnTo>
                  <a:lnTo>
                    <a:pt x="223278" y="210820"/>
                  </a:lnTo>
                  <a:lnTo>
                    <a:pt x="218097" y="210820"/>
                  </a:lnTo>
                  <a:lnTo>
                    <a:pt x="218160" y="194310"/>
                  </a:lnTo>
                  <a:lnTo>
                    <a:pt x="205168" y="203200"/>
                  </a:lnTo>
                  <a:lnTo>
                    <a:pt x="199542" y="203200"/>
                  </a:lnTo>
                  <a:lnTo>
                    <a:pt x="199694" y="202311"/>
                  </a:lnTo>
                  <a:lnTo>
                    <a:pt x="191731" y="200799"/>
                  </a:lnTo>
                  <a:lnTo>
                    <a:pt x="191693" y="200190"/>
                  </a:lnTo>
                  <a:lnTo>
                    <a:pt x="191604" y="199047"/>
                  </a:lnTo>
                  <a:lnTo>
                    <a:pt x="190652" y="187007"/>
                  </a:lnTo>
                  <a:lnTo>
                    <a:pt x="190563" y="185915"/>
                  </a:lnTo>
                  <a:lnTo>
                    <a:pt x="190487" y="184912"/>
                  </a:lnTo>
                  <a:lnTo>
                    <a:pt x="190398" y="183832"/>
                  </a:lnTo>
                  <a:lnTo>
                    <a:pt x="186474" y="184912"/>
                  </a:lnTo>
                  <a:lnTo>
                    <a:pt x="183857" y="185724"/>
                  </a:lnTo>
                  <a:lnTo>
                    <a:pt x="178142" y="187007"/>
                  </a:lnTo>
                  <a:lnTo>
                    <a:pt x="175552" y="186524"/>
                  </a:lnTo>
                  <a:lnTo>
                    <a:pt x="175374" y="185915"/>
                  </a:lnTo>
                  <a:lnTo>
                    <a:pt x="175323" y="185724"/>
                  </a:lnTo>
                  <a:lnTo>
                    <a:pt x="174612" y="183273"/>
                  </a:lnTo>
                  <a:lnTo>
                    <a:pt x="183743" y="171945"/>
                  </a:lnTo>
                  <a:lnTo>
                    <a:pt x="183261" y="171361"/>
                  </a:lnTo>
                  <a:lnTo>
                    <a:pt x="180721" y="168313"/>
                  </a:lnTo>
                  <a:lnTo>
                    <a:pt x="179108" y="171361"/>
                  </a:lnTo>
                  <a:lnTo>
                    <a:pt x="171373" y="171361"/>
                  </a:lnTo>
                  <a:lnTo>
                    <a:pt x="168529" y="171018"/>
                  </a:lnTo>
                  <a:lnTo>
                    <a:pt x="168465" y="171361"/>
                  </a:lnTo>
                  <a:lnTo>
                    <a:pt x="168363" y="171945"/>
                  </a:lnTo>
                  <a:lnTo>
                    <a:pt x="165938" y="185915"/>
                  </a:lnTo>
                  <a:lnTo>
                    <a:pt x="162433" y="184581"/>
                  </a:lnTo>
                  <a:lnTo>
                    <a:pt x="158864" y="183527"/>
                  </a:lnTo>
                  <a:lnTo>
                    <a:pt x="155194" y="182753"/>
                  </a:lnTo>
                  <a:lnTo>
                    <a:pt x="152666" y="182422"/>
                  </a:lnTo>
                  <a:lnTo>
                    <a:pt x="149504" y="182575"/>
                  </a:lnTo>
                  <a:lnTo>
                    <a:pt x="149402" y="183273"/>
                  </a:lnTo>
                  <a:lnTo>
                    <a:pt x="149326" y="183832"/>
                  </a:lnTo>
                  <a:lnTo>
                    <a:pt x="149212" y="184581"/>
                  </a:lnTo>
                  <a:lnTo>
                    <a:pt x="149174" y="184912"/>
                  </a:lnTo>
                  <a:lnTo>
                    <a:pt x="149059" y="185724"/>
                  </a:lnTo>
                  <a:lnTo>
                    <a:pt x="148945" y="186524"/>
                  </a:lnTo>
                  <a:lnTo>
                    <a:pt x="148831" y="187312"/>
                  </a:lnTo>
                  <a:lnTo>
                    <a:pt x="163626" y="192036"/>
                  </a:lnTo>
                  <a:lnTo>
                    <a:pt x="162496" y="192455"/>
                  </a:lnTo>
                  <a:lnTo>
                    <a:pt x="162496" y="205041"/>
                  </a:lnTo>
                  <a:lnTo>
                    <a:pt x="162394" y="205397"/>
                  </a:lnTo>
                  <a:lnTo>
                    <a:pt x="160629" y="211340"/>
                  </a:lnTo>
                  <a:lnTo>
                    <a:pt x="157276" y="212521"/>
                  </a:lnTo>
                  <a:lnTo>
                    <a:pt x="152971" y="210312"/>
                  </a:lnTo>
                  <a:lnTo>
                    <a:pt x="150583" y="208762"/>
                  </a:lnTo>
                  <a:lnTo>
                    <a:pt x="148361" y="207010"/>
                  </a:lnTo>
                  <a:lnTo>
                    <a:pt x="146685" y="205397"/>
                  </a:lnTo>
                  <a:lnTo>
                    <a:pt x="146431" y="205143"/>
                  </a:lnTo>
                  <a:lnTo>
                    <a:pt x="146011" y="205397"/>
                  </a:lnTo>
                  <a:lnTo>
                    <a:pt x="146304" y="205041"/>
                  </a:lnTo>
                  <a:lnTo>
                    <a:pt x="146596" y="205041"/>
                  </a:lnTo>
                  <a:lnTo>
                    <a:pt x="148450" y="203911"/>
                  </a:lnTo>
                  <a:lnTo>
                    <a:pt x="151269" y="202819"/>
                  </a:lnTo>
                  <a:lnTo>
                    <a:pt x="151460" y="202819"/>
                  </a:lnTo>
                  <a:lnTo>
                    <a:pt x="153885" y="202349"/>
                  </a:lnTo>
                  <a:lnTo>
                    <a:pt x="156895" y="202819"/>
                  </a:lnTo>
                  <a:lnTo>
                    <a:pt x="159766" y="203746"/>
                  </a:lnTo>
                  <a:lnTo>
                    <a:pt x="162280" y="205041"/>
                  </a:lnTo>
                  <a:lnTo>
                    <a:pt x="162496" y="205041"/>
                  </a:lnTo>
                  <a:lnTo>
                    <a:pt x="162496" y="192455"/>
                  </a:lnTo>
                  <a:lnTo>
                    <a:pt x="144513" y="199047"/>
                  </a:lnTo>
                  <a:lnTo>
                    <a:pt x="145923" y="205041"/>
                  </a:lnTo>
                  <a:lnTo>
                    <a:pt x="137617" y="205041"/>
                  </a:lnTo>
                  <a:lnTo>
                    <a:pt x="143700" y="217754"/>
                  </a:lnTo>
                  <a:lnTo>
                    <a:pt x="136944" y="220459"/>
                  </a:lnTo>
                  <a:lnTo>
                    <a:pt x="129984" y="220967"/>
                  </a:lnTo>
                  <a:lnTo>
                    <a:pt x="126238" y="220891"/>
                  </a:lnTo>
                  <a:lnTo>
                    <a:pt x="126238" y="231343"/>
                  </a:lnTo>
                  <a:lnTo>
                    <a:pt x="125996" y="232181"/>
                  </a:lnTo>
                  <a:lnTo>
                    <a:pt x="125691" y="232879"/>
                  </a:lnTo>
                  <a:lnTo>
                    <a:pt x="124891" y="233045"/>
                  </a:lnTo>
                  <a:lnTo>
                    <a:pt x="124587" y="233045"/>
                  </a:lnTo>
                  <a:lnTo>
                    <a:pt x="123037" y="233883"/>
                  </a:lnTo>
                  <a:lnTo>
                    <a:pt x="123151" y="229133"/>
                  </a:lnTo>
                  <a:lnTo>
                    <a:pt x="125399" y="228854"/>
                  </a:lnTo>
                  <a:lnTo>
                    <a:pt x="126161" y="230136"/>
                  </a:lnTo>
                  <a:lnTo>
                    <a:pt x="126238" y="231343"/>
                  </a:lnTo>
                  <a:lnTo>
                    <a:pt x="126238" y="220891"/>
                  </a:lnTo>
                  <a:lnTo>
                    <a:pt x="122910" y="220802"/>
                  </a:lnTo>
                  <a:lnTo>
                    <a:pt x="116662" y="221386"/>
                  </a:lnTo>
                  <a:lnTo>
                    <a:pt x="115785" y="221386"/>
                  </a:lnTo>
                  <a:lnTo>
                    <a:pt x="115684" y="223405"/>
                  </a:lnTo>
                  <a:lnTo>
                    <a:pt x="115570" y="225704"/>
                  </a:lnTo>
                  <a:lnTo>
                    <a:pt x="115062" y="236258"/>
                  </a:lnTo>
                  <a:lnTo>
                    <a:pt x="114477" y="236664"/>
                  </a:lnTo>
                  <a:lnTo>
                    <a:pt x="113855" y="237007"/>
                  </a:lnTo>
                  <a:lnTo>
                    <a:pt x="113195" y="237261"/>
                  </a:lnTo>
                  <a:lnTo>
                    <a:pt x="110274" y="237731"/>
                  </a:lnTo>
                  <a:lnTo>
                    <a:pt x="106476" y="234010"/>
                  </a:lnTo>
                  <a:lnTo>
                    <a:pt x="104521" y="239090"/>
                  </a:lnTo>
                  <a:lnTo>
                    <a:pt x="103263" y="242189"/>
                  </a:lnTo>
                  <a:lnTo>
                    <a:pt x="103987" y="244716"/>
                  </a:lnTo>
                  <a:lnTo>
                    <a:pt x="106705" y="246659"/>
                  </a:lnTo>
                  <a:lnTo>
                    <a:pt x="108013" y="248132"/>
                  </a:lnTo>
                  <a:lnTo>
                    <a:pt x="109207" y="249682"/>
                  </a:lnTo>
                  <a:lnTo>
                    <a:pt x="110274" y="251333"/>
                  </a:lnTo>
                  <a:lnTo>
                    <a:pt x="105333" y="255333"/>
                  </a:lnTo>
                  <a:lnTo>
                    <a:pt x="101523" y="259854"/>
                  </a:lnTo>
                  <a:lnTo>
                    <a:pt x="99834" y="265328"/>
                  </a:lnTo>
                  <a:lnTo>
                    <a:pt x="101244" y="272148"/>
                  </a:lnTo>
                  <a:lnTo>
                    <a:pt x="101930" y="273710"/>
                  </a:lnTo>
                  <a:lnTo>
                    <a:pt x="102069" y="273710"/>
                  </a:lnTo>
                  <a:lnTo>
                    <a:pt x="99288" y="277037"/>
                  </a:lnTo>
                  <a:lnTo>
                    <a:pt x="98869" y="277647"/>
                  </a:lnTo>
                  <a:lnTo>
                    <a:pt x="97675" y="279527"/>
                  </a:lnTo>
                  <a:lnTo>
                    <a:pt x="96888" y="280225"/>
                  </a:lnTo>
                  <a:lnTo>
                    <a:pt x="97193" y="280225"/>
                  </a:lnTo>
                  <a:lnTo>
                    <a:pt x="95770" y="280543"/>
                  </a:lnTo>
                  <a:lnTo>
                    <a:pt x="94627" y="280225"/>
                  </a:lnTo>
                  <a:lnTo>
                    <a:pt x="93599" y="279527"/>
                  </a:lnTo>
                  <a:lnTo>
                    <a:pt x="93446" y="279260"/>
                  </a:lnTo>
                  <a:lnTo>
                    <a:pt x="93116" y="278612"/>
                  </a:lnTo>
                  <a:lnTo>
                    <a:pt x="93052" y="275882"/>
                  </a:lnTo>
                  <a:lnTo>
                    <a:pt x="94462" y="273710"/>
                  </a:lnTo>
                  <a:lnTo>
                    <a:pt x="92862" y="271183"/>
                  </a:lnTo>
                  <a:lnTo>
                    <a:pt x="90614" y="270471"/>
                  </a:lnTo>
                  <a:lnTo>
                    <a:pt x="89192" y="269582"/>
                  </a:lnTo>
                  <a:lnTo>
                    <a:pt x="89230" y="281012"/>
                  </a:lnTo>
                  <a:lnTo>
                    <a:pt x="91998" y="287909"/>
                  </a:lnTo>
                  <a:lnTo>
                    <a:pt x="98958" y="291553"/>
                  </a:lnTo>
                  <a:lnTo>
                    <a:pt x="98564" y="291553"/>
                  </a:lnTo>
                  <a:lnTo>
                    <a:pt x="112382" y="294017"/>
                  </a:lnTo>
                  <a:lnTo>
                    <a:pt x="115214" y="291553"/>
                  </a:lnTo>
                  <a:lnTo>
                    <a:pt x="117754" y="288798"/>
                  </a:lnTo>
                  <a:lnTo>
                    <a:pt x="120002" y="285775"/>
                  </a:lnTo>
                  <a:lnTo>
                    <a:pt x="121475" y="282511"/>
                  </a:lnTo>
                  <a:lnTo>
                    <a:pt x="123685" y="280543"/>
                  </a:lnTo>
                  <a:lnTo>
                    <a:pt x="124129" y="280225"/>
                  </a:lnTo>
                  <a:lnTo>
                    <a:pt x="124294" y="280225"/>
                  </a:lnTo>
                  <a:lnTo>
                    <a:pt x="127330" y="279260"/>
                  </a:lnTo>
                  <a:lnTo>
                    <a:pt x="139636" y="273710"/>
                  </a:lnTo>
                  <a:lnTo>
                    <a:pt x="140182" y="272681"/>
                  </a:lnTo>
                  <a:lnTo>
                    <a:pt x="133324" y="268833"/>
                  </a:lnTo>
                  <a:lnTo>
                    <a:pt x="125488" y="267589"/>
                  </a:lnTo>
                  <a:lnTo>
                    <a:pt x="117271" y="266560"/>
                  </a:lnTo>
                  <a:lnTo>
                    <a:pt x="116586" y="266293"/>
                  </a:lnTo>
                  <a:lnTo>
                    <a:pt x="116586" y="277647"/>
                  </a:lnTo>
                  <a:lnTo>
                    <a:pt x="116586" y="278612"/>
                  </a:lnTo>
                  <a:lnTo>
                    <a:pt x="115404" y="278130"/>
                  </a:lnTo>
                  <a:lnTo>
                    <a:pt x="116586" y="277647"/>
                  </a:lnTo>
                  <a:lnTo>
                    <a:pt x="116586" y="266293"/>
                  </a:lnTo>
                  <a:lnTo>
                    <a:pt x="109232" y="263347"/>
                  </a:lnTo>
                  <a:lnTo>
                    <a:pt x="116471" y="260629"/>
                  </a:lnTo>
                  <a:lnTo>
                    <a:pt x="124002" y="261150"/>
                  </a:lnTo>
                  <a:lnTo>
                    <a:pt x="124345" y="260629"/>
                  </a:lnTo>
                  <a:lnTo>
                    <a:pt x="127787" y="255333"/>
                  </a:lnTo>
                  <a:lnTo>
                    <a:pt x="127977" y="254965"/>
                  </a:lnTo>
                  <a:lnTo>
                    <a:pt x="120307" y="248869"/>
                  </a:lnTo>
                  <a:lnTo>
                    <a:pt x="124193" y="246659"/>
                  </a:lnTo>
                  <a:lnTo>
                    <a:pt x="128308" y="244716"/>
                  </a:lnTo>
                  <a:lnTo>
                    <a:pt x="132270" y="243166"/>
                  </a:lnTo>
                  <a:lnTo>
                    <a:pt x="136245" y="241998"/>
                  </a:lnTo>
                  <a:lnTo>
                    <a:pt x="139293" y="245008"/>
                  </a:lnTo>
                  <a:lnTo>
                    <a:pt x="139420" y="246659"/>
                  </a:lnTo>
                  <a:lnTo>
                    <a:pt x="139446" y="254533"/>
                  </a:lnTo>
                  <a:lnTo>
                    <a:pt x="146037" y="250634"/>
                  </a:lnTo>
                  <a:lnTo>
                    <a:pt x="144475" y="244563"/>
                  </a:lnTo>
                  <a:lnTo>
                    <a:pt x="143891" y="241998"/>
                  </a:lnTo>
                  <a:lnTo>
                    <a:pt x="142925" y="237731"/>
                  </a:lnTo>
                  <a:lnTo>
                    <a:pt x="142824" y="237261"/>
                  </a:lnTo>
                  <a:lnTo>
                    <a:pt x="142760" y="237007"/>
                  </a:lnTo>
                  <a:lnTo>
                    <a:pt x="142684" y="236664"/>
                  </a:lnTo>
                  <a:lnTo>
                    <a:pt x="142595" y="236258"/>
                  </a:lnTo>
                  <a:lnTo>
                    <a:pt x="142049" y="233883"/>
                  </a:lnTo>
                  <a:lnTo>
                    <a:pt x="141859" y="233045"/>
                  </a:lnTo>
                  <a:lnTo>
                    <a:pt x="141770" y="232879"/>
                  </a:lnTo>
                  <a:lnTo>
                    <a:pt x="141617" y="232587"/>
                  </a:lnTo>
                  <a:lnTo>
                    <a:pt x="152920" y="230136"/>
                  </a:lnTo>
                  <a:lnTo>
                    <a:pt x="152679" y="230136"/>
                  </a:lnTo>
                  <a:lnTo>
                    <a:pt x="152450" y="228854"/>
                  </a:lnTo>
                  <a:lnTo>
                    <a:pt x="151879" y="225704"/>
                  </a:lnTo>
                  <a:lnTo>
                    <a:pt x="154241" y="220967"/>
                  </a:lnTo>
                  <a:lnTo>
                    <a:pt x="154317" y="220802"/>
                  </a:lnTo>
                  <a:lnTo>
                    <a:pt x="155829" y="217754"/>
                  </a:lnTo>
                  <a:lnTo>
                    <a:pt x="156565" y="217754"/>
                  </a:lnTo>
                  <a:lnTo>
                    <a:pt x="163487" y="221119"/>
                  </a:lnTo>
                  <a:lnTo>
                    <a:pt x="163677" y="221119"/>
                  </a:lnTo>
                  <a:lnTo>
                    <a:pt x="170510" y="217766"/>
                  </a:lnTo>
                  <a:lnTo>
                    <a:pt x="176263" y="225412"/>
                  </a:lnTo>
                  <a:lnTo>
                    <a:pt x="183184" y="223405"/>
                  </a:lnTo>
                  <a:lnTo>
                    <a:pt x="186194" y="217754"/>
                  </a:lnTo>
                  <a:lnTo>
                    <a:pt x="186410" y="217347"/>
                  </a:lnTo>
                  <a:lnTo>
                    <a:pt x="188976" y="212521"/>
                  </a:lnTo>
                  <a:lnTo>
                    <a:pt x="189636" y="211340"/>
                  </a:lnTo>
                  <a:lnTo>
                    <a:pt x="186296" y="213410"/>
                  </a:lnTo>
                  <a:lnTo>
                    <a:pt x="182829" y="215099"/>
                  </a:lnTo>
                  <a:lnTo>
                    <a:pt x="179209" y="216446"/>
                  </a:lnTo>
                  <a:lnTo>
                    <a:pt x="175742" y="217347"/>
                  </a:lnTo>
                  <a:lnTo>
                    <a:pt x="174498" y="214312"/>
                  </a:lnTo>
                  <a:lnTo>
                    <a:pt x="174180" y="212521"/>
                  </a:lnTo>
                  <a:lnTo>
                    <a:pt x="173850" y="210578"/>
                  </a:lnTo>
                  <a:lnTo>
                    <a:pt x="179501" y="207200"/>
                  </a:lnTo>
                  <a:lnTo>
                    <a:pt x="179603" y="207010"/>
                  </a:lnTo>
                  <a:lnTo>
                    <a:pt x="182168" y="202349"/>
                  </a:lnTo>
                  <a:lnTo>
                    <a:pt x="183362" y="200190"/>
                  </a:lnTo>
                  <a:lnTo>
                    <a:pt x="191376" y="201066"/>
                  </a:lnTo>
                  <a:lnTo>
                    <a:pt x="189649" y="211378"/>
                  </a:lnTo>
                  <a:lnTo>
                    <a:pt x="196900" y="211213"/>
                  </a:lnTo>
                  <a:lnTo>
                    <a:pt x="209956" y="227330"/>
                  </a:lnTo>
                  <a:lnTo>
                    <a:pt x="208902" y="228752"/>
                  </a:lnTo>
                  <a:lnTo>
                    <a:pt x="208902" y="260286"/>
                  </a:lnTo>
                  <a:lnTo>
                    <a:pt x="204165" y="260286"/>
                  </a:lnTo>
                  <a:lnTo>
                    <a:pt x="198628" y="251460"/>
                  </a:lnTo>
                  <a:lnTo>
                    <a:pt x="208305" y="251460"/>
                  </a:lnTo>
                  <a:lnTo>
                    <a:pt x="208902" y="260286"/>
                  </a:lnTo>
                  <a:lnTo>
                    <a:pt x="208902" y="228752"/>
                  </a:lnTo>
                  <a:lnTo>
                    <a:pt x="203314" y="236220"/>
                  </a:lnTo>
                  <a:lnTo>
                    <a:pt x="205562" y="243573"/>
                  </a:lnTo>
                  <a:lnTo>
                    <a:pt x="205117" y="243573"/>
                  </a:lnTo>
                  <a:lnTo>
                    <a:pt x="193040" y="236220"/>
                  </a:lnTo>
                  <a:lnTo>
                    <a:pt x="194373" y="227330"/>
                  </a:lnTo>
                  <a:lnTo>
                    <a:pt x="188315" y="230886"/>
                  </a:lnTo>
                  <a:lnTo>
                    <a:pt x="188315" y="243573"/>
                  </a:lnTo>
                  <a:lnTo>
                    <a:pt x="183515" y="251460"/>
                  </a:lnTo>
                  <a:lnTo>
                    <a:pt x="181838" y="243573"/>
                  </a:lnTo>
                  <a:lnTo>
                    <a:pt x="188315" y="243573"/>
                  </a:lnTo>
                  <a:lnTo>
                    <a:pt x="188315" y="230886"/>
                  </a:lnTo>
                  <a:lnTo>
                    <a:pt x="166700" y="243573"/>
                  </a:lnTo>
                  <a:lnTo>
                    <a:pt x="166268" y="243573"/>
                  </a:lnTo>
                  <a:lnTo>
                    <a:pt x="166344" y="260286"/>
                  </a:lnTo>
                  <a:lnTo>
                    <a:pt x="179882" y="260286"/>
                  </a:lnTo>
                  <a:lnTo>
                    <a:pt x="192811" y="267970"/>
                  </a:lnTo>
                  <a:lnTo>
                    <a:pt x="188201" y="273354"/>
                  </a:lnTo>
                  <a:lnTo>
                    <a:pt x="188201" y="325120"/>
                  </a:lnTo>
                  <a:lnTo>
                    <a:pt x="177685" y="332740"/>
                  </a:lnTo>
                  <a:lnTo>
                    <a:pt x="180136" y="317500"/>
                  </a:lnTo>
                  <a:lnTo>
                    <a:pt x="188201" y="325120"/>
                  </a:lnTo>
                  <a:lnTo>
                    <a:pt x="188201" y="273354"/>
                  </a:lnTo>
                  <a:lnTo>
                    <a:pt x="178676" y="284480"/>
                  </a:lnTo>
                  <a:lnTo>
                    <a:pt x="174498" y="276860"/>
                  </a:lnTo>
                  <a:lnTo>
                    <a:pt x="162598" y="276860"/>
                  </a:lnTo>
                  <a:lnTo>
                    <a:pt x="157238" y="292100"/>
                  </a:lnTo>
                  <a:lnTo>
                    <a:pt x="161302" y="300990"/>
                  </a:lnTo>
                  <a:lnTo>
                    <a:pt x="168897" y="300990"/>
                  </a:lnTo>
                  <a:lnTo>
                    <a:pt x="165379" y="308610"/>
                  </a:lnTo>
                  <a:lnTo>
                    <a:pt x="154406" y="316611"/>
                  </a:lnTo>
                  <a:lnTo>
                    <a:pt x="154406" y="398780"/>
                  </a:lnTo>
                  <a:lnTo>
                    <a:pt x="147497" y="406400"/>
                  </a:lnTo>
                  <a:lnTo>
                    <a:pt x="144526" y="406400"/>
                  </a:lnTo>
                  <a:lnTo>
                    <a:pt x="144526" y="487680"/>
                  </a:lnTo>
                  <a:lnTo>
                    <a:pt x="133464" y="487680"/>
                  </a:lnTo>
                  <a:lnTo>
                    <a:pt x="128638" y="480123"/>
                  </a:lnTo>
                  <a:lnTo>
                    <a:pt x="144526" y="487680"/>
                  </a:lnTo>
                  <a:lnTo>
                    <a:pt x="144526" y="406400"/>
                  </a:lnTo>
                  <a:lnTo>
                    <a:pt x="142544" y="406400"/>
                  </a:lnTo>
                  <a:lnTo>
                    <a:pt x="149593" y="398780"/>
                  </a:lnTo>
                  <a:lnTo>
                    <a:pt x="154406" y="398780"/>
                  </a:lnTo>
                  <a:lnTo>
                    <a:pt x="154406" y="316611"/>
                  </a:lnTo>
                  <a:lnTo>
                    <a:pt x="153174" y="317500"/>
                  </a:lnTo>
                  <a:lnTo>
                    <a:pt x="144373" y="317500"/>
                  </a:lnTo>
                  <a:lnTo>
                    <a:pt x="143675" y="332740"/>
                  </a:lnTo>
                  <a:lnTo>
                    <a:pt x="130873" y="332740"/>
                  </a:lnTo>
                  <a:lnTo>
                    <a:pt x="133108" y="341630"/>
                  </a:lnTo>
                  <a:lnTo>
                    <a:pt x="143383" y="341630"/>
                  </a:lnTo>
                  <a:lnTo>
                    <a:pt x="142138" y="349250"/>
                  </a:lnTo>
                  <a:lnTo>
                    <a:pt x="141744" y="349250"/>
                  </a:lnTo>
                  <a:lnTo>
                    <a:pt x="141744" y="463550"/>
                  </a:lnTo>
                  <a:lnTo>
                    <a:pt x="135978" y="472440"/>
                  </a:lnTo>
                  <a:lnTo>
                    <a:pt x="130771" y="463550"/>
                  </a:lnTo>
                  <a:lnTo>
                    <a:pt x="116916" y="472440"/>
                  </a:lnTo>
                  <a:lnTo>
                    <a:pt x="120523" y="455930"/>
                  </a:lnTo>
                  <a:lnTo>
                    <a:pt x="130479" y="455930"/>
                  </a:lnTo>
                  <a:lnTo>
                    <a:pt x="133400" y="447040"/>
                  </a:lnTo>
                  <a:lnTo>
                    <a:pt x="140804" y="447040"/>
                  </a:lnTo>
                  <a:lnTo>
                    <a:pt x="141744" y="463550"/>
                  </a:lnTo>
                  <a:lnTo>
                    <a:pt x="141744" y="349250"/>
                  </a:lnTo>
                  <a:lnTo>
                    <a:pt x="134797" y="349250"/>
                  </a:lnTo>
                  <a:lnTo>
                    <a:pt x="123253" y="365594"/>
                  </a:lnTo>
                  <a:lnTo>
                    <a:pt x="123126" y="365594"/>
                  </a:lnTo>
                  <a:lnTo>
                    <a:pt x="124421" y="374650"/>
                  </a:lnTo>
                  <a:lnTo>
                    <a:pt x="107581" y="398780"/>
                  </a:lnTo>
                  <a:lnTo>
                    <a:pt x="107454" y="402590"/>
                  </a:lnTo>
                  <a:lnTo>
                    <a:pt x="107327" y="406400"/>
                  </a:lnTo>
                  <a:lnTo>
                    <a:pt x="124523" y="415290"/>
                  </a:lnTo>
                  <a:lnTo>
                    <a:pt x="127292" y="422910"/>
                  </a:lnTo>
                  <a:lnTo>
                    <a:pt x="114427" y="422910"/>
                  </a:lnTo>
                  <a:lnTo>
                    <a:pt x="114642" y="430530"/>
                  </a:lnTo>
                  <a:lnTo>
                    <a:pt x="123609" y="430530"/>
                  </a:lnTo>
                  <a:lnTo>
                    <a:pt x="105054" y="439420"/>
                  </a:lnTo>
                  <a:lnTo>
                    <a:pt x="113957" y="447040"/>
                  </a:lnTo>
                  <a:lnTo>
                    <a:pt x="111772" y="455930"/>
                  </a:lnTo>
                  <a:lnTo>
                    <a:pt x="113703" y="479958"/>
                  </a:lnTo>
                  <a:lnTo>
                    <a:pt x="113931" y="479958"/>
                  </a:lnTo>
                  <a:lnTo>
                    <a:pt x="91427" y="496570"/>
                  </a:lnTo>
                  <a:lnTo>
                    <a:pt x="109664" y="496570"/>
                  </a:lnTo>
                  <a:lnTo>
                    <a:pt x="113499" y="513080"/>
                  </a:lnTo>
                  <a:lnTo>
                    <a:pt x="106997" y="520700"/>
                  </a:lnTo>
                  <a:lnTo>
                    <a:pt x="97866" y="520700"/>
                  </a:lnTo>
                  <a:lnTo>
                    <a:pt x="99072" y="528320"/>
                  </a:lnTo>
                  <a:lnTo>
                    <a:pt x="107315" y="528320"/>
                  </a:lnTo>
                  <a:lnTo>
                    <a:pt x="101536" y="537210"/>
                  </a:lnTo>
                  <a:lnTo>
                    <a:pt x="100241" y="544830"/>
                  </a:lnTo>
                  <a:lnTo>
                    <a:pt x="110375" y="544830"/>
                  </a:lnTo>
                  <a:lnTo>
                    <a:pt x="116243" y="528320"/>
                  </a:lnTo>
                  <a:lnTo>
                    <a:pt x="129387" y="528320"/>
                  </a:lnTo>
                  <a:lnTo>
                    <a:pt x="133591" y="537210"/>
                  </a:lnTo>
                  <a:lnTo>
                    <a:pt x="133032" y="537210"/>
                  </a:lnTo>
                  <a:lnTo>
                    <a:pt x="133032" y="594283"/>
                  </a:lnTo>
                  <a:lnTo>
                    <a:pt x="121170" y="594283"/>
                  </a:lnTo>
                  <a:lnTo>
                    <a:pt x="117983" y="585470"/>
                  </a:lnTo>
                  <a:lnTo>
                    <a:pt x="133032" y="594283"/>
                  </a:lnTo>
                  <a:lnTo>
                    <a:pt x="133032" y="537210"/>
                  </a:lnTo>
                  <a:lnTo>
                    <a:pt x="123304" y="537210"/>
                  </a:lnTo>
                  <a:lnTo>
                    <a:pt x="121767" y="553720"/>
                  </a:lnTo>
                  <a:lnTo>
                    <a:pt x="108826" y="553720"/>
                  </a:lnTo>
                  <a:lnTo>
                    <a:pt x="108216" y="568960"/>
                  </a:lnTo>
                  <a:lnTo>
                    <a:pt x="99580" y="577850"/>
                  </a:lnTo>
                  <a:lnTo>
                    <a:pt x="111683" y="594283"/>
                  </a:lnTo>
                  <a:lnTo>
                    <a:pt x="112217" y="594283"/>
                  </a:lnTo>
                  <a:lnTo>
                    <a:pt x="96964" y="601980"/>
                  </a:lnTo>
                  <a:lnTo>
                    <a:pt x="99314" y="618490"/>
                  </a:lnTo>
                  <a:lnTo>
                    <a:pt x="106108" y="610870"/>
                  </a:lnTo>
                  <a:lnTo>
                    <a:pt x="130670" y="610870"/>
                  </a:lnTo>
                  <a:lnTo>
                    <a:pt x="123977" y="618490"/>
                  </a:lnTo>
                  <a:lnTo>
                    <a:pt x="128943" y="635000"/>
                  </a:lnTo>
                  <a:lnTo>
                    <a:pt x="135813" y="626110"/>
                  </a:lnTo>
                  <a:lnTo>
                    <a:pt x="148882" y="635000"/>
                  </a:lnTo>
                  <a:lnTo>
                    <a:pt x="144919" y="642607"/>
                  </a:lnTo>
                  <a:lnTo>
                    <a:pt x="137909" y="635000"/>
                  </a:lnTo>
                  <a:lnTo>
                    <a:pt x="122669" y="642607"/>
                  </a:lnTo>
                  <a:lnTo>
                    <a:pt x="129552" y="651294"/>
                  </a:lnTo>
                  <a:lnTo>
                    <a:pt x="129730" y="651471"/>
                  </a:lnTo>
                  <a:lnTo>
                    <a:pt x="129743" y="651294"/>
                  </a:lnTo>
                  <a:lnTo>
                    <a:pt x="129857" y="650240"/>
                  </a:lnTo>
                  <a:lnTo>
                    <a:pt x="142265" y="642620"/>
                  </a:lnTo>
                  <a:lnTo>
                    <a:pt x="156984" y="659130"/>
                  </a:lnTo>
                  <a:lnTo>
                    <a:pt x="167576" y="659130"/>
                  </a:lnTo>
                  <a:lnTo>
                    <a:pt x="170484" y="666750"/>
                  </a:lnTo>
                  <a:lnTo>
                    <a:pt x="164503" y="666750"/>
                  </a:lnTo>
                  <a:lnTo>
                    <a:pt x="170027" y="675640"/>
                  </a:lnTo>
                  <a:lnTo>
                    <a:pt x="176339" y="666750"/>
                  </a:lnTo>
                  <a:lnTo>
                    <a:pt x="200964" y="675640"/>
                  </a:lnTo>
                  <a:lnTo>
                    <a:pt x="191249" y="683120"/>
                  </a:lnTo>
                  <a:lnTo>
                    <a:pt x="190969" y="683120"/>
                  </a:lnTo>
                  <a:lnTo>
                    <a:pt x="185000" y="675640"/>
                  </a:lnTo>
                  <a:lnTo>
                    <a:pt x="170027" y="675640"/>
                  </a:lnTo>
                  <a:lnTo>
                    <a:pt x="168262" y="675640"/>
                  </a:lnTo>
                  <a:lnTo>
                    <a:pt x="174663" y="683120"/>
                  </a:lnTo>
                  <a:lnTo>
                    <a:pt x="174891" y="683120"/>
                  </a:lnTo>
                  <a:lnTo>
                    <a:pt x="167170" y="692150"/>
                  </a:lnTo>
                  <a:lnTo>
                    <a:pt x="141071" y="692150"/>
                  </a:lnTo>
                  <a:lnTo>
                    <a:pt x="157924" y="683120"/>
                  </a:lnTo>
                  <a:lnTo>
                    <a:pt x="157721" y="683120"/>
                  </a:lnTo>
                  <a:lnTo>
                    <a:pt x="160439" y="675640"/>
                  </a:lnTo>
                  <a:lnTo>
                    <a:pt x="163207" y="666750"/>
                  </a:lnTo>
                  <a:lnTo>
                    <a:pt x="161632" y="666750"/>
                  </a:lnTo>
                  <a:lnTo>
                    <a:pt x="149199" y="675640"/>
                  </a:lnTo>
                  <a:lnTo>
                    <a:pt x="142722" y="675640"/>
                  </a:lnTo>
                  <a:lnTo>
                    <a:pt x="129540" y="651611"/>
                  </a:lnTo>
                  <a:lnTo>
                    <a:pt x="124002" y="659130"/>
                  </a:lnTo>
                  <a:lnTo>
                    <a:pt x="118668" y="666750"/>
                  </a:lnTo>
                  <a:lnTo>
                    <a:pt x="132461" y="692150"/>
                  </a:lnTo>
                  <a:lnTo>
                    <a:pt x="126174" y="699770"/>
                  </a:lnTo>
                  <a:lnTo>
                    <a:pt x="126199" y="702805"/>
                  </a:lnTo>
                  <a:lnTo>
                    <a:pt x="126047" y="702881"/>
                  </a:lnTo>
                  <a:lnTo>
                    <a:pt x="126199" y="702881"/>
                  </a:lnTo>
                  <a:lnTo>
                    <a:pt x="126250" y="708660"/>
                  </a:lnTo>
                  <a:lnTo>
                    <a:pt x="137655" y="699770"/>
                  </a:lnTo>
                  <a:lnTo>
                    <a:pt x="153543" y="708660"/>
                  </a:lnTo>
                  <a:lnTo>
                    <a:pt x="154495" y="699770"/>
                  </a:lnTo>
                  <a:lnTo>
                    <a:pt x="162572" y="699770"/>
                  </a:lnTo>
                  <a:lnTo>
                    <a:pt x="182067" y="708660"/>
                  </a:lnTo>
                  <a:lnTo>
                    <a:pt x="189649" y="699770"/>
                  </a:lnTo>
                  <a:lnTo>
                    <a:pt x="195351" y="723900"/>
                  </a:lnTo>
                  <a:lnTo>
                    <a:pt x="188658" y="723900"/>
                  </a:lnTo>
                  <a:lnTo>
                    <a:pt x="175717" y="708660"/>
                  </a:lnTo>
                  <a:lnTo>
                    <a:pt x="161442" y="708660"/>
                  </a:lnTo>
                  <a:lnTo>
                    <a:pt x="165201" y="716280"/>
                  </a:lnTo>
                  <a:lnTo>
                    <a:pt x="172567" y="716280"/>
                  </a:lnTo>
                  <a:lnTo>
                    <a:pt x="171107" y="723900"/>
                  </a:lnTo>
                  <a:lnTo>
                    <a:pt x="175488" y="723900"/>
                  </a:lnTo>
                  <a:lnTo>
                    <a:pt x="175475" y="725170"/>
                  </a:lnTo>
                  <a:lnTo>
                    <a:pt x="175247" y="732790"/>
                  </a:lnTo>
                  <a:lnTo>
                    <a:pt x="155829" y="740410"/>
                  </a:lnTo>
                  <a:lnTo>
                    <a:pt x="136525" y="732790"/>
                  </a:lnTo>
                  <a:lnTo>
                    <a:pt x="136575" y="740587"/>
                  </a:lnTo>
                  <a:lnTo>
                    <a:pt x="136410" y="740714"/>
                  </a:lnTo>
                  <a:lnTo>
                    <a:pt x="136575" y="740714"/>
                  </a:lnTo>
                  <a:lnTo>
                    <a:pt x="136601" y="742950"/>
                  </a:lnTo>
                  <a:lnTo>
                    <a:pt x="136702" y="756920"/>
                  </a:lnTo>
                  <a:lnTo>
                    <a:pt x="129514" y="756920"/>
                  </a:lnTo>
                  <a:lnTo>
                    <a:pt x="129298" y="759675"/>
                  </a:lnTo>
                  <a:lnTo>
                    <a:pt x="129133" y="758253"/>
                  </a:lnTo>
                  <a:lnTo>
                    <a:pt x="129070" y="757821"/>
                  </a:lnTo>
                  <a:lnTo>
                    <a:pt x="127762" y="747280"/>
                  </a:lnTo>
                  <a:lnTo>
                    <a:pt x="127889" y="747280"/>
                  </a:lnTo>
                  <a:lnTo>
                    <a:pt x="133045" y="743280"/>
                  </a:lnTo>
                  <a:lnTo>
                    <a:pt x="114096" y="743280"/>
                  </a:lnTo>
                  <a:lnTo>
                    <a:pt x="115760" y="747280"/>
                  </a:lnTo>
                  <a:lnTo>
                    <a:pt x="115404" y="747001"/>
                  </a:lnTo>
                  <a:lnTo>
                    <a:pt x="118732" y="753160"/>
                  </a:lnTo>
                  <a:lnTo>
                    <a:pt x="117652" y="758253"/>
                  </a:lnTo>
                  <a:lnTo>
                    <a:pt x="110680" y="757821"/>
                  </a:lnTo>
                  <a:lnTo>
                    <a:pt x="112496" y="763371"/>
                  </a:lnTo>
                  <a:lnTo>
                    <a:pt x="114973" y="765962"/>
                  </a:lnTo>
                  <a:lnTo>
                    <a:pt x="117576" y="767575"/>
                  </a:lnTo>
                  <a:lnTo>
                    <a:pt x="124079" y="763841"/>
                  </a:lnTo>
                  <a:lnTo>
                    <a:pt x="127063" y="762558"/>
                  </a:lnTo>
                  <a:lnTo>
                    <a:pt x="129146" y="761542"/>
                  </a:lnTo>
                  <a:lnTo>
                    <a:pt x="127647" y="781050"/>
                  </a:lnTo>
                  <a:lnTo>
                    <a:pt x="137795" y="781050"/>
                  </a:lnTo>
                  <a:lnTo>
                    <a:pt x="141503" y="773430"/>
                  </a:lnTo>
                  <a:lnTo>
                    <a:pt x="143675" y="773430"/>
                  </a:lnTo>
                  <a:lnTo>
                    <a:pt x="146469" y="789940"/>
                  </a:lnTo>
                  <a:lnTo>
                    <a:pt x="154457" y="797560"/>
                  </a:lnTo>
                  <a:lnTo>
                    <a:pt x="154762" y="797560"/>
                  </a:lnTo>
                  <a:lnTo>
                    <a:pt x="142532" y="805180"/>
                  </a:lnTo>
                  <a:lnTo>
                    <a:pt x="142519" y="806450"/>
                  </a:lnTo>
                  <a:lnTo>
                    <a:pt x="142405" y="807720"/>
                  </a:lnTo>
                  <a:lnTo>
                    <a:pt x="141833" y="814070"/>
                  </a:lnTo>
                  <a:lnTo>
                    <a:pt x="149758" y="814070"/>
                  </a:lnTo>
                  <a:lnTo>
                    <a:pt x="164325" y="806450"/>
                  </a:lnTo>
                  <a:lnTo>
                    <a:pt x="164350" y="814070"/>
                  </a:lnTo>
                  <a:lnTo>
                    <a:pt x="177241" y="814070"/>
                  </a:lnTo>
                  <a:lnTo>
                    <a:pt x="176428" y="830580"/>
                  </a:lnTo>
                  <a:lnTo>
                    <a:pt x="187490" y="838098"/>
                  </a:lnTo>
                  <a:lnTo>
                    <a:pt x="187629" y="838098"/>
                  </a:lnTo>
                  <a:lnTo>
                    <a:pt x="188569" y="847090"/>
                  </a:lnTo>
                  <a:lnTo>
                    <a:pt x="171856" y="847090"/>
                  </a:lnTo>
                  <a:lnTo>
                    <a:pt x="183959" y="854710"/>
                  </a:lnTo>
                  <a:lnTo>
                    <a:pt x="179654" y="862330"/>
                  </a:lnTo>
                  <a:lnTo>
                    <a:pt x="210121" y="862330"/>
                  </a:lnTo>
                  <a:lnTo>
                    <a:pt x="199351" y="878840"/>
                  </a:lnTo>
                  <a:lnTo>
                    <a:pt x="211162" y="878840"/>
                  </a:lnTo>
                  <a:lnTo>
                    <a:pt x="212305" y="871220"/>
                  </a:lnTo>
                  <a:lnTo>
                    <a:pt x="226568" y="878840"/>
                  </a:lnTo>
                  <a:lnTo>
                    <a:pt x="231432" y="871220"/>
                  </a:lnTo>
                  <a:lnTo>
                    <a:pt x="235292" y="878840"/>
                  </a:lnTo>
                  <a:lnTo>
                    <a:pt x="234340" y="887730"/>
                  </a:lnTo>
                  <a:lnTo>
                    <a:pt x="243789" y="895350"/>
                  </a:lnTo>
                  <a:lnTo>
                    <a:pt x="248081" y="887730"/>
                  </a:lnTo>
                  <a:lnTo>
                    <a:pt x="255435" y="887730"/>
                  </a:lnTo>
                  <a:lnTo>
                    <a:pt x="260794" y="878840"/>
                  </a:lnTo>
                  <a:lnTo>
                    <a:pt x="267538" y="878840"/>
                  </a:lnTo>
                  <a:lnTo>
                    <a:pt x="265722" y="895350"/>
                  </a:lnTo>
                  <a:lnTo>
                    <a:pt x="251866" y="895350"/>
                  </a:lnTo>
                  <a:lnTo>
                    <a:pt x="259372" y="911860"/>
                  </a:lnTo>
                  <a:lnTo>
                    <a:pt x="271526" y="895350"/>
                  </a:lnTo>
                  <a:lnTo>
                    <a:pt x="273291" y="919480"/>
                  </a:lnTo>
                  <a:lnTo>
                    <a:pt x="279247" y="919480"/>
                  </a:lnTo>
                  <a:lnTo>
                    <a:pt x="281952" y="928370"/>
                  </a:lnTo>
                  <a:lnTo>
                    <a:pt x="298983" y="928370"/>
                  </a:lnTo>
                  <a:lnTo>
                    <a:pt x="300329" y="944880"/>
                  </a:lnTo>
                  <a:lnTo>
                    <a:pt x="317715" y="952500"/>
                  </a:lnTo>
                  <a:lnTo>
                    <a:pt x="345592" y="952500"/>
                  </a:lnTo>
                  <a:lnTo>
                    <a:pt x="341337" y="960120"/>
                  </a:lnTo>
                  <a:lnTo>
                    <a:pt x="367868" y="969010"/>
                  </a:lnTo>
                  <a:lnTo>
                    <a:pt x="370179" y="985520"/>
                  </a:lnTo>
                  <a:lnTo>
                    <a:pt x="380758" y="985520"/>
                  </a:lnTo>
                  <a:lnTo>
                    <a:pt x="391058" y="969010"/>
                  </a:lnTo>
                  <a:lnTo>
                    <a:pt x="378650" y="969010"/>
                  </a:lnTo>
                  <a:lnTo>
                    <a:pt x="374942" y="960120"/>
                  </a:lnTo>
                  <a:lnTo>
                    <a:pt x="404202" y="960120"/>
                  </a:lnTo>
                  <a:lnTo>
                    <a:pt x="400316" y="976630"/>
                  </a:lnTo>
                  <a:lnTo>
                    <a:pt x="406984" y="976630"/>
                  </a:lnTo>
                  <a:lnTo>
                    <a:pt x="401878" y="985520"/>
                  </a:lnTo>
                  <a:lnTo>
                    <a:pt x="411861" y="985520"/>
                  </a:lnTo>
                  <a:lnTo>
                    <a:pt x="413283" y="969010"/>
                  </a:lnTo>
                  <a:lnTo>
                    <a:pt x="430301" y="969010"/>
                  </a:lnTo>
                  <a:lnTo>
                    <a:pt x="432409" y="976630"/>
                  </a:lnTo>
                  <a:lnTo>
                    <a:pt x="442569" y="976630"/>
                  </a:lnTo>
                  <a:lnTo>
                    <a:pt x="435457" y="985520"/>
                  </a:lnTo>
                  <a:lnTo>
                    <a:pt x="438797" y="995680"/>
                  </a:lnTo>
                  <a:lnTo>
                    <a:pt x="439064" y="996950"/>
                  </a:lnTo>
                  <a:lnTo>
                    <a:pt x="446493" y="998220"/>
                  </a:lnTo>
                  <a:lnTo>
                    <a:pt x="447497" y="995680"/>
                  </a:lnTo>
                  <a:lnTo>
                    <a:pt x="453263" y="985520"/>
                  </a:lnTo>
                  <a:lnTo>
                    <a:pt x="459422" y="985520"/>
                  </a:lnTo>
                  <a:lnTo>
                    <a:pt x="464413" y="993140"/>
                  </a:lnTo>
                  <a:lnTo>
                    <a:pt x="479437" y="985520"/>
                  </a:lnTo>
                  <a:lnTo>
                    <a:pt x="489750" y="995680"/>
                  </a:lnTo>
                  <a:lnTo>
                    <a:pt x="494652" y="1000760"/>
                  </a:lnTo>
                  <a:lnTo>
                    <a:pt x="494563" y="1003300"/>
                  </a:lnTo>
                  <a:lnTo>
                    <a:pt x="518363" y="1003300"/>
                  </a:lnTo>
                  <a:lnTo>
                    <a:pt x="516940" y="1000760"/>
                  </a:lnTo>
                  <a:lnTo>
                    <a:pt x="522160" y="995680"/>
                  </a:lnTo>
                  <a:lnTo>
                    <a:pt x="525043" y="993140"/>
                  </a:lnTo>
                  <a:lnTo>
                    <a:pt x="527456" y="995680"/>
                  </a:lnTo>
                  <a:lnTo>
                    <a:pt x="531863" y="1000760"/>
                  </a:lnTo>
                  <a:lnTo>
                    <a:pt x="529513" y="1003300"/>
                  </a:lnTo>
                  <a:lnTo>
                    <a:pt x="566280" y="1000760"/>
                  </a:lnTo>
                  <a:lnTo>
                    <a:pt x="554609" y="995680"/>
                  </a:lnTo>
                  <a:lnTo>
                    <a:pt x="546798" y="993140"/>
                  </a:lnTo>
                  <a:lnTo>
                    <a:pt x="552310" y="993140"/>
                  </a:lnTo>
                  <a:lnTo>
                    <a:pt x="555053" y="976630"/>
                  </a:lnTo>
                  <a:lnTo>
                    <a:pt x="565251" y="985520"/>
                  </a:lnTo>
                  <a:lnTo>
                    <a:pt x="567651" y="995680"/>
                  </a:lnTo>
                  <a:lnTo>
                    <a:pt x="568553" y="1000760"/>
                  </a:lnTo>
                  <a:lnTo>
                    <a:pt x="571322" y="999490"/>
                  </a:lnTo>
                  <a:lnTo>
                    <a:pt x="577126" y="999490"/>
                  </a:lnTo>
                  <a:lnTo>
                    <a:pt x="576237" y="995680"/>
                  </a:lnTo>
                  <a:lnTo>
                    <a:pt x="572846" y="985520"/>
                  </a:lnTo>
                  <a:lnTo>
                    <a:pt x="586346" y="985520"/>
                  </a:lnTo>
                  <a:lnTo>
                    <a:pt x="591172" y="976630"/>
                  </a:lnTo>
                  <a:lnTo>
                    <a:pt x="590867" y="976630"/>
                  </a:lnTo>
                  <a:lnTo>
                    <a:pt x="592480" y="974864"/>
                  </a:lnTo>
                  <a:lnTo>
                    <a:pt x="588289" y="974864"/>
                  </a:lnTo>
                  <a:lnTo>
                    <a:pt x="583793" y="971448"/>
                  </a:lnTo>
                  <a:lnTo>
                    <a:pt x="581863" y="976630"/>
                  </a:lnTo>
                  <a:lnTo>
                    <a:pt x="567474" y="976630"/>
                  </a:lnTo>
                  <a:lnTo>
                    <a:pt x="566026" y="969010"/>
                  </a:lnTo>
                  <a:lnTo>
                    <a:pt x="556971" y="969010"/>
                  </a:lnTo>
                  <a:lnTo>
                    <a:pt x="555840" y="960120"/>
                  </a:lnTo>
                  <a:lnTo>
                    <a:pt x="582256" y="960120"/>
                  </a:lnTo>
                  <a:lnTo>
                    <a:pt x="595553" y="952500"/>
                  </a:lnTo>
                  <a:lnTo>
                    <a:pt x="606386" y="952500"/>
                  </a:lnTo>
                  <a:lnTo>
                    <a:pt x="609727" y="944880"/>
                  </a:lnTo>
                  <a:lnTo>
                    <a:pt x="634669" y="952500"/>
                  </a:lnTo>
                  <a:lnTo>
                    <a:pt x="626262" y="935990"/>
                  </a:lnTo>
                  <a:lnTo>
                    <a:pt x="617677" y="919480"/>
                  </a:lnTo>
                  <a:lnTo>
                    <a:pt x="613371" y="911860"/>
                  </a:lnTo>
                  <a:lnTo>
                    <a:pt x="616318" y="902970"/>
                  </a:lnTo>
                  <a:lnTo>
                    <a:pt x="625182" y="902970"/>
                  </a:lnTo>
                  <a:lnTo>
                    <a:pt x="622173" y="919480"/>
                  </a:lnTo>
                  <a:lnTo>
                    <a:pt x="633742" y="928370"/>
                  </a:lnTo>
                  <a:lnTo>
                    <a:pt x="635482" y="944880"/>
                  </a:lnTo>
                  <a:lnTo>
                    <a:pt x="642416" y="944880"/>
                  </a:lnTo>
                  <a:lnTo>
                    <a:pt x="644740" y="952500"/>
                  </a:lnTo>
                  <a:lnTo>
                    <a:pt x="646544" y="944880"/>
                  </a:lnTo>
                  <a:lnTo>
                    <a:pt x="656513" y="952500"/>
                  </a:lnTo>
                  <a:lnTo>
                    <a:pt x="657364" y="944880"/>
                  </a:lnTo>
                  <a:lnTo>
                    <a:pt x="684403" y="928370"/>
                  </a:lnTo>
                  <a:lnTo>
                    <a:pt x="691845" y="935990"/>
                  </a:lnTo>
                  <a:lnTo>
                    <a:pt x="698119" y="935990"/>
                  </a:lnTo>
                  <a:lnTo>
                    <a:pt x="693902" y="919480"/>
                  </a:lnTo>
                  <a:lnTo>
                    <a:pt x="697712" y="911860"/>
                  </a:lnTo>
                  <a:lnTo>
                    <a:pt x="748220" y="911860"/>
                  </a:lnTo>
                  <a:lnTo>
                    <a:pt x="759764" y="902970"/>
                  </a:lnTo>
                  <a:lnTo>
                    <a:pt x="771309" y="895350"/>
                  </a:lnTo>
                  <a:lnTo>
                    <a:pt x="763206" y="887730"/>
                  </a:lnTo>
                  <a:lnTo>
                    <a:pt x="755116" y="878840"/>
                  </a:lnTo>
                  <a:lnTo>
                    <a:pt x="758126" y="871220"/>
                  </a:lnTo>
                  <a:lnTo>
                    <a:pt x="767321" y="878840"/>
                  </a:lnTo>
                  <a:lnTo>
                    <a:pt x="785342" y="871220"/>
                  </a:lnTo>
                  <a:lnTo>
                    <a:pt x="786384" y="862330"/>
                  </a:lnTo>
                  <a:lnTo>
                    <a:pt x="813422" y="871220"/>
                  </a:lnTo>
                  <a:lnTo>
                    <a:pt x="786257" y="902970"/>
                  </a:lnTo>
                  <a:lnTo>
                    <a:pt x="786574" y="902970"/>
                  </a:lnTo>
                  <a:lnTo>
                    <a:pt x="812038" y="902970"/>
                  </a:lnTo>
                  <a:lnTo>
                    <a:pt x="817575" y="895350"/>
                  </a:lnTo>
                  <a:lnTo>
                    <a:pt x="820953" y="899160"/>
                  </a:lnTo>
                  <a:lnTo>
                    <a:pt x="825563" y="895350"/>
                  </a:lnTo>
                  <a:lnTo>
                    <a:pt x="836739" y="887730"/>
                  </a:lnTo>
                  <a:lnTo>
                    <a:pt x="845883" y="878840"/>
                  </a:lnTo>
                  <a:lnTo>
                    <a:pt x="835952" y="878840"/>
                  </a:lnTo>
                  <a:lnTo>
                    <a:pt x="829729" y="871220"/>
                  </a:lnTo>
                  <a:lnTo>
                    <a:pt x="832980" y="862330"/>
                  </a:lnTo>
                  <a:lnTo>
                    <a:pt x="822299" y="862330"/>
                  </a:lnTo>
                  <a:lnTo>
                    <a:pt x="822985" y="854710"/>
                  </a:lnTo>
                  <a:lnTo>
                    <a:pt x="815657" y="848995"/>
                  </a:lnTo>
                  <a:lnTo>
                    <a:pt x="815657" y="854710"/>
                  </a:lnTo>
                  <a:lnTo>
                    <a:pt x="807491" y="862330"/>
                  </a:lnTo>
                  <a:lnTo>
                    <a:pt x="801738" y="854710"/>
                  </a:lnTo>
                  <a:lnTo>
                    <a:pt x="815657" y="854710"/>
                  </a:lnTo>
                  <a:lnTo>
                    <a:pt x="815657" y="848995"/>
                  </a:lnTo>
                  <a:lnTo>
                    <a:pt x="813219" y="847090"/>
                  </a:lnTo>
                  <a:lnTo>
                    <a:pt x="844181" y="847090"/>
                  </a:lnTo>
                  <a:lnTo>
                    <a:pt x="837095" y="854710"/>
                  </a:lnTo>
                  <a:lnTo>
                    <a:pt x="842429" y="862330"/>
                  </a:lnTo>
                  <a:lnTo>
                    <a:pt x="844626" y="862330"/>
                  </a:lnTo>
                  <a:lnTo>
                    <a:pt x="846632" y="854710"/>
                  </a:lnTo>
                  <a:lnTo>
                    <a:pt x="857707" y="854710"/>
                  </a:lnTo>
                  <a:lnTo>
                    <a:pt x="865924" y="847090"/>
                  </a:lnTo>
                  <a:lnTo>
                    <a:pt x="874052" y="853440"/>
                  </a:lnTo>
                  <a:lnTo>
                    <a:pt x="880376" y="847090"/>
                  </a:lnTo>
                  <a:lnTo>
                    <a:pt x="887831" y="838098"/>
                  </a:lnTo>
                  <a:lnTo>
                    <a:pt x="895337" y="821690"/>
                  </a:lnTo>
                  <a:lnTo>
                    <a:pt x="898715" y="826770"/>
                  </a:lnTo>
                  <a:lnTo>
                    <a:pt x="903414" y="820420"/>
                  </a:lnTo>
                  <a:lnTo>
                    <a:pt x="912888" y="807720"/>
                  </a:lnTo>
                  <a:lnTo>
                    <a:pt x="913180" y="805180"/>
                  </a:lnTo>
                  <a:lnTo>
                    <a:pt x="913955" y="806450"/>
                  </a:lnTo>
                  <a:lnTo>
                    <a:pt x="914095" y="805180"/>
                  </a:lnTo>
                  <a:lnTo>
                    <a:pt x="919911" y="797560"/>
                  </a:lnTo>
                  <a:lnTo>
                    <a:pt x="922426" y="793750"/>
                  </a:lnTo>
                  <a:lnTo>
                    <a:pt x="922426" y="789940"/>
                  </a:lnTo>
                  <a:lnTo>
                    <a:pt x="925576" y="789940"/>
                  </a:lnTo>
                  <a:lnTo>
                    <a:pt x="928014" y="786130"/>
                  </a:lnTo>
                  <a:lnTo>
                    <a:pt x="924077" y="781050"/>
                  </a:lnTo>
                  <a:lnTo>
                    <a:pt x="910285" y="789038"/>
                  </a:lnTo>
                  <a:lnTo>
                    <a:pt x="910285" y="797560"/>
                  </a:lnTo>
                  <a:lnTo>
                    <a:pt x="902804" y="805180"/>
                  </a:lnTo>
                  <a:lnTo>
                    <a:pt x="907046" y="814070"/>
                  </a:lnTo>
                  <a:lnTo>
                    <a:pt x="900811" y="821690"/>
                  </a:lnTo>
                  <a:lnTo>
                    <a:pt x="902804" y="814070"/>
                  </a:lnTo>
                  <a:lnTo>
                    <a:pt x="895324" y="805180"/>
                  </a:lnTo>
                  <a:lnTo>
                    <a:pt x="895718" y="805180"/>
                  </a:lnTo>
                  <a:lnTo>
                    <a:pt x="903363" y="797560"/>
                  </a:lnTo>
                  <a:lnTo>
                    <a:pt x="910285" y="797560"/>
                  </a:lnTo>
                  <a:lnTo>
                    <a:pt x="910285" y="789038"/>
                  </a:lnTo>
                  <a:lnTo>
                    <a:pt x="908710" y="789940"/>
                  </a:lnTo>
                  <a:lnTo>
                    <a:pt x="895261" y="781050"/>
                  </a:lnTo>
                  <a:lnTo>
                    <a:pt x="894283" y="773430"/>
                  </a:lnTo>
                  <a:lnTo>
                    <a:pt x="913828" y="781050"/>
                  </a:lnTo>
                  <a:lnTo>
                    <a:pt x="912279" y="773430"/>
                  </a:lnTo>
                  <a:lnTo>
                    <a:pt x="936155" y="764540"/>
                  </a:lnTo>
                  <a:lnTo>
                    <a:pt x="939507" y="764540"/>
                  </a:lnTo>
                  <a:lnTo>
                    <a:pt x="943483" y="756920"/>
                  </a:lnTo>
                  <a:lnTo>
                    <a:pt x="941412" y="756920"/>
                  </a:lnTo>
                  <a:lnTo>
                    <a:pt x="933170" y="749300"/>
                  </a:lnTo>
                  <a:lnTo>
                    <a:pt x="948004" y="749300"/>
                  </a:lnTo>
                  <a:lnTo>
                    <a:pt x="950810" y="742950"/>
                  </a:lnTo>
                  <a:lnTo>
                    <a:pt x="954659" y="732790"/>
                  </a:lnTo>
                  <a:lnTo>
                    <a:pt x="940739" y="732790"/>
                  </a:lnTo>
                  <a:lnTo>
                    <a:pt x="945591" y="723900"/>
                  </a:lnTo>
                  <a:lnTo>
                    <a:pt x="950442" y="716280"/>
                  </a:lnTo>
                  <a:lnTo>
                    <a:pt x="960386" y="716280"/>
                  </a:lnTo>
                  <a:lnTo>
                    <a:pt x="965720" y="701040"/>
                  </a:lnTo>
                  <a:lnTo>
                    <a:pt x="965911" y="699770"/>
                  </a:lnTo>
                  <a:lnTo>
                    <a:pt x="967879" y="688340"/>
                  </a:lnTo>
                  <a:lnTo>
                    <a:pt x="967879" y="683120"/>
                  </a:lnTo>
                  <a:lnTo>
                    <a:pt x="967879" y="675640"/>
                  </a:lnTo>
                  <a:lnTo>
                    <a:pt x="969987" y="675640"/>
                  </a:lnTo>
                  <a:lnTo>
                    <a:pt x="971346" y="666750"/>
                  </a:lnTo>
                  <a:lnTo>
                    <a:pt x="970610" y="666750"/>
                  </a:lnTo>
                  <a:lnTo>
                    <a:pt x="971867" y="664210"/>
                  </a:lnTo>
                  <a:lnTo>
                    <a:pt x="973645" y="654050"/>
                  </a:lnTo>
                  <a:lnTo>
                    <a:pt x="973772" y="648970"/>
                  </a:lnTo>
                  <a:lnTo>
                    <a:pt x="974102" y="635000"/>
                  </a:lnTo>
                  <a:lnTo>
                    <a:pt x="962367" y="635000"/>
                  </a:lnTo>
                  <a:lnTo>
                    <a:pt x="971600" y="626110"/>
                  </a:lnTo>
                  <a:lnTo>
                    <a:pt x="974242" y="628650"/>
                  </a:lnTo>
                  <a:lnTo>
                    <a:pt x="974305" y="626110"/>
                  </a:lnTo>
                  <a:lnTo>
                    <a:pt x="974940" y="60071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05053" y="1577974"/>
              <a:ext cx="848360" cy="1013460"/>
            </a:xfrm>
            <a:custGeom>
              <a:avLst/>
              <a:gdLst/>
              <a:ahLst/>
              <a:cxnLst/>
              <a:rect l="l" t="t" r="r" b="b"/>
              <a:pathLst>
                <a:path w="848359" h="1013460">
                  <a:moveTo>
                    <a:pt x="7264" y="462153"/>
                  </a:moveTo>
                  <a:lnTo>
                    <a:pt x="5816" y="461124"/>
                  </a:lnTo>
                  <a:lnTo>
                    <a:pt x="4267" y="460286"/>
                  </a:lnTo>
                  <a:lnTo>
                    <a:pt x="2616" y="459638"/>
                  </a:lnTo>
                  <a:lnTo>
                    <a:pt x="1892" y="459473"/>
                  </a:lnTo>
                  <a:lnTo>
                    <a:pt x="889" y="460463"/>
                  </a:lnTo>
                  <a:lnTo>
                    <a:pt x="0" y="460933"/>
                  </a:lnTo>
                  <a:lnTo>
                    <a:pt x="736" y="462051"/>
                  </a:lnTo>
                  <a:lnTo>
                    <a:pt x="1397" y="463981"/>
                  </a:lnTo>
                  <a:lnTo>
                    <a:pt x="3479" y="464261"/>
                  </a:lnTo>
                  <a:lnTo>
                    <a:pt x="4914" y="463143"/>
                  </a:lnTo>
                  <a:lnTo>
                    <a:pt x="7264" y="462153"/>
                  </a:lnTo>
                  <a:close/>
                </a:path>
                <a:path w="848359" h="1013460">
                  <a:moveTo>
                    <a:pt x="8597" y="627151"/>
                  </a:moveTo>
                  <a:lnTo>
                    <a:pt x="7899" y="625716"/>
                  </a:lnTo>
                  <a:lnTo>
                    <a:pt x="7061" y="624382"/>
                  </a:lnTo>
                  <a:lnTo>
                    <a:pt x="6070" y="623125"/>
                  </a:lnTo>
                  <a:lnTo>
                    <a:pt x="5829" y="622871"/>
                  </a:lnTo>
                  <a:lnTo>
                    <a:pt x="4406" y="623773"/>
                  </a:lnTo>
                  <a:lnTo>
                    <a:pt x="3517" y="624154"/>
                  </a:lnTo>
                  <a:lnTo>
                    <a:pt x="3898" y="625157"/>
                  </a:lnTo>
                  <a:lnTo>
                    <a:pt x="4445" y="626059"/>
                  </a:lnTo>
                  <a:lnTo>
                    <a:pt x="5143" y="626872"/>
                  </a:lnTo>
                  <a:lnTo>
                    <a:pt x="5715" y="627316"/>
                  </a:lnTo>
                  <a:lnTo>
                    <a:pt x="6870" y="627049"/>
                  </a:lnTo>
                  <a:lnTo>
                    <a:pt x="8597" y="627151"/>
                  </a:lnTo>
                  <a:close/>
                </a:path>
                <a:path w="848359" h="1013460">
                  <a:moveTo>
                    <a:pt x="11620" y="469290"/>
                  </a:moveTo>
                  <a:lnTo>
                    <a:pt x="11404" y="467309"/>
                  </a:lnTo>
                  <a:lnTo>
                    <a:pt x="10210" y="467741"/>
                  </a:lnTo>
                  <a:lnTo>
                    <a:pt x="10248" y="468160"/>
                  </a:lnTo>
                  <a:lnTo>
                    <a:pt x="10071" y="468668"/>
                  </a:lnTo>
                  <a:lnTo>
                    <a:pt x="10629" y="469214"/>
                  </a:lnTo>
                  <a:lnTo>
                    <a:pt x="11188" y="469188"/>
                  </a:lnTo>
                  <a:lnTo>
                    <a:pt x="11620" y="469290"/>
                  </a:lnTo>
                  <a:close/>
                </a:path>
                <a:path w="848359" h="1013460">
                  <a:moveTo>
                    <a:pt x="20345" y="327126"/>
                  </a:moveTo>
                  <a:lnTo>
                    <a:pt x="20269" y="326377"/>
                  </a:lnTo>
                  <a:lnTo>
                    <a:pt x="20218" y="325653"/>
                  </a:lnTo>
                  <a:lnTo>
                    <a:pt x="20154" y="324942"/>
                  </a:lnTo>
                  <a:lnTo>
                    <a:pt x="20256" y="327444"/>
                  </a:lnTo>
                  <a:lnTo>
                    <a:pt x="20345" y="327126"/>
                  </a:lnTo>
                  <a:close/>
                </a:path>
                <a:path w="848359" h="1013460">
                  <a:moveTo>
                    <a:pt x="21056" y="642277"/>
                  </a:moveTo>
                  <a:lnTo>
                    <a:pt x="19278" y="642988"/>
                  </a:lnTo>
                  <a:lnTo>
                    <a:pt x="20472" y="643534"/>
                  </a:lnTo>
                  <a:lnTo>
                    <a:pt x="21056" y="642277"/>
                  </a:lnTo>
                  <a:close/>
                </a:path>
                <a:path w="848359" h="1013460">
                  <a:moveTo>
                    <a:pt x="55803" y="561111"/>
                  </a:moveTo>
                  <a:lnTo>
                    <a:pt x="53505" y="559409"/>
                  </a:lnTo>
                  <a:lnTo>
                    <a:pt x="53174" y="559727"/>
                  </a:lnTo>
                  <a:lnTo>
                    <a:pt x="55803" y="561111"/>
                  </a:lnTo>
                  <a:close/>
                </a:path>
                <a:path w="848359" h="1013460">
                  <a:moveTo>
                    <a:pt x="59651" y="617423"/>
                  </a:moveTo>
                  <a:lnTo>
                    <a:pt x="59347" y="617308"/>
                  </a:lnTo>
                  <a:lnTo>
                    <a:pt x="59651" y="617423"/>
                  </a:lnTo>
                  <a:close/>
                </a:path>
                <a:path w="848359" h="1013460">
                  <a:moveTo>
                    <a:pt x="63931" y="300913"/>
                  </a:moveTo>
                  <a:lnTo>
                    <a:pt x="59715" y="299148"/>
                  </a:lnTo>
                  <a:lnTo>
                    <a:pt x="59270" y="300913"/>
                  </a:lnTo>
                  <a:lnTo>
                    <a:pt x="63931" y="300913"/>
                  </a:lnTo>
                  <a:close/>
                </a:path>
                <a:path w="848359" h="1013460">
                  <a:moveTo>
                    <a:pt x="64973" y="300913"/>
                  </a:moveTo>
                  <a:lnTo>
                    <a:pt x="63931" y="300913"/>
                  </a:lnTo>
                  <a:lnTo>
                    <a:pt x="64604" y="301193"/>
                  </a:lnTo>
                  <a:lnTo>
                    <a:pt x="64973" y="300913"/>
                  </a:lnTo>
                  <a:close/>
                </a:path>
                <a:path w="848359" h="1013460">
                  <a:moveTo>
                    <a:pt x="68122" y="280593"/>
                  </a:moveTo>
                  <a:lnTo>
                    <a:pt x="66294" y="280238"/>
                  </a:lnTo>
                  <a:lnTo>
                    <a:pt x="65239" y="279857"/>
                  </a:lnTo>
                  <a:lnTo>
                    <a:pt x="66535" y="280339"/>
                  </a:lnTo>
                  <a:lnTo>
                    <a:pt x="67856" y="280809"/>
                  </a:lnTo>
                  <a:lnTo>
                    <a:pt x="68122" y="280593"/>
                  </a:lnTo>
                  <a:close/>
                </a:path>
                <a:path w="848359" h="1013460">
                  <a:moveTo>
                    <a:pt x="79286" y="490194"/>
                  </a:moveTo>
                  <a:lnTo>
                    <a:pt x="78600" y="489610"/>
                  </a:lnTo>
                  <a:lnTo>
                    <a:pt x="77889" y="489064"/>
                  </a:lnTo>
                  <a:lnTo>
                    <a:pt x="77050" y="488505"/>
                  </a:lnTo>
                  <a:lnTo>
                    <a:pt x="76517" y="489178"/>
                  </a:lnTo>
                  <a:lnTo>
                    <a:pt x="76187" y="489496"/>
                  </a:lnTo>
                  <a:lnTo>
                    <a:pt x="78346" y="491312"/>
                  </a:lnTo>
                  <a:lnTo>
                    <a:pt x="79286" y="490194"/>
                  </a:lnTo>
                  <a:close/>
                </a:path>
                <a:path w="848359" h="1013460">
                  <a:moveTo>
                    <a:pt x="79298" y="606298"/>
                  </a:moveTo>
                  <a:lnTo>
                    <a:pt x="79209" y="605866"/>
                  </a:lnTo>
                  <a:lnTo>
                    <a:pt x="79260" y="605256"/>
                  </a:lnTo>
                  <a:lnTo>
                    <a:pt x="79006" y="605066"/>
                  </a:lnTo>
                  <a:lnTo>
                    <a:pt x="78536" y="604850"/>
                  </a:lnTo>
                  <a:lnTo>
                    <a:pt x="78041" y="604735"/>
                  </a:lnTo>
                  <a:lnTo>
                    <a:pt x="77520" y="604723"/>
                  </a:lnTo>
                  <a:lnTo>
                    <a:pt x="77901" y="606831"/>
                  </a:lnTo>
                  <a:lnTo>
                    <a:pt x="79298" y="606298"/>
                  </a:lnTo>
                  <a:close/>
                </a:path>
                <a:path w="848359" h="1013460">
                  <a:moveTo>
                    <a:pt x="79870" y="776046"/>
                  </a:moveTo>
                  <a:lnTo>
                    <a:pt x="79006" y="775754"/>
                  </a:lnTo>
                  <a:lnTo>
                    <a:pt x="77901" y="775004"/>
                  </a:lnTo>
                  <a:lnTo>
                    <a:pt x="77368" y="775322"/>
                  </a:lnTo>
                  <a:lnTo>
                    <a:pt x="76555" y="775716"/>
                  </a:lnTo>
                  <a:lnTo>
                    <a:pt x="76263" y="776960"/>
                  </a:lnTo>
                  <a:lnTo>
                    <a:pt x="75742" y="777773"/>
                  </a:lnTo>
                  <a:lnTo>
                    <a:pt x="76657" y="778052"/>
                  </a:lnTo>
                  <a:lnTo>
                    <a:pt x="77749" y="778802"/>
                  </a:lnTo>
                  <a:lnTo>
                    <a:pt x="79133" y="778179"/>
                  </a:lnTo>
                  <a:lnTo>
                    <a:pt x="79413" y="776871"/>
                  </a:lnTo>
                  <a:lnTo>
                    <a:pt x="79870" y="776046"/>
                  </a:lnTo>
                  <a:close/>
                </a:path>
                <a:path w="848359" h="1013460">
                  <a:moveTo>
                    <a:pt x="81457" y="520065"/>
                  </a:moveTo>
                  <a:lnTo>
                    <a:pt x="81140" y="519798"/>
                  </a:lnTo>
                  <a:lnTo>
                    <a:pt x="80848" y="519303"/>
                  </a:lnTo>
                  <a:lnTo>
                    <a:pt x="80111" y="519188"/>
                  </a:lnTo>
                  <a:lnTo>
                    <a:pt x="79692" y="519569"/>
                  </a:lnTo>
                  <a:lnTo>
                    <a:pt x="79298" y="519747"/>
                  </a:lnTo>
                  <a:lnTo>
                    <a:pt x="80264" y="520649"/>
                  </a:lnTo>
                  <a:lnTo>
                    <a:pt x="81457" y="520065"/>
                  </a:lnTo>
                  <a:close/>
                </a:path>
                <a:path w="848359" h="1013460">
                  <a:moveTo>
                    <a:pt x="82994" y="791819"/>
                  </a:moveTo>
                  <a:lnTo>
                    <a:pt x="82715" y="791273"/>
                  </a:lnTo>
                  <a:lnTo>
                    <a:pt x="82600" y="790930"/>
                  </a:lnTo>
                  <a:lnTo>
                    <a:pt x="82207" y="790994"/>
                  </a:lnTo>
                  <a:lnTo>
                    <a:pt x="81838" y="791133"/>
                  </a:lnTo>
                  <a:lnTo>
                    <a:pt x="81381" y="791451"/>
                  </a:lnTo>
                  <a:lnTo>
                    <a:pt x="81648" y="792264"/>
                  </a:lnTo>
                  <a:lnTo>
                    <a:pt x="81775" y="792264"/>
                  </a:lnTo>
                  <a:lnTo>
                    <a:pt x="82181" y="792289"/>
                  </a:lnTo>
                  <a:lnTo>
                    <a:pt x="82550" y="792175"/>
                  </a:lnTo>
                  <a:lnTo>
                    <a:pt x="82994" y="791819"/>
                  </a:lnTo>
                  <a:close/>
                </a:path>
                <a:path w="848359" h="1013460">
                  <a:moveTo>
                    <a:pt x="91516" y="436473"/>
                  </a:moveTo>
                  <a:lnTo>
                    <a:pt x="88912" y="436232"/>
                  </a:lnTo>
                  <a:lnTo>
                    <a:pt x="85255" y="433959"/>
                  </a:lnTo>
                  <a:lnTo>
                    <a:pt x="84213" y="439089"/>
                  </a:lnTo>
                  <a:lnTo>
                    <a:pt x="84150" y="439737"/>
                  </a:lnTo>
                  <a:lnTo>
                    <a:pt x="84366" y="440220"/>
                  </a:lnTo>
                  <a:lnTo>
                    <a:pt x="84848" y="440588"/>
                  </a:lnTo>
                  <a:lnTo>
                    <a:pt x="89395" y="442747"/>
                  </a:lnTo>
                  <a:lnTo>
                    <a:pt x="90258" y="439089"/>
                  </a:lnTo>
                  <a:lnTo>
                    <a:pt x="91516" y="436473"/>
                  </a:lnTo>
                  <a:close/>
                </a:path>
                <a:path w="848359" h="1013460">
                  <a:moveTo>
                    <a:pt x="91846" y="436473"/>
                  </a:moveTo>
                  <a:lnTo>
                    <a:pt x="91630" y="436232"/>
                  </a:lnTo>
                  <a:lnTo>
                    <a:pt x="91516" y="436473"/>
                  </a:lnTo>
                  <a:lnTo>
                    <a:pt x="91846" y="436473"/>
                  </a:lnTo>
                  <a:close/>
                </a:path>
                <a:path w="848359" h="1013460">
                  <a:moveTo>
                    <a:pt x="94500" y="761834"/>
                  </a:moveTo>
                  <a:lnTo>
                    <a:pt x="94437" y="758952"/>
                  </a:lnTo>
                  <a:lnTo>
                    <a:pt x="93332" y="759510"/>
                  </a:lnTo>
                  <a:lnTo>
                    <a:pt x="92024" y="760361"/>
                  </a:lnTo>
                  <a:lnTo>
                    <a:pt x="90805" y="761352"/>
                  </a:lnTo>
                  <a:lnTo>
                    <a:pt x="90297" y="761834"/>
                  </a:lnTo>
                  <a:lnTo>
                    <a:pt x="90589" y="763041"/>
                  </a:lnTo>
                  <a:lnTo>
                    <a:pt x="90563" y="763778"/>
                  </a:lnTo>
                  <a:lnTo>
                    <a:pt x="93853" y="763778"/>
                  </a:lnTo>
                  <a:lnTo>
                    <a:pt x="94208" y="763041"/>
                  </a:lnTo>
                  <a:lnTo>
                    <a:pt x="94500" y="761834"/>
                  </a:lnTo>
                  <a:close/>
                </a:path>
                <a:path w="848359" h="1013460">
                  <a:moveTo>
                    <a:pt x="94742" y="758799"/>
                  </a:moveTo>
                  <a:lnTo>
                    <a:pt x="94348" y="758444"/>
                  </a:lnTo>
                  <a:lnTo>
                    <a:pt x="94399" y="758799"/>
                  </a:lnTo>
                  <a:lnTo>
                    <a:pt x="94742" y="758799"/>
                  </a:lnTo>
                  <a:close/>
                </a:path>
                <a:path w="848359" h="1013460">
                  <a:moveTo>
                    <a:pt x="96342" y="664743"/>
                  </a:moveTo>
                  <a:lnTo>
                    <a:pt x="95707" y="664070"/>
                  </a:lnTo>
                  <a:lnTo>
                    <a:pt x="94818" y="662698"/>
                  </a:lnTo>
                  <a:lnTo>
                    <a:pt x="94500" y="662825"/>
                  </a:lnTo>
                  <a:lnTo>
                    <a:pt x="93421" y="663397"/>
                  </a:lnTo>
                  <a:lnTo>
                    <a:pt x="92430" y="664108"/>
                  </a:lnTo>
                  <a:lnTo>
                    <a:pt x="91528" y="664946"/>
                  </a:lnTo>
                  <a:lnTo>
                    <a:pt x="93980" y="666496"/>
                  </a:lnTo>
                  <a:lnTo>
                    <a:pt x="96342" y="664743"/>
                  </a:lnTo>
                  <a:close/>
                </a:path>
                <a:path w="848359" h="1013460">
                  <a:moveTo>
                    <a:pt x="102082" y="655726"/>
                  </a:moveTo>
                  <a:lnTo>
                    <a:pt x="101587" y="655726"/>
                  </a:lnTo>
                  <a:lnTo>
                    <a:pt x="101727" y="656043"/>
                  </a:lnTo>
                  <a:lnTo>
                    <a:pt x="102082" y="655726"/>
                  </a:lnTo>
                  <a:close/>
                </a:path>
                <a:path w="848359" h="1013460">
                  <a:moveTo>
                    <a:pt x="103047" y="804303"/>
                  </a:moveTo>
                  <a:lnTo>
                    <a:pt x="102793" y="803148"/>
                  </a:lnTo>
                  <a:lnTo>
                    <a:pt x="101828" y="804125"/>
                  </a:lnTo>
                  <a:lnTo>
                    <a:pt x="103047" y="804303"/>
                  </a:lnTo>
                  <a:close/>
                </a:path>
                <a:path w="848359" h="1013460">
                  <a:moveTo>
                    <a:pt x="111912" y="655726"/>
                  </a:moveTo>
                  <a:lnTo>
                    <a:pt x="108699" y="652221"/>
                  </a:lnTo>
                  <a:lnTo>
                    <a:pt x="105194" y="652995"/>
                  </a:lnTo>
                  <a:lnTo>
                    <a:pt x="102082" y="655726"/>
                  </a:lnTo>
                  <a:lnTo>
                    <a:pt x="111912" y="655726"/>
                  </a:lnTo>
                  <a:close/>
                </a:path>
                <a:path w="848359" h="1013460">
                  <a:moveTo>
                    <a:pt x="112433" y="655726"/>
                  </a:moveTo>
                  <a:lnTo>
                    <a:pt x="111912" y="655726"/>
                  </a:lnTo>
                  <a:lnTo>
                    <a:pt x="112191" y="656043"/>
                  </a:lnTo>
                  <a:lnTo>
                    <a:pt x="112433" y="655726"/>
                  </a:lnTo>
                  <a:close/>
                </a:path>
                <a:path w="848359" h="1013460">
                  <a:moveTo>
                    <a:pt x="113474" y="314109"/>
                  </a:moveTo>
                  <a:lnTo>
                    <a:pt x="111467" y="313880"/>
                  </a:lnTo>
                  <a:lnTo>
                    <a:pt x="112382" y="314706"/>
                  </a:lnTo>
                  <a:lnTo>
                    <a:pt x="113474" y="314109"/>
                  </a:lnTo>
                  <a:close/>
                </a:path>
                <a:path w="848359" h="1013460">
                  <a:moveTo>
                    <a:pt x="117233" y="341579"/>
                  </a:moveTo>
                  <a:lnTo>
                    <a:pt x="114896" y="338785"/>
                  </a:lnTo>
                  <a:lnTo>
                    <a:pt x="113969" y="338429"/>
                  </a:lnTo>
                  <a:lnTo>
                    <a:pt x="113804" y="338582"/>
                  </a:lnTo>
                  <a:lnTo>
                    <a:pt x="112242" y="339712"/>
                  </a:lnTo>
                  <a:lnTo>
                    <a:pt x="110947" y="341083"/>
                  </a:lnTo>
                  <a:lnTo>
                    <a:pt x="109918" y="342709"/>
                  </a:lnTo>
                  <a:lnTo>
                    <a:pt x="109308" y="344017"/>
                  </a:lnTo>
                  <a:lnTo>
                    <a:pt x="110007" y="345871"/>
                  </a:lnTo>
                  <a:lnTo>
                    <a:pt x="110109" y="347408"/>
                  </a:lnTo>
                  <a:lnTo>
                    <a:pt x="111213" y="346506"/>
                  </a:lnTo>
                  <a:lnTo>
                    <a:pt x="112407" y="345440"/>
                  </a:lnTo>
                  <a:lnTo>
                    <a:pt x="115341" y="342963"/>
                  </a:lnTo>
                  <a:lnTo>
                    <a:pt x="117233" y="341579"/>
                  </a:lnTo>
                  <a:close/>
                </a:path>
                <a:path w="848359" h="1013460">
                  <a:moveTo>
                    <a:pt x="118402" y="266420"/>
                  </a:moveTo>
                  <a:lnTo>
                    <a:pt x="118300" y="266166"/>
                  </a:lnTo>
                  <a:lnTo>
                    <a:pt x="118262" y="266026"/>
                  </a:lnTo>
                  <a:lnTo>
                    <a:pt x="117589" y="270268"/>
                  </a:lnTo>
                  <a:lnTo>
                    <a:pt x="118402" y="266420"/>
                  </a:lnTo>
                  <a:close/>
                </a:path>
                <a:path w="848359" h="1013460">
                  <a:moveTo>
                    <a:pt x="125425" y="317995"/>
                  </a:moveTo>
                  <a:lnTo>
                    <a:pt x="124663" y="317157"/>
                  </a:lnTo>
                  <a:lnTo>
                    <a:pt x="124371" y="316941"/>
                  </a:lnTo>
                  <a:lnTo>
                    <a:pt x="122707" y="317157"/>
                  </a:lnTo>
                  <a:lnTo>
                    <a:pt x="125425" y="317995"/>
                  </a:lnTo>
                  <a:close/>
                </a:path>
                <a:path w="848359" h="1013460">
                  <a:moveTo>
                    <a:pt x="126733" y="319138"/>
                  </a:moveTo>
                  <a:lnTo>
                    <a:pt x="126631" y="318706"/>
                  </a:lnTo>
                  <a:lnTo>
                    <a:pt x="126542" y="318312"/>
                  </a:lnTo>
                  <a:lnTo>
                    <a:pt x="126199" y="318706"/>
                  </a:lnTo>
                  <a:lnTo>
                    <a:pt x="126733" y="319138"/>
                  </a:lnTo>
                  <a:close/>
                </a:path>
                <a:path w="848359" h="1013460">
                  <a:moveTo>
                    <a:pt x="129044" y="295059"/>
                  </a:moveTo>
                  <a:lnTo>
                    <a:pt x="127609" y="293687"/>
                  </a:lnTo>
                  <a:lnTo>
                    <a:pt x="127431" y="294170"/>
                  </a:lnTo>
                  <a:lnTo>
                    <a:pt x="127063" y="294665"/>
                  </a:lnTo>
                  <a:lnTo>
                    <a:pt x="127177" y="295287"/>
                  </a:lnTo>
                  <a:lnTo>
                    <a:pt x="127660" y="295567"/>
                  </a:lnTo>
                  <a:lnTo>
                    <a:pt x="127939" y="295859"/>
                  </a:lnTo>
                  <a:lnTo>
                    <a:pt x="129044" y="295059"/>
                  </a:lnTo>
                  <a:close/>
                </a:path>
                <a:path w="848359" h="1013460">
                  <a:moveTo>
                    <a:pt x="132803" y="324015"/>
                  </a:moveTo>
                  <a:lnTo>
                    <a:pt x="126733" y="319138"/>
                  </a:lnTo>
                  <a:lnTo>
                    <a:pt x="127190" y="321132"/>
                  </a:lnTo>
                  <a:lnTo>
                    <a:pt x="126276" y="325221"/>
                  </a:lnTo>
                  <a:lnTo>
                    <a:pt x="132803" y="324015"/>
                  </a:lnTo>
                  <a:close/>
                </a:path>
                <a:path w="848359" h="1013460">
                  <a:moveTo>
                    <a:pt x="135724" y="127469"/>
                  </a:moveTo>
                  <a:lnTo>
                    <a:pt x="135648" y="124955"/>
                  </a:lnTo>
                  <a:lnTo>
                    <a:pt x="135559" y="122974"/>
                  </a:lnTo>
                  <a:lnTo>
                    <a:pt x="134823" y="123736"/>
                  </a:lnTo>
                  <a:lnTo>
                    <a:pt x="133819" y="124955"/>
                  </a:lnTo>
                  <a:lnTo>
                    <a:pt x="132765" y="126428"/>
                  </a:lnTo>
                  <a:lnTo>
                    <a:pt x="134683" y="128155"/>
                  </a:lnTo>
                  <a:lnTo>
                    <a:pt x="135724" y="127469"/>
                  </a:lnTo>
                  <a:close/>
                </a:path>
                <a:path w="848359" h="1013460">
                  <a:moveTo>
                    <a:pt x="142455" y="233248"/>
                  </a:moveTo>
                  <a:lnTo>
                    <a:pt x="139598" y="235673"/>
                  </a:lnTo>
                  <a:lnTo>
                    <a:pt x="141884" y="236982"/>
                  </a:lnTo>
                  <a:lnTo>
                    <a:pt x="142455" y="233248"/>
                  </a:lnTo>
                  <a:close/>
                </a:path>
                <a:path w="848359" h="1013460">
                  <a:moveTo>
                    <a:pt x="145745" y="131457"/>
                  </a:moveTo>
                  <a:lnTo>
                    <a:pt x="144564" y="129324"/>
                  </a:lnTo>
                  <a:lnTo>
                    <a:pt x="143662" y="127330"/>
                  </a:lnTo>
                  <a:lnTo>
                    <a:pt x="143344" y="126860"/>
                  </a:lnTo>
                  <a:lnTo>
                    <a:pt x="142963" y="126352"/>
                  </a:lnTo>
                  <a:lnTo>
                    <a:pt x="138861" y="127508"/>
                  </a:lnTo>
                  <a:lnTo>
                    <a:pt x="139814" y="130073"/>
                  </a:lnTo>
                  <a:lnTo>
                    <a:pt x="141312" y="132664"/>
                  </a:lnTo>
                  <a:lnTo>
                    <a:pt x="141782" y="133007"/>
                  </a:lnTo>
                  <a:lnTo>
                    <a:pt x="142506" y="133007"/>
                  </a:lnTo>
                  <a:lnTo>
                    <a:pt x="142836" y="132892"/>
                  </a:lnTo>
                  <a:lnTo>
                    <a:pt x="145745" y="131457"/>
                  </a:lnTo>
                  <a:close/>
                </a:path>
                <a:path w="848359" h="1013460">
                  <a:moveTo>
                    <a:pt x="147408" y="850404"/>
                  </a:moveTo>
                  <a:lnTo>
                    <a:pt x="146405" y="849807"/>
                  </a:lnTo>
                  <a:lnTo>
                    <a:pt x="146291" y="850798"/>
                  </a:lnTo>
                  <a:lnTo>
                    <a:pt x="147408" y="850404"/>
                  </a:lnTo>
                  <a:close/>
                </a:path>
                <a:path w="848359" h="1013460">
                  <a:moveTo>
                    <a:pt x="151130" y="861250"/>
                  </a:moveTo>
                  <a:lnTo>
                    <a:pt x="148742" y="861250"/>
                  </a:lnTo>
                  <a:lnTo>
                    <a:pt x="149910" y="861390"/>
                  </a:lnTo>
                  <a:lnTo>
                    <a:pt x="150761" y="861466"/>
                  </a:lnTo>
                  <a:lnTo>
                    <a:pt x="151130" y="861250"/>
                  </a:lnTo>
                  <a:close/>
                </a:path>
                <a:path w="848359" h="1013460">
                  <a:moveTo>
                    <a:pt x="158178" y="858443"/>
                  </a:moveTo>
                  <a:lnTo>
                    <a:pt x="157924" y="857973"/>
                  </a:lnTo>
                  <a:lnTo>
                    <a:pt x="157772" y="857262"/>
                  </a:lnTo>
                  <a:lnTo>
                    <a:pt x="157099" y="856919"/>
                  </a:lnTo>
                  <a:lnTo>
                    <a:pt x="156489" y="857288"/>
                  </a:lnTo>
                  <a:lnTo>
                    <a:pt x="156006" y="857415"/>
                  </a:lnTo>
                  <a:lnTo>
                    <a:pt x="156248" y="857910"/>
                  </a:lnTo>
                  <a:lnTo>
                    <a:pt x="156438" y="858558"/>
                  </a:lnTo>
                  <a:lnTo>
                    <a:pt x="157099" y="858888"/>
                  </a:lnTo>
                  <a:lnTo>
                    <a:pt x="157695" y="858558"/>
                  </a:lnTo>
                  <a:lnTo>
                    <a:pt x="158178" y="858443"/>
                  </a:lnTo>
                  <a:close/>
                </a:path>
                <a:path w="848359" h="1013460">
                  <a:moveTo>
                    <a:pt x="170421" y="156718"/>
                  </a:moveTo>
                  <a:lnTo>
                    <a:pt x="169875" y="156718"/>
                  </a:lnTo>
                  <a:lnTo>
                    <a:pt x="170141" y="157010"/>
                  </a:lnTo>
                  <a:lnTo>
                    <a:pt x="170421" y="156718"/>
                  </a:lnTo>
                  <a:close/>
                </a:path>
                <a:path w="848359" h="1013460">
                  <a:moveTo>
                    <a:pt x="181203" y="156718"/>
                  </a:moveTo>
                  <a:lnTo>
                    <a:pt x="175742" y="152501"/>
                  </a:lnTo>
                  <a:lnTo>
                    <a:pt x="172885" y="154216"/>
                  </a:lnTo>
                  <a:lnTo>
                    <a:pt x="170421" y="156718"/>
                  </a:lnTo>
                  <a:lnTo>
                    <a:pt x="181203" y="156718"/>
                  </a:lnTo>
                  <a:close/>
                </a:path>
                <a:path w="848359" h="1013460">
                  <a:moveTo>
                    <a:pt x="190931" y="913257"/>
                  </a:moveTo>
                  <a:lnTo>
                    <a:pt x="188569" y="910145"/>
                  </a:lnTo>
                  <a:lnTo>
                    <a:pt x="188010" y="910958"/>
                  </a:lnTo>
                  <a:lnTo>
                    <a:pt x="186817" y="911999"/>
                  </a:lnTo>
                  <a:lnTo>
                    <a:pt x="187020" y="912507"/>
                  </a:lnTo>
                  <a:lnTo>
                    <a:pt x="187680" y="913726"/>
                  </a:lnTo>
                  <a:lnTo>
                    <a:pt x="188506" y="914831"/>
                  </a:lnTo>
                  <a:lnTo>
                    <a:pt x="189496" y="915822"/>
                  </a:lnTo>
                  <a:lnTo>
                    <a:pt x="190931" y="913257"/>
                  </a:lnTo>
                  <a:close/>
                </a:path>
                <a:path w="848359" h="1013460">
                  <a:moveTo>
                    <a:pt x="200672" y="200647"/>
                  </a:moveTo>
                  <a:lnTo>
                    <a:pt x="200583" y="201523"/>
                  </a:lnTo>
                  <a:lnTo>
                    <a:pt x="200520" y="202399"/>
                  </a:lnTo>
                  <a:lnTo>
                    <a:pt x="200418" y="203314"/>
                  </a:lnTo>
                  <a:lnTo>
                    <a:pt x="200494" y="203123"/>
                  </a:lnTo>
                  <a:lnTo>
                    <a:pt x="200583" y="202222"/>
                  </a:lnTo>
                  <a:lnTo>
                    <a:pt x="200672" y="200647"/>
                  </a:lnTo>
                  <a:close/>
                </a:path>
                <a:path w="848359" h="1013460">
                  <a:moveTo>
                    <a:pt x="210870" y="73012"/>
                  </a:moveTo>
                  <a:lnTo>
                    <a:pt x="210439" y="72517"/>
                  </a:lnTo>
                  <a:lnTo>
                    <a:pt x="210210" y="72034"/>
                  </a:lnTo>
                  <a:lnTo>
                    <a:pt x="209969" y="74739"/>
                  </a:lnTo>
                  <a:lnTo>
                    <a:pt x="210286" y="74295"/>
                  </a:lnTo>
                  <a:lnTo>
                    <a:pt x="210807" y="73939"/>
                  </a:lnTo>
                  <a:lnTo>
                    <a:pt x="210870" y="73012"/>
                  </a:lnTo>
                  <a:close/>
                </a:path>
                <a:path w="848359" h="1013460">
                  <a:moveTo>
                    <a:pt x="218008" y="87147"/>
                  </a:moveTo>
                  <a:lnTo>
                    <a:pt x="217068" y="85864"/>
                  </a:lnTo>
                  <a:lnTo>
                    <a:pt x="216115" y="84213"/>
                  </a:lnTo>
                  <a:lnTo>
                    <a:pt x="214515" y="84836"/>
                  </a:lnTo>
                  <a:lnTo>
                    <a:pt x="213360" y="85636"/>
                  </a:lnTo>
                  <a:lnTo>
                    <a:pt x="212382" y="86702"/>
                  </a:lnTo>
                  <a:lnTo>
                    <a:pt x="212191" y="86956"/>
                  </a:lnTo>
                  <a:lnTo>
                    <a:pt x="213601" y="89281"/>
                  </a:lnTo>
                  <a:lnTo>
                    <a:pt x="213829" y="89204"/>
                  </a:lnTo>
                  <a:lnTo>
                    <a:pt x="215277" y="88646"/>
                  </a:lnTo>
                  <a:lnTo>
                    <a:pt x="216674" y="87960"/>
                  </a:lnTo>
                  <a:lnTo>
                    <a:pt x="218008" y="87147"/>
                  </a:lnTo>
                  <a:close/>
                </a:path>
                <a:path w="848359" h="1013460">
                  <a:moveTo>
                    <a:pt x="246849" y="938733"/>
                  </a:moveTo>
                  <a:lnTo>
                    <a:pt x="245389" y="939190"/>
                  </a:lnTo>
                  <a:lnTo>
                    <a:pt x="246634" y="940003"/>
                  </a:lnTo>
                  <a:lnTo>
                    <a:pt x="246849" y="938733"/>
                  </a:lnTo>
                  <a:close/>
                </a:path>
                <a:path w="848359" h="1013460">
                  <a:moveTo>
                    <a:pt x="262229" y="114046"/>
                  </a:moveTo>
                  <a:lnTo>
                    <a:pt x="261962" y="112801"/>
                  </a:lnTo>
                  <a:lnTo>
                    <a:pt x="261213" y="113766"/>
                  </a:lnTo>
                  <a:lnTo>
                    <a:pt x="262229" y="114046"/>
                  </a:lnTo>
                  <a:close/>
                </a:path>
                <a:path w="848359" h="1013460">
                  <a:moveTo>
                    <a:pt x="267335" y="956589"/>
                  </a:moveTo>
                  <a:lnTo>
                    <a:pt x="266890" y="955497"/>
                  </a:lnTo>
                  <a:lnTo>
                    <a:pt x="266357" y="954455"/>
                  </a:lnTo>
                  <a:lnTo>
                    <a:pt x="265747" y="953439"/>
                  </a:lnTo>
                  <a:lnTo>
                    <a:pt x="264299" y="953985"/>
                  </a:lnTo>
                  <a:lnTo>
                    <a:pt x="262890" y="954633"/>
                  </a:lnTo>
                  <a:lnTo>
                    <a:pt x="261531" y="955370"/>
                  </a:lnTo>
                  <a:lnTo>
                    <a:pt x="262242" y="956475"/>
                  </a:lnTo>
                  <a:lnTo>
                    <a:pt x="262915" y="958494"/>
                  </a:lnTo>
                  <a:lnTo>
                    <a:pt x="263690" y="958494"/>
                  </a:lnTo>
                  <a:lnTo>
                    <a:pt x="264883" y="958545"/>
                  </a:lnTo>
                  <a:lnTo>
                    <a:pt x="266141" y="957275"/>
                  </a:lnTo>
                  <a:lnTo>
                    <a:pt x="267335" y="956589"/>
                  </a:lnTo>
                  <a:close/>
                </a:path>
                <a:path w="848359" h="1013460">
                  <a:moveTo>
                    <a:pt x="322148" y="985469"/>
                  </a:moveTo>
                  <a:lnTo>
                    <a:pt x="322097" y="986078"/>
                  </a:lnTo>
                  <a:lnTo>
                    <a:pt x="322122" y="985799"/>
                  </a:lnTo>
                  <a:lnTo>
                    <a:pt x="322148" y="985469"/>
                  </a:lnTo>
                  <a:close/>
                </a:path>
                <a:path w="848359" h="1013460">
                  <a:moveTo>
                    <a:pt x="325488" y="989647"/>
                  </a:moveTo>
                  <a:lnTo>
                    <a:pt x="324624" y="987526"/>
                  </a:lnTo>
                  <a:lnTo>
                    <a:pt x="322935" y="986764"/>
                  </a:lnTo>
                  <a:lnTo>
                    <a:pt x="322097" y="986078"/>
                  </a:lnTo>
                  <a:lnTo>
                    <a:pt x="322148" y="990168"/>
                  </a:lnTo>
                  <a:lnTo>
                    <a:pt x="322275" y="990981"/>
                  </a:lnTo>
                  <a:lnTo>
                    <a:pt x="323151" y="991666"/>
                  </a:lnTo>
                  <a:lnTo>
                    <a:pt x="323697" y="992416"/>
                  </a:lnTo>
                  <a:lnTo>
                    <a:pt x="324243" y="991209"/>
                  </a:lnTo>
                  <a:lnTo>
                    <a:pt x="325488" y="989647"/>
                  </a:lnTo>
                  <a:close/>
                </a:path>
                <a:path w="848359" h="1013460">
                  <a:moveTo>
                    <a:pt x="339636" y="29933"/>
                  </a:moveTo>
                  <a:lnTo>
                    <a:pt x="339051" y="30429"/>
                  </a:lnTo>
                  <a:lnTo>
                    <a:pt x="339458" y="30429"/>
                  </a:lnTo>
                  <a:lnTo>
                    <a:pt x="339356" y="30759"/>
                  </a:lnTo>
                  <a:lnTo>
                    <a:pt x="339471" y="30429"/>
                  </a:lnTo>
                  <a:lnTo>
                    <a:pt x="339636" y="29933"/>
                  </a:lnTo>
                  <a:close/>
                </a:path>
                <a:path w="848359" h="1013460">
                  <a:moveTo>
                    <a:pt x="342595" y="57353"/>
                  </a:moveTo>
                  <a:lnTo>
                    <a:pt x="342049" y="57353"/>
                  </a:lnTo>
                  <a:lnTo>
                    <a:pt x="342493" y="57785"/>
                  </a:lnTo>
                  <a:lnTo>
                    <a:pt x="342595" y="57353"/>
                  </a:lnTo>
                  <a:close/>
                </a:path>
                <a:path w="848359" h="1013460">
                  <a:moveTo>
                    <a:pt x="342988" y="27101"/>
                  </a:moveTo>
                  <a:lnTo>
                    <a:pt x="342734" y="20878"/>
                  </a:lnTo>
                  <a:lnTo>
                    <a:pt x="339636" y="29933"/>
                  </a:lnTo>
                  <a:lnTo>
                    <a:pt x="342988" y="27101"/>
                  </a:lnTo>
                  <a:close/>
                </a:path>
                <a:path w="848359" h="1013460">
                  <a:moveTo>
                    <a:pt x="344652" y="48374"/>
                  </a:moveTo>
                  <a:lnTo>
                    <a:pt x="344411" y="48590"/>
                  </a:lnTo>
                  <a:lnTo>
                    <a:pt x="344601" y="48590"/>
                  </a:lnTo>
                  <a:lnTo>
                    <a:pt x="344652" y="48374"/>
                  </a:lnTo>
                  <a:close/>
                </a:path>
                <a:path w="848359" h="1013460">
                  <a:moveTo>
                    <a:pt x="346214" y="57353"/>
                  </a:moveTo>
                  <a:lnTo>
                    <a:pt x="344601" y="57111"/>
                  </a:lnTo>
                  <a:lnTo>
                    <a:pt x="342595" y="57353"/>
                  </a:lnTo>
                  <a:lnTo>
                    <a:pt x="346214" y="57353"/>
                  </a:lnTo>
                  <a:close/>
                </a:path>
                <a:path w="848359" h="1013460">
                  <a:moveTo>
                    <a:pt x="349288" y="40678"/>
                  </a:moveTo>
                  <a:lnTo>
                    <a:pt x="340588" y="40678"/>
                  </a:lnTo>
                  <a:lnTo>
                    <a:pt x="342214" y="43916"/>
                  </a:lnTo>
                  <a:lnTo>
                    <a:pt x="344614" y="48298"/>
                  </a:lnTo>
                  <a:lnTo>
                    <a:pt x="349288" y="40678"/>
                  </a:lnTo>
                  <a:close/>
                </a:path>
                <a:path w="848359" h="1013460">
                  <a:moveTo>
                    <a:pt x="349453" y="50876"/>
                  </a:moveTo>
                  <a:lnTo>
                    <a:pt x="346367" y="50076"/>
                  </a:lnTo>
                  <a:lnTo>
                    <a:pt x="344563" y="48717"/>
                  </a:lnTo>
                  <a:lnTo>
                    <a:pt x="343903" y="51536"/>
                  </a:lnTo>
                  <a:lnTo>
                    <a:pt x="342646" y="57111"/>
                  </a:lnTo>
                  <a:lnTo>
                    <a:pt x="344601" y="57111"/>
                  </a:lnTo>
                  <a:lnTo>
                    <a:pt x="347700" y="57111"/>
                  </a:lnTo>
                  <a:lnTo>
                    <a:pt x="349453" y="50876"/>
                  </a:lnTo>
                  <a:close/>
                </a:path>
                <a:path w="848359" h="1013460">
                  <a:moveTo>
                    <a:pt x="349796" y="40678"/>
                  </a:moveTo>
                  <a:lnTo>
                    <a:pt x="349478" y="40347"/>
                  </a:lnTo>
                  <a:lnTo>
                    <a:pt x="349288" y="40678"/>
                  </a:lnTo>
                  <a:lnTo>
                    <a:pt x="349796" y="40678"/>
                  </a:lnTo>
                  <a:close/>
                </a:path>
                <a:path w="848359" h="1013460">
                  <a:moveTo>
                    <a:pt x="364159" y="22466"/>
                  </a:moveTo>
                  <a:lnTo>
                    <a:pt x="363537" y="21678"/>
                  </a:lnTo>
                  <a:lnTo>
                    <a:pt x="362927" y="20929"/>
                  </a:lnTo>
                  <a:lnTo>
                    <a:pt x="362305" y="20104"/>
                  </a:lnTo>
                  <a:lnTo>
                    <a:pt x="360197" y="21805"/>
                  </a:lnTo>
                  <a:lnTo>
                    <a:pt x="361035" y="22377"/>
                  </a:lnTo>
                  <a:lnTo>
                    <a:pt x="361924" y="22872"/>
                  </a:lnTo>
                  <a:lnTo>
                    <a:pt x="362851" y="23291"/>
                  </a:lnTo>
                  <a:lnTo>
                    <a:pt x="363143" y="23406"/>
                  </a:lnTo>
                  <a:lnTo>
                    <a:pt x="363715" y="22771"/>
                  </a:lnTo>
                  <a:lnTo>
                    <a:pt x="364159" y="22466"/>
                  </a:lnTo>
                  <a:close/>
                </a:path>
                <a:path w="848359" h="1013460">
                  <a:moveTo>
                    <a:pt x="393636" y="28829"/>
                  </a:moveTo>
                  <a:lnTo>
                    <a:pt x="393496" y="27330"/>
                  </a:lnTo>
                  <a:lnTo>
                    <a:pt x="392430" y="26670"/>
                  </a:lnTo>
                  <a:lnTo>
                    <a:pt x="391795" y="25958"/>
                  </a:lnTo>
                  <a:lnTo>
                    <a:pt x="389699" y="29108"/>
                  </a:lnTo>
                  <a:lnTo>
                    <a:pt x="392239" y="30505"/>
                  </a:lnTo>
                  <a:lnTo>
                    <a:pt x="392734" y="29692"/>
                  </a:lnTo>
                  <a:lnTo>
                    <a:pt x="393636" y="28829"/>
                  </a:lnTo>
                  <a:close/>
                </a:path>
                <a:path w="848359" h="1013460">
                  <a:moveTo>
                    <a:pt x="436245" y="1714"/>
                  </a:moveTo>
                  <a:lnTo>
                    <a:pt x="435508" y="1257"/>
                  </a:lnTo>
                  <a:lnTo>
                    <a:pt x="434784" y="431"/>
                  </a:lnTo>
                  <a:lnTo>
                    <a:pt x="434009" y="406"/>
                  </a:lnTo>
                  <a:lnTo>
                    <a:pt x="433362" y="342"/>
                  </a:lnTo>
                  <a:lnTo>
                    <a:pt x="432638" y="1117"/>
                  </a:lnTo>
                  <a:lnTo>
                    <a:pt x="431952" y="1524"/>
                  </a:lnTo>
                  <a:lnTo>
                    <a:pt x="432701" y="2095"/>
                  </a:lnTo>
                  <a:lnTo>
                    <a:pt x="433387" y="3048"/>
                  </a:lnTo>
                  <a:lnTo>
                    <a:pt x="434809" y="3238"/>
                  </a:lnTo>
                  <a:lnTo>
                    <a:pt x="435559" y="2247"/>
                  </a:lnTo>
                  <a:lnTo>
                    <a:pt x="436245" y="1714"/>
                  </a:lnTo>
                  <a:close/>
                </a:path>
                <a:path w="848359" h="1013460">
                  <a:moveTo>
                    <a:pt x="452285" y="1011085"/>
                  </a:moveTo>
                  <a:lnTo>
                    <a:pt x="451548" y="1010513"/>
                  </a:lnTo>
                  <a:lnTo>
                    <a:pt x="450926" y="1010589"/>
                  </a:lnTo>
                  <a:lnTo>
                    <a:pt x="450418" y="1010513"/>
                  </a:lnTo>
                  <a:lnTo>
                    <a:pt x="451015" y="1012837"/>
                  </a:lnTo>
                  <a:lnTo>
                    <a:pt x="452285" y="1012088"/>
                  </a:lnTo>
                  <a:lnTo>
                    <a:pt x="452170" y="1011656"/>
                  </a:lnTo>
                  <a:lnTo>
                    <a:pt x="452285" y="1011085"/>
                  </a:lnTo>
                  <a:close/>
                </a:path>
                <a:path w="848359" h="1013460">
                  <a:moveTo>
                    <a:pt x="453351" y="19570"/>
                  </a:moveTo>
                  <a:lnTo>
                    <a:pt x="452158" y="20447"/>
                  </a:lnTo>
                  <a:lnTo>
                    <a:pt x="453313" y="20980"/>
                  </a:lnTo>
                  <a:lnTo>
                    <a:pt x="453351" y="19570"/>
                  </a:lnTo>
                  <a:close/>
                </a:path>
                <a:path w="848359" h="1013460">
                  <a:moveTo>
                    <a:pt x="459117" y="1155"/>
                  </a:moveTo>
                  <a:lnTo>
                    <a:pt x="457492" y="0"/>
                  </a:lnTo>
                  <a:lnTo>
                    <a:pt x="457974" y="1968"/>
                  </a:lnTo>
                  <a:lnTo>
                    <a:pt x="459117" y="1155"/>
                  </a:lnTo>
                  <a:close/>
                </a:path>
                <a:path w="848359" h="1013460">
                  <a:moveTo>
                    <a:pt x="488175" y="51562"/>
                  </a:moveTo>
                  <a:lnTo>
                    <a:pt x="487680" y="51562"/>
                  </a:lnTo>
                  <a:lnTo>
                    <a:pt x="486841" y="51473"/>
                  </a:lnTo>
                  <a:lnTo>
                    <a:pt x="485978" y="51460"/>
                  </a:lnTo>
                  <a:lnTo>
                    <a:pt x="485635" y="51689"/>
                  </a:lnTo>
                  <a:lnTo>
                    <a:pt x="488175" y="51562"/>
                  </a:lnTo>
                  <a:close/>
                </a:path>
                <a:path w="848359" h="1013460">
                  <a:moveTo>
                    <a:pt x="564667" y="71577"/>
                  </a:moveTo>
                  <a:lnTo>
                    <a:pt x="563232" y="71120"/>
                  </a:lnTo>
                  <a:lnTo>
                    <a:pt x="562457" y="70675"/>
                  </a:lnTo>
                  <a:lnTo>
                    <a:pt x="560971" y="73380"/>
                  </a:lnTo>
                  <a:lnTo>
                    <a:pt x="563397" y="74739"/>
                  </a:lnTo>
                  <a:lnTo>
                    <a:pt x="563841" y="73825"/>
                  </a:lnTo>
                  <a:lnTo>
                    <a:pt x="564654" y="72936"/>
                  </a:lnTo>
                  <a:lnTo>
                    <a:pt x="564654" y="72021"/>
                  </a:lnTo>
                  <a:lnTo>
                    <a:pt x="564667" y="71577"/>
                  </a:lnTo>
                  <a:close/>
                </a:path>
                <a:path w="848359" h="1013460">
                  <a:moveTo>
                    <a:pt x="589280" y="129959"/>
                  </a:moveTo>
                  <a:lnTo>
                    <a:pt x="588581" y="128676"/>
                  </a:lnTo>
                  <a:lnTo>
                    <a:pt x="587717" y="127508"/>
                  </a:lnTo>
                  <a:lnTo>
                    <a:pt x="586714" y="126441"/>
                  </a:lnTo>
                  <a:lnTo>
                    <a:pt x="585724" y="126136"/>
                  </a:lnTo>
                  <a:lnTo>
                    <a:pt x="584847" y="126326"/>
                  </a:lnTo>
                  <a:lnTo>
                    <a:pt x="584060" y="127000"/>
                  </a:lnTo>
                  <a:lnTo>
                    <a:pt x="583526" y="128003"/>
                  </a:lnTo>
                  <a:lnTo>
                    <a:pt x="583539" y="128993"/>
                  </a:lnTo>
                  <a:lnTo>
                    <a:pt x="584631" y="130975"/>
                  </a:lnTo>
                  <a:lnTo>
                    <a:pt x="585457" y="131508"/>
                  </a:lnTo>
                  <a:lnTo>
                    <a:pt x="587336" y="131635"/>
                  </a:lnTo>
                  <a:lnTo>
                    <a:pt x="588111" y="130708"/>
                  </a:lnTo>
                  <a:lnTo>
                    <a:pt x="589280" y="129959"/>
                  </a:lnTo>
                  <a:close/>
                </a:path>
                <a:path w="848359" h="1013460">
                  <a:moveTo>
                    <a:pt x="593242" y="33921"/>
                  </a:moveTo>
                  <a:lnTo>
                    <a:pt x="589635" y="33921"/>
                  </a:lnTo>
                  <a:lnTo>
                    <a:pt x="590181" y="35775"/>
                  </a:lnTo>
                  <a:lnTo>
                    <a:pt x="593242" y="33921"/>
                  </a:lnTo>
                  <a:close/>
                </a:path>
                <a:path w="848359" h="1013460">
                  <a:moveTo>
                    <a:pt x="596747" y="94716"/>
                  </a:moveTo>
                  <a:lnTo>
                    <a:pt x="592734" y="92722"/>
                  </a:lnTo>
                  <a:lnTo>
                    <a:pt x="592213" y="94716"/>
                  </a:lnTo>
                  <a:lnTo>
                    <a:pt x="596747" y="94716"/>
                  </a:lnTo>
                  <a:close/>
                </a:path>
                <a:path w="848359" h="1013460">
                  <a:moveTo>
                    <a:pt x="596912" y="33286"/>
                  </a:moveTo>
                  <a:lnTo>
                    <a:pt x="595591" y="29972"/>
                  </a:lnTo>
                  <a:lnTo>
                    <a:pt x="593813" y="27495"/>
                  </a:lnTo>
                  <a:lnTo>
                    <a:pt x="589343" y="30619"/>
                  </a:lnTo>
                  <a:lnTo>
                    <a:pt x="588886" y="31369"/>
                  </a:lnTo>
                  <a:lnTo>
                    <a:pt x="589546" y="33604"/>
                  </a:lnTo>
                  <a:lnTo>
                    <a:pt x="596265" y="33604"/>
                  </a:lnTo>
                  <a:lnTo>
                    <a:pt x="596912" y="33286"/>
                  </a:lnTo>
                  <a:close/>
                </a:path>
                <a:path w="848359" h="1013460">
                  <a:moveTo>
                    <a:pt x="597687" y="94716"/>
                  </a:moveTo>
                  <a:lnTo>
                    <a:pt x="596747" y="94716"/>
                  </a:lnTo>
                  <a:lnTo>
                    <a:pt x="597395" y="95034"/>
                  </a:lnTo>
                  <a:lnTo>
                    <a:pt x="597687" y="94716"/>
                  </a:lnTo>
                  <a:close/>
                </a:path>
                <a:path w="848359" h="1013460">
                  <a:moveTo>
                    <a:pt x="602030" y="87591"/>
                  </a:moveTo>
                  <a:lnTo>
                    <a:pt x="601751" y="87426"/>
                  </a:lnTo>
                  <a:lnTo>
                    <a:pt x="601281" y="87376"/>
                  </a:lnTo>
                  <a:lnTo>
                    <a:pt x="600837" y="87299"/>
                  </a:lnTo>
                  <a:lnTo>
                    <a:pt x="600392" y="87236"/>
                  </a:lnTo>
                  <a:lnTo>
                    <a:pt x="602030" y="87591"/>
                  </a:lnTo>
                  <a:close/>
                </a:path>
                <a:path w="848359" h="1013460">
                  <a:moveTo>
                    <a:pt x="605155" y="983399"/>
                  </a:moveTo>
                  <a:lnTo>
                    <a:pt x="605142" y="979589"/>
                  </a:lnTo>
                  <a:lnTo>
                    <a:pt x="604964" y="979093"/>
                  </a:lnTo>
                  <a:lnTo>
                    <a:pt x="604710" y="978611"/>
                  </a:lnTo>
                  <a:lnTo>
                    <a:pt x="604342" y="979385"/>
                  </a:lnTo>
                  <a:lnTo>
                    <a:pt x="603554" y="980274"/>
                  </a:lnTo>
                  <a:lnTo>
                    <a:pt x="603707" y="980922"/>
                  </a:lnTo>
                  <a:lnTo>
                    <a:pt x="604126" y="981951"/>
                  </a:lnTo>
                  <a:lnTo>
                    <a:pt x="604710" y="982891"/>
                  </a:lnTo>
                  <a:lnTo>
                    <a:pt x="605155" y="983399"/>
                  </a:lnTo>
                  <a:close/>
                </a:path>
                <a:path w="848359" h="1013460">
                  <a:moveTo>
                    <a:pt x="639025" y="51854"/>
                  </a:moveTo>
                  <a:lnTo>
                    <a:pt x="638327" y="51320"/>
                  </a:lnTo>
                  <a:lnTo>
                    <a:pt x="637590" y="50863"/>
                  </a:lnTo>
                  <a:lnTo>
                    <a:pt x="636816" y="50482"/>
                  </a:lnTo>
                  <a:lnTo>
                    <a:pt x="636587" y="50380"/>
                  </a:lnTo>
                  <a:lnTo>
                    <a:pt x="635774" y="51295"/>
                  </a:lnTo>
                  <a:lnTo>
                    <a:pt x="636155" y="52031"/>
                  </a:lnTo>
                  <a:lnTo>
                    <a:pt x="636600" y="52743"/>
                  </a:lnTo>
                  <a:lnTo>
                    <a:pt x="637095" y="53416"/>
                  </a:lnTo>
                  <a:lnTo>
                    <a:pt x="639025" y="51854"/>
                  </a:lnTo>
                  <a:close/>
                </a:path>
                <a:path w="848359" h="1013460">
                  <a:moveTo>
                    <a:pt x="641858" y="64465"/>
                  </a:moveTo>
                  <a:lnTo>
                    <a:pt x="641400" y="64465"/>
                  </a:lnTo>
                  <a:lnTo>
                    <a:pt x="641667" y="64782"/>
                  </a:lnTo>
                  <a:lnTo>
                    <a:pt x="641858" y="64465"/>
                  </a:lnTo>
                  <a:close/>
                </a:path>
                <a:path w="848359" h="1013460">
                  <a:moveTo>
                    <a:pt x="645058" y="967727"/>
                  </a:moveTo>
                  <a:lnTo>
                    <a:pt x="642366" y="966266"/>
                  </a:lnTo>
                  <a:lnTo>
                    <a:pt x="642315" y="967727"/>
                  </a:lnTo>
                  <a:lnTo>
                    <a:pt x="645058" y="967727"/>
                  </a:lnTo>
                  <a:close/>
                </a:path>
                <a:path w="848359" h="1013460">
                  <a:moveTo>
                    <a:pt x="647433" y="61734"/>
                  </a:moveTo>
                  <a:lnTo>
                    <a:pt x="647319" y="60718"/>
                  </a:lnTo>
                  <a:lnTo>
                    <a:pt x="646633" y="60172"/>
                  </a:lnTo>
                  <a:lnTo>
                    <a:pt x="645845" y="59791"/>
                  </a:lnTo>
                  <a:lnTo>
                    <a:pt x="644829" y="59791"/>
                  </a:lnTo>
                  <a:lnTo>
                    <a:pt x="643763" y="61214"/>
                  </a:lnTo>
                  <a:lnTo>
                    <a:pt x="642747" y="62992"/>
                  </a:lnTo>
                  <a:lnTo>
                    <a:pt x="641997" y="64236"/>
                  </a:lnTo>
                  <a:lnTo>
                    <a:pt x="643280" y="63715"/>
                  </a:lnTo>
                  <a:lnTo>
                    <a:pt x="645236" y="62992"/>
                  </a:lnTo>
                  <a:lnTo>
                    <a:pt x="647103" y="62179"/>
                  </a:lnTo>
                  <a:lnTo>
                    <a:pt x="647433" y="61734"/>
                  </a:lnTo>
                  <a:close/>
                </a:path>
                <a:path w="848359" h="1013460">
                  <a:moveTo>
                    <a:pt x="690702" y="80073"/>
                  </a:moveTo>
                  <a:lnTo>
                    <a:pt x="689483" y="79362"/>
                  </a:lnTo>
                  <a:lnTo>
                    <a:pt x="689368" y="80556"/>
                  </a:lnTo>
                  <a:lnTo>
                    <a:pt x="690702" y="80073"/>
                  </a:lnTo>
                  <a:close/>
                </a:path>
                <a:path w="848359" h="1013460">
                  <a:moveTo>
                    <a:pt x="707415" y="944321"/>
                  </a:moveTo>
                  <a:lnTo>
                    <a:pt x="706539" y="943902"/>
                  </a:lnTo>
                  <a:lnTo>
                    <a:pt x="705446" y="942936"/>
                  </a:lnTo>
                  <a:lnTo>
                    <a:pt x="704811" y="943165"/>
                  </a:lnTo>
                  <a:lnTo>
                    <a:pt x="702741" y="944041"/>
                  </a:lnTo>
                  <a:lnTo>
                    <a:pt x="700735" y="945032"/>
                  </a:lnTo>
                  <a:lnTo>
                    <a:pt x="699198" y="945921"/>
                  </a:lnTo>
                  <a:lnTo>
                    <a:pt x="699058" y="945921"/>
                  </a:lnTo>
                  <a:lnTo>
                    <a:pt x="698779" y="946162"/>
                  </a:lnTo>
                  <a:lnTo>
                    <a:pt x="699160" y="945946"/>
                  </a:lnTo>
                  <a:lnTo>
                    <a:pt x="700532" y="946162"/>
                  </a:lnTo>
                  <a:lnTo>
                    <a:pt x="700138" y="946162"/>
                  </a:lnTo>
                  <a:lnTo>
                    <a:pt x="703491" y="946518"/>
                  </a:lnTo>
                  <a:lnTo>
                    <a:pt x="706335" y="946518"/>
                  </a:lnTo>
                  <a:lnTo>
                    <a:pt x="706920" y="945032"/>
                  </a:lnTo>
                  <a:lnTo>
                    <a:pt x="707415" y="944321"/>
                  </a:lnTo>
                  <a:close/>
                </a:path>
                <a:path w="848359" h="1013460">
                  <a:moveTo>
                    <a:pt x="749566" y="187274"/>
                  </a:moveTo>
                  <a:lnTo>
                    <a:pt x="746848" y="187274"/>
                  </a:lnTo>
                  <a:lnTo>
                    <a:pt x="747471" y="187325"/>
                  </a:lnTo>
                  <a:lnTo>
                    <a:pt x="748309" y="187401"/>
                  </a:lnTo>
                  <a:lnTo>
                    <a:pt x="749185" y="187439"/>
                  </a:lnTo>
                  <a:lnTo>
                    <a:pt x="749439" y="187325"/>
                  </a:lnTo>
                  <a:lnTo>
                    <a:pt x="749566" y="187274"/>
                  </a:lnTo>
                  <a:close/>
                </a:path>
                <a:path w="848359" h="1013460">
                  <a:moveTo>
                    <a:pt x="764730" y="155486"/>
                  </a:moveTo>
                  <a:lnTo>
                    <a:pt x="761085" y="155486"/>
                  </a:lnTo>
                  <a:lnTo>
                    <a:pt x="759764" y="156159"/>
                  </a:lnTo>
                  <a:lnTo>
                    <a:pt x="759244" y="156476"/>
                  </a:lnTo>
                  <a:lnTo>
                    <a:pt x="759383" y="157391"/>
                  </a:lnTo>
                  <a:lnTo>
                    <a:pt x="759396" y="159143"/>
                  </a:lnTo>
                  <a:lnTo>
                    <a:pt x="760514" y="159143"/>
                  </a:lnTo>
                  <a:lnTo>
                    <a:pt x="763028" y="159778"/>
                  </a:lnTo>
                  <a:lnTo>
                    <a:pt x="763384" y="159143"/>
                  </a:lnTo>
                  <a:lnTo>
                    <a:pt x="764171" y="157391"/>
                  </a:lnTo>
                  <a:lnTo>
                    <a:pt x="764730" y="155486"/>
                  </a:lnTo>
                  <a:close/>
                </a:path>
                <a:path w="848359" h="1013460">
                  <a:moveTo>
                    <a:pt x="764959" y="154000"/>
                  </a:moveTo>
                  <a:lnTo>
                    <a:pt x="763447" y="154482"/>
                  </a:lnTo>
                  <a:lnTo>
                    <a:pt x="761568" y="155244"/>
                  </a:lnTo>
                  <a:lnTo>
                    <a:pt x="764768" y="155244"/>
                  </a:lnTo>
                  <a:lnTo>
                    <a:pt x="764895" y="154482"/>
                  </a:lnTo>
                  <a:lnTo>
                    <a:pt x="764959" y="154000"/>
                  </a:lnTo>
                  <a:close/>
                </a:path>
                <a:path w="848359" h="1013460">
                  <a:moveTo>
                    <a:pt x="765378" y="153873"/>
                  </a:moveTo>
                  <a:lnTo>
                    <a:pt x="765035" y="153517"/>
                  </a:lnTo>
                  <a:lnTo>
                    <a:pt x="764984" y="153873"/>
                  </a:lnTo>
                  <a:lnTo>
                    <a:pt x="765378" y="153873"/>
                  </a:lnTo>
                  <a:close/>
                </a:path>
                <a:path w="848359" h="1013460">
                  <a:moveTo>
                    <a:pt x="781850" y="202399"/>
                  </a:moveTo>
                  <a:lnTo>
                    <a:pt x="780072" y="200380"/>
                  </a:lnTo>
                  <a:lnTo>
                    <a:pt x="779805" y="200812"/>
                  </a:lnTo>
                  <a:lnTo>
                    <a:pt x="779208" y="201422"/>
                  </a:lnTo>
                  <a:lnTo>
                    <a:pt x="779322" y="201625"/>
                  </a:lnTo>
                  <a:lnTo>
                    <a:pt x="779843" y="202387"/>
                  </a:lnTo>
                  <a:lnTo>
                    <a:pt x="780440" y="203085"/>
                  </a:lnTo>
                  <a:lnTo>
                    <a:pt x="781100" y="203746"/>
                  </a:lnTo>
                  <a:lnTo>
                    <a:pt x="781850" y="202399"/>
                  </a:lnTo>
                  <a:close/>
                </a:path>
                <a:path w="848359" h="1013460">
                  <a:moveTo>
                    <a:pt x="793318" y="196100"/>
                  </a:moveTo>
                  <a:lnTo>
                    <a:pt x="792924" y="195554"/>
                  </a:lnTo>
                  <a:lnTo>
                    <a:pt x="792759" y="195097"/>
                  </a:lnTo>
                  <a:lnTo>
                    <a:pt x="790879" y="196037"/>
                  </a:lnTo>
                  <a:lnTo>
                    <a:pt x="791921" y="196977"/>
                  </a:lnTo>
                  <a:lnTo>
                    <a:pt x="792353" y="196811"/>
                  </a:lnTo>
                  <a:lnTo>
                    <a:pt x="793064" y="196799"/>
                  </a:lnTo>
                  <a:lnTo>
                    <a:pt x="793318" y="196100"/>
                  </a:lnTo>
                  <a:close/>
                </a:path>
                <a:path w="848359" h="1013460">
                  <a:moveTo>
                    <a:pt x="812393" y="147535"/>
                  </a:moveTo>
                  <a:lnTo>
                    <a:pt x="811326" y="147447"/>
                  </a:lnTo>
                  <a:lnTo>
                    <a:pt x="811758" y="148653"/>
                  </a:lnTo>
                  <a:lnTo>
                    <a:pt x="812393" y="147535"/>
                  </a:lnTo>
                  <a:close/>
                </a:path>
                <a:path w="848359" h="1013460">
                  <a:moveTo>
                    <a:pt x="824941" y="159385"/>
                  </a:moveTo>
                  <a:lnTo>
                    <a:pt x="824268" y="158788"/>
                  </a:lnTo>
                  <a:lnTo>
                    <a:pt x="823620" y="158826"/>
                  </a:lnTo>
                  <a:lnTo>
                    <a:pt x="823099" y="158711"/>
                  </a:lnTo>
                  <a:lnTo>
                    <a:pt x="823099" y="161163"/>
                  </a:lnTo>
                  <a:lnTo>
                    <a:pt x="824649" y="160464"/>
                  </a:lnTo>
                  <a:lnTo>
                    <a:pt x="824649" y="160020"/>
                  </a:lnTo>
                  <a:lnTo>
                    <a:pt x="824941" y="159385"/>
                  </a:lnTo>
                  <a:close/>
                </a:path>
                <a:path w="848359" h="1013460">
                  <a:moveTo>
                    <a:pt x="830186" y="851636"/>
                  </a:moveTo>
                  <a:lnTo>
                    <a:pt x="822871" y="851636"/>
                  </a:lnTo>
                  <a:lnTo>
                    <a:pt x="823887" y="852170"/>
                  </a:lnTo>
                  <a:lnTo>
                    <a:pt x="825385" y="852538"/>
                  </a:lnTo>
                  <a:lnTo>
                    <a:pt x="827024" y="852538"/>
                  </a:lnTo>
                  <a:lnTo>
                    <a:pt x="828713" y="852170"/>
                  </a:lnTo>
                  <a:lnTo>
                    <a:pt x="830186" y="851636"/>
                  </a:lnTo>
                  <a:close/>
                </a:path>
                <a:path w="848359" h="1013460">
                  <a:moveTo>
                    <a:pt x="831189" y="851103"/>
                  </a:moveTo>
                  <a:lnTo>
                    <a:pt x="830059" y="850150"/>
                  </a:lnTo>
                  <a:lnTo>
                    <a:pt x="828954" y="848575"/>
                  </a:lnTo>
                  <a:lnTo>
                    <a:pt x="827239" y="847991"/>
                  </a:lnTo>
                  <a:lnTo>
                    <a:pt x="827049" y="847991"/>
                  </a:lnTo>
                  <a:lnTo>
                    <a:pt x="825919" y="847775"/>
                  </a:lnTo>
                  <a:lnTo>
                    <a:pt x="824433" y="847991"/>
                  </a:lnTo>
                  <a:lnTo>
                    <a:pt x="823023" y="848728"/>
                  </a:lnTo>
                  <a:lnTo>
                    <a:pt x="822490" y="848944"/>
                  </a:lnTo>
                  <a:lnTo>
                    <a:pt x="822388" y="850150"/>
                  </a:lnTo>
                  <a:lnTo>
                    <a:pt x="822312" y="851103"/>
                  </a:lnTo>
                  <a:lnTo>
                    <a:pt x="831189" y="851103"/>
                  </a:lnTo>
                  <a:close/>
                </a:path>
                <a:path w="848359" h="1013460">
                  <a:moveTo>
                    <a:pt x="831684" y="850849"/>
                  </a:moveTo>
                  <a:lnTo>
                    <a:pt x="831202" y="851103"/>
                  </a:lnTo>
                  <a:lnTo>
                    <a:pt x="830186" y="851636"/>
                  </a:lnTo>
                  <a:lnTo>
                    <a:pt x="831469" y="851103"/>
                  </a:lnTo>
                  <a:lnTo>
                    <a:pt x="831684" y="850849"/>
                  </a:lnTo>
                  <a:close/>
                </a:path>
                <a:path w="848359" h="1013460">
                  <a:moveTo>
                    <a:pt x="843254" y="237566"/>
                  </a:moveTo>
                  <a:lnTo>
                    <a:pt x="842657" y="237020"/>
                  </a:lnTo>
                  <a:lnTo>
                    <a:pt x="842086" y="237058"/>
                  </a:lnTo>
                  <a:lnTo>
                    <a:pt x="841629" y="236969"/>
                  </a:lnTo>
                  <a:lnTo>
                    <a:pt x="841883" y="238975"/>
                  </a:lnTo>
                  <a:lnTo>
                    <a:pt x="843127" y="238506"/>
                  </a:lnTo>
                  <a:lnTo>
                    <a:pt x="843089" y="238086"/>
                  </a:lnTo>
                  <a:lnTo>
                    <a:pt x="843254" y="237566"/>
                  </a:lnTo>
                  <a:close/>
                </a:path>
                <a:path w="848359" h="1013460">
                  <a:moveTo>
                    <a:pt x="848067" y="827557"/>
                  </a:moveTo>
                  <a:lnTo>
                    <a:pt x="843038" y="829360"/>
                  </a:lnTo>
                  <a:lnTo>
                    <a:pt x="847839" y="831303"/>
                  </a:lnTo>
                  <a:lnTo>
                    <a:pt x="847966" y="833259"/>
                  </a:lnTo>
                  <a:lnTo>
                    <a:pt x="848067" y="827557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57860" y="1613013"/>
              <a:ext cx="859790" cy="648335"/>
            </a:xfrm>
            <a:custGeom>
              <a:avLst/>
              <a:gdLst/>
              <a:ahLst/>
              <a:cxnLst/>
              <a:rect l="l" t="t" r="r" b="b"/>
              <a:pathLst>
                <a:path w="859790" h="648335">
                  <a:moveTo>
                    <a:pt x="2705" y="406044"/>
                  </a:moveTo>
                  <a:lnTo>
                    <a:pt x="2336" y="405688"/>
                  </a:lnTo>
                  <a:lnTo>
                    <a:pt x="1765" y="404990"/>
                  </a:lnTo>
                  <a:lnTo>
                    <a:pt x="1625" y="405079"/>
                  </a:lnTo>
                  <a:lnTo>
                    <a:pt x="1028" y="405460"/>
                  </a:lnTo>
                  <a:lnTo>
                    <a:pt x="482" y="405917"/>
                  </a:lnTo>
                  <a:lnTo>
                    <a:pt x="0" y="406438"/>
                  </a:lnTo>
                  <a:lnTo>
                    <a:pt x="1397" y="406895"/>
                  </a:lnTo>
                  <a:lnTo>
                    <a:pt x="2705" y="406044"/>
                  </a:lnTo>
                  <a:close/>
                </a:path>
                <a:path w="859790" h="648335">
                  <a:moveTo>
                    <a:pt x="39712" y="399186"/>
                  </a:moveTo>
                  <a:lnTo>
                    <a:pt x="39433" y="399783"/>
                  </a:lnTo>
                  <a:lnTo>
                    <a:pt x="39116" y="400494"/>
                  </a:lnTo>
                  <a:lnTo>
                    <a:pt x="38811" y="401218"/>
                  </a:lnTo>
                  <a:lnTo>
                    <a:pt x="39065" y="401510"/>
                  </a:lnTo>
                  <a:lnTo>
                    <a:pt x="39712" y="399186"/>
                  </a:lnTo>
                  <a:close/>
                </a:path>
                <a:path w="859790" h="648335">
                  <a:moveTo>
                    <a:pt x="142062" y="356323"/>
                  </a:moveTo>
                  <a:lnTo>
                    <a:pt x="141986" y="355993"/>
                  </a:lnTo>
                  <a:lnTo>
                    <a:pt x="141909" y="355714"/>
                  </a:lnTo>
                  <a:lnTo>
                    <a:pt x="141617" y="355993"/>
                  </a:lnTo>
                  <a:lnTo>
                    <a:pt x="142062" y="356323"/>
                  </a:lnTo>
                  <a:close/>
                </a:path>
                <a:path w="859790" h="648335">
                  <a:moveTo>
                    <a:pt x="153212" y="361924"/>
                  </a:moveTo>
                  <a:lnTo>
                    <a:pt x="147154" y="360032"/>
                  </a:lnTo>
                  <a:lnTo>
                    <a:pt x="142062" y="356323"/>
                  </a:lnTo>
                  <a:lnTo>
                    <a:pt x="142608" y="358394"/>
                  </a:lnTo>
                  <a:lnTo>
                    <a:pt x="143027" y="361543"/>
                  </a:lnTo>
                  <a:lnTo>
                    <a:pt x="149415" y="361924"/>
                  </a:lnTo>
                  <a:lnTo>
                    <a:pt x="153212" y="361924"/>
                  </a:lnTo>
                  <a:close/>
                </a:path>
                <a:path w="859790" h="648335">
                  <a:moveTo>
                    <a:pt x="172974" y="372821"/>
                  </a:moveTo>
                  <a:lnTo>
                    <a:pt x="171475" y="372313"/>
                  </a:lnTo>
                  <a:lnTo>
                    <a:pt x="171196" y="372427"/>
                  </a:lnTo>
                  <a:lnTo>
                    <a:pt x="172974" y="372821"/>
                  </a:lnTo>
                  <a:close/>
                </a:path>
                <a:path w="859790" h="648335">
                  <a:moveTo>
                    <a:pt x="193052" y="284518"/>
                  </a:moveTo>
                  <a:lnTo>
                    <a:pt x="182295" y="273418"/>
                  </a:lnTo>
                  <a:lnTo>
                    <a:pt x="182486" y="277533"/>
                  </a:lnTo>
                  <a:lnTo>
                    <a:pt x="183819" y="282752"/>
                  </a:lnTo>
                  <a:lnTo>
                    <a:pt x="188315" y="283019"/>
                  </a:lnTo>
                  <a:lnTo>
                    <a:pt x="193052" y="284518"/>
                  </a:lnTo>
                  <a:close/>
                </a:path>
                <a:path w="859790" h="648335">
                  <a:moveTo>
                    <a:pt x="199605" y="390258"/>
                  </a:moveTo>
                  <a:lnTo>
                    <a:pt x="198348" y="390258"/>
                  </a:lnTo>
                  <a:lnTo>
                    <a:pt x="196799" y="390652"/>
                  </a:lnTo>
                  <a:lnTo>
                    <a:pt x="193941" y="392480"/>
                  </a:lnTo>
                  <a:lnTo>
                    <a:pt x="192938" y="393738"/>
                  </a:lnTo>
                  <a:lnTo>
                    <a:pt x="192341" y="395325"/>
                  </a:lnTo>
                  <a:lnTo>
                    <a:pt x="191947" y="396557"/>
                  </a:lnTo>
                  <a:lnTo>
                    <a:pt x="192227" y="399008"/>
                  </a:lnTo>
                  <a:lnTo>
                    <a:pt x="194144" y="399948"/>
                  </a:lnTo>
                  <a:lnTo>
                    <a:pt x="197053" y="399732"/>
                  </a:lnTo>
                  <a:lnTo>
                    <a:pt x="199605" y="390258"/>
                  </a:lnTo>
                  <a:close/>
                </a:path>
                <a:path w="859790" h="648335">
                  <a:moveTo>
                    <a:pt x="199910" y="390258"/>
                  </a:moveTo>
                  <a:lnTo>
                    <a:pt x="199656" y="390017"/>
                  </a:lnTo>
                  <a:lnTo>
                    <a:pt x="199605" y="390258"/>
                  </a:lnTo>
                  <a:lnTo>
                    <a:pt x="199910" y="390258"/>
                  </a:lnTo>
                  <a:close/>
                </a:path>
                <a:path w="859790" h="648335">
                  <a:moveTo>
                    <a:pt x="200406" y="383171"/>
                  </a:moveTo>
                  <a:lnTo>
                    <a:pt x="200177" y="382955"/>
                  </a:lnTo>
                  <a:lnTo>
                    <a:pt x="200139" y="383514"/>
                  </a:lnTo>
                  <a:lnTo>
                    <a:pt x="200342" y="384187"/>
                  </a:lnTo>
                  <a:lnTo>
                    <a:pt x="200393" y="383197"/>
                  </a:lnTo>
                  <a:close/>
                </a:path>
                <a:path w="859790" h="648335">
                  <a:moveTo>
                    <a:pt x="200558" y="298450"/>
                  </a:moveTo>
                  <a:lnTo>
                    <a:pt x="197294" y="294386"/>
                  </a:lnTo>
                  <a:lnTo>
                    <a:pt x="194132" y="289293"/>
                  </a:lnTo>
                  <a:lnTo>
                    <a:pt x="186944" y="292290"/>
                  </a:lnTo>
                  <a:lnTo>
                    <a:pt x="194665" y="299478"/>
                  </a:lnTo>
                  <a:lnTo>
                    <a:pt x="197993" y="299478"/>
                  </a:lnTo>
                  <a:lnTo>
                    <a:pt x="199377" y="299123"/>
                  </a:lnTo>
                  <a:lnTo>
                    <a:pt x="200558" y="298450"/>
                  </a:lnTo>
                  <a:close/>
                </a:path>
                <a:path w="859790" h="648335">
                  <a:moveTo>
                    <a:pt x="207403" y="250659"/>
                  </a:moveTo>
                  <a:lnTo>
                    <a:pt x="206362" y="251155"/>
                  </a:lnTo>
                  <a:lnTo>
                    <a:pt x="207391" y="251650"/>
                  </a:lnTo>
                  <a:lnTo>
                    <a:pt x="207403" y="250659"/>
                  </a:lnTo>
                  <a:close/>
                </a:path>
                <a:path w="859790" h="648335">
                  <a:moveTo>
                    <a:pt x="214376" y="408533"/>
                  </a:moveTo>
                  <a:lnTo>
                    <a:pt x="208953" y="405231"/>
                  </a:lnTo>
                  <a:lnTo>
                    <a:pt x="203339" y="404914"/>
                  </a:lnTo>
                  <a:lnTo>
                    <a:pt x="197561" y="407555"/>
                  </a:lnTo>
                  <a:lnTo>
                    <a:pt x="198805" y="415442"/>
                  </a:lnTo>
                  <a:lnTo>
                    <a:pt x="199682" y="417296"/>
                  </a:lnTo>
                  <a:lnTo>
                    <a:pt x="208673" y="418757"/>
                  </a:lnTo>
                  <a:lnTo>
                    <a:pt x="211734" y="415226"/>
                  </a:lnTo>
                  <a:lnTo>
                    <a:pt x="214376" y="408533"/>
                  </a:lnTo>
                  <a:close/>
                </a:path>
                <a:path w="859790" h="648335">
                  <a:moveTo>
                    <a:pt x="219722" y="393255"/>
                  </a:moveTo>
                  <a:lnTo>
                    <a:pt x="219138" y="390347"/>
                  </a:lnTo>
                  <a:lnTo>
                    <a:pt x="218770" y="389064"/>
                  </a:lnTo>
                  <a:lnTo>
                    <a:pt x="215734" y="388366"/>
                  </a:lnTo>
                  <a:lnTo>
                    <a:pt x="213880" y="387350"/>
                  </a:lnTo>
                  <a:lnTo>
                    <a:pt x="214287" y="387057"/>
                  </a:lnTo>
                  <a:lnTo>
                    <a:pt x="214083" y="387134"/>
                  </a:lnTo>
                  <a:lnTo>
                    <a:pt x="214261" y="386994"/>
                  </a:lnTo>
                  <a:lnTo>
                    <a:pt x="214172" y="386829"/>
                  </a:lnTo>
                  <a:lnTo>
                    <a:pt x="214058" y="387134"/>
                  </a:lnTo>
                  <a:lnTo>
                    <a:pt x="204584" y="390347"/>
                  </a:lnTo>
                  <a:lnTo>
                    <a:pt x="203936" y="390347"/>
                  </a:lnTo>
                  <a:lnTo>
                    <a:pt x="205333" y="393255"/>
                  </a:lnTo>
                  <a:lnTo>
                    <a:pt x="207137" y="396189"/>
                  </a:lnTo>
                  <a:lnTo>
                    <a:pt x="209207" y="398805"/>
                  </a:lnTo>
                  <a:lnTo>
                    <a:pt x="211696" y="401332"/>
                  </a:lnTo>
                  <a:lnTo>
                    <a:pt x="217398" y="401015"/>
                  </a:lnTo>
                  <a:lnTo>
                    <a:pt x="218351" y="398576"/>
                  </a:lnTo>
                  <a:lnTo>
                    <a:pt x="219443" y="395947"/>
                  </a:lnTo>
                  <a:lnTo>
                    <a:pt x="219722" y="393255"/>
                  </a:lnTo>
                  <a:close/>
                </a:path>
                <a:path w="859790" h="648335">
                  <a:moveTo>
                    <a:pt x="220459" y="316420"/>
                  </a:moveTo>
                  <a:lnTo>
                    <a:pt x="219824" y="315556"/>
                  </a:lnTo>
                  <a:lnTo>
                    <a:pt x="219354" y="314325"/>
                  </a:lnTo>
                  <a:lnTo>
                    <a:pt x="218490" y="313969"/>
                  </a:lnTo>
                  <a:lnTo>
                    <a:pt x="217424" y="313588"/>
                  </a:lnTo>
                  <a:lnTo>
                    <a:pt x="216433" y="313740"/>
                  </a:lnTo>
                  <a:lnTo>
                    <a:pt x="215531" y="314413"/>
                  </a:lnTo>
                  <a:lnTo>
                    <a:pt x="214007" y="316687"/>
                  </a:lnTo>
                  <a:lnTo>
                    <a:pt x="216065" y="317207"/>
                  </a:lnTo>
                  <a:lnTo>
                    <a:pt x="218503" y="317525"/>
                  </a:lnTo>
                  <a:lnTo>
                    <a:pt x="219506" y="316776"/>
                  </a:lnTo>
                  <a:lnTo>
                    <a:pt x="220459" y="316420"/>
                  </a:lnTo>
                  <a:close/>
                </a:path>
                <a:path w="859790" h="648335">
                  <a:moveTo>
                    <a:pt x="226466" y="392125"/>
                  </a:moveTo>
                  <a:lnTo>
                    <a:pt x="225666" y="391464"/>
                  </a:lnTo>
                  <a:lnTo>
                    <a:pt x="225679" y="392785"/>
                  </a:lnTo>
                  <a:lnTo>
                    <a:pt x="226466" y="392125"/>
                  </a:lnTo>
                  <a:close/>
                </a:path>
                <a:path w="859790" h="648335">
                  <a:moveTo>
                    <a:pt x="229057" y="305028"/>
                  </a:moveTo>
                  <a:lnTo>
                    <a:pt x="228968" y="303555"/>
                  </a:lnTo>
                  <a:lnTo>
                    <a:pt x="226733" y="304419"/>
                  </a:lnTo>
                  <a:lnTo>
                    <a:pt x="227025" y="304812"/>
                  </a:lnTo>
                  <a:lnTo>
                    <a:pt x="227215" y="305409"/>
                  </a:lnTo>
                  <a:lnTo>
                    <a:pt x="228053" y="305600"/>
                  </a:lnTo>
                  <a:lnTo>
                    <a:pt x="228574" y="305206"/>
                  </a:lnTo>
                  <a:lnTo>
                    <a:pt x="229057" y="305028"/>
                  </a:lnTo>
                  <a:close/>
                </a:path>
                <a:path w="859790" h="648335">
                  <a:moveTo>
                    <a:pt x="234746" y="646938"/>
                  </a:moveTo>
                  <a:lnTo>
                    <a:pt x="234073" y="646645"/>
                  </a:lnTo>
                  <a:lnTo>
                    <a:pt x="234086" y="646938"/>
                  </a:lnTo>
                  <a:lnTo>
                    <a:pt x="234746" y="646938"/>
                  </a:lnTo>
                  <a:close/>
                </a:path>
                <a:path w="859790" h="648335">
                  <a:moveTo>
                    <a:pt x="239141" y="645922"/>
                  </a:moveTo>
                  <a:lnTo>
                    <a:pt x="238620" y="645464"/>
                  </a:lnTo>
                  <a:lnTo>
                    <a:pt x="237236" y="645922"/>
                  </a:lnTo>
                  <a:lnTo>
                    <a:pt x="239141" y="645922"/>
                  </a:lnTo>
                  <a:close/>
                </a:path>
                <a:path w="859790" h="648335">
                  <a:moveTo>
                    <a:pt x="239610" y="646049"/>
                  </a:moveTo>
                  <a:lnTo>
                    <a:pt x="236842" y="646049"/>
                  </a:lnTo>
                  <a:lnTo>
                    <a:pt x="235470" y="646645"/>
                  </a:lnTo>
                  <a:lnTo>
                    <a:pt x="234746" y="646938"/>
                  </a:lnTo>
                  <a:lnTo>
                    <a:pt x="235470" y="647192"/>
                  </a:lnTo>
                  <a:lnTo>
                    <a:pt x="236893" y="647573"/>
                  </a:lnTo>
                  <a:lnTo>
                    <a:pt x="238798" y="647573"/>
                  </a:lnTo>
                  <a:lnTo>
                    <a:pt x="238696" y="647852"/>
                  </a:lnTo>
                  <a:lnTo>
                    <a:pt x="238810" y="647573"/>
                  </a:lnTo>
                  <a:lnTo>
                    <a:pt x="238963" y="647192"/>
                  </a:lnTo>
                  <a:lnTo>
                    <a:pt x="239077" y="646938"/>
                  </a:lnTo>
                  <a:lnTo>
                    <a:pt x="239217" y="646645"/>
                  </a:lnTo>
                  <a:lnTo>
                    <a:pt x="239610" y="646049"/>
                  </a:lnTo>
                  <a:close/>
                </a:path>
                <a:path w="859790" h="648335">
                  <a:moveTo>
                    <a:pt x="240919" y="335394"/>
                  </a:moveTo>
                  <a:lnTo>
                    <a:pt x="240842" y="333514"/>
                  </a:lnTo>
                  <a:lnTo>
                    <a:pt x="240766" y="331812"/>
                  </a:lnTo>
                  <a:lnTo>
                    <a:pt x="240601" y="328320"/>
                  </a:lnTo>
                  <a:lnTo>
                    <a:pt x="235585" y="327075"/>
                  </a:lnTo>
                  <a:lnTo>
                    <a:pt x="231482" y="327075"/>
                  </a:lnTo>
                  <a:lnTo>
                    <a:pt x="226898" y="327964"/>
                  </a:lnTo>
                  <a:lnTo>
                    <a:pt x="229831" y="335610"/>
                  </a:lnTo>
                  <a:lnTo>
                    <a:pt x="237566" y="331812"/>
                  </a:lnTo>
                  <a:lnTo>
                    <a:pt x="240919" y="335394"/>
                  </a:lnTo>
                  <a:close/>
                </a:path>
                <a:path w="859790" h="648335">
                  <a:moveTo>
                    <a:pt x="243789" y="301904"/>
                  </a:moveTo>
                  <a:lnTo>
                    <a:pt x="243687" y="301713"/>
                  </a:lnTo>
                  <a:lnTo>
                    <a:pt x="241782" y="301713"/>
                  </a:lnTo>
                  <a:lnTo>
                    <a:pt x="241884" y="301904"/>
                  </a:lnTo>
                  <a:lnTo>
                    <a:pt x="242036" y="302196"/>
                  </a:lnTo>
                  <a:lnTo>
                    <a:pt x="243789" y="301904"/>
                  </a:lnTo>
                  <a:close/>
                </a:path>
                <a:path w="859790" h="648335">
                  <a:moveTo>
                    <a:pt x="244348" y="303428"/>
                  </a:moveTo>
                  <a:lnTo>
                    <a:pt x="244221" y="302920"/>
                  </a:lnTo>
                  <a:lnTo>
                    <a:pt x="244106" y="302653"/>
                  </a:lnTo>
                  <a:lnTo>
                    <a:pt x="243903" y="302209"/>
                  </a:lnTo>
                  <a:lnTo>
                    <a:pt x="242354" y="302653"/>
                  </a:lnTo>
                  <a:lnTo>
                    <a:pt x="243141" y="303428"/>
                  </a:lnTo>
                  <a:lnTo>
                    <a:pt x="243928" y="303987"/>
                  </a:lnTo>
                  <a:lnTo>
                    <a:pt x="244348" y="303428"/>
                  </a:lnTo>
                  <a:close/>
                </a:path>
                <a:path w="859790" h="648335">
                  <a:moveTo>
                    <a:pt x="244551" y="304482"/>
                  </a:moveTo>
                  <a:lnTo>
                    <a:pt x="244500" y="303987"/>
                  </a:lnTo>
                  <a:lnTo>
                    <a:pt x="244348" y="303428"/>
                  </a:lnTo>
                  <a:lnTo>
                    <a:pt x="244551" y="304482"/>
                  </a:lnTo>
                  <a:close/>
                </a:path>
                <a:path w="859790" h="648335">
                  <a:moveTo>
                    <a:pt x="244906" y="305104"/>
                  </a:moveTo>
                  <a:lnTo>
                    <a:pt x="244843" y="304787"/>
                  </a:lnTo>
                  <a:lnTo>
                    <a:pt x="244525" y="305104"/>
                  </a:lnTo>
                  <a:lnTo>
                    <a:pt x="244906" y="305104"/>
                  </a:lnTo>
                  <a:close/>
                </a:path>
                <a:path w="859790" h="648335">
                  <a:moveTo>
                    <a:pt x="246113" y="169278"/>
                  </a:moveTo>
                  <a:lnTo>
                    <a:pt x="245897" y="169468"/>
                  </a:lnTo>
                  <a:lnTo>
                    <a:pt x="246087" y="169278"/>
                  </a:lnTo>
                  <a:lnTo>
                    <a:pt x="243230" y="169887"/>
                  </a:lnTo>
                  <a:lnTo>
                    <a:pt x="244906" y="169722"/>
                  </a:lnTo>
                  <a:lnTo>
                    <a:pt x="245770" y="169595"/>
                  </a:lnTo>
                  <a:lnTo>
                    <a:pt x="246075" y="169557"/>
                  </a:lnTo>
                  <a:lnTo>
                    <a:pt x="246113" y="169278"/>
                  </a:lnTo>
                  <a:close/>
                </a:path>
                <a:path w="859790" h="648335">
                  <a:moveTo>
                    <a:pt x="252641" y="171691"/>
                  </a:moveTo>
                  <a:lnTo>
                    <a:pt x="250901" y="171056"/>
                  </a:lnTo>
                  <a:lnTo>
                    <a:pt x="249174" y="170395"/>
                  </a:lnTo>
                  <a:lnTo>
                    <a:pt x="247421" y="169799"/>
                  </a:lnTo>
                  <a:lnTo>
                    <a:pt x="246456" y="169557"/>
                  </a:lnTo>
                  <a:lnTo>
                    <a:pt x="246075" y="169557"/>
                  </a:lnTo>
                  <a:lnTo>
                    <a:pt x="245999" y="170395"/>
                  </a:lnTo>
                  <a:lnTo>
                    <a:pt x="245935" y="171056"/>
                  </a:lnTo>
                  <a:lnTo>
                    <a:pt x="245872" y="171691"/>
                  </a:lnTo>
                  <a:lnTo>
                    <a:pt x="245783" y="172542"/>
                  </a:lnTo>
                  <a:lnTo>
                    <a:pt x="246545" y="174853"/>
                  </a:lnTo>
                  <a:lnTo>
                    <a:pt x="251333" y="173532"/>
                  </a:lnTo>
                  <a:lnTo>
                    <a:pt x="251929" y="172402"/>
                  </a:lnTo>
                  <a:lnTo>
                    <a:pt x="252641" y="171691"/>
                  </a:lnTo>
                  <a:close/>
                </a:path>
                <a:path w="859790" h="648335">
                  <a:moveTo>
                    <a:pt x="256882" y="414032"/>
                  </a:moveTo>
                  <a:lnTo>
                    <a:pt x="256235" y="413473"/>
                  </a:lnTo>
                  <a:lnTo>
                    <a:pt x="256247" y="414032"/>
                  </a:lnTo>
                  <a:lnTo>
                    <a:pt x="256882" y="414032"/>
                  </a:lnTo>
                  <a:close/>
                </a:path>
                <a:path w="859790" h="648335">
                  <a:moveTo>
                    <a:pt x="258114" y="377367"/>
                  </a:moveTo>
                  <a:lnTo>
                    <a:pt x="256082" y="376021"/>
                  </a:lnTo>
                  <a:lnTo>
                    <a:pt x="253898" y="375005"/>
                  </a:lnTo>
                  <a:lnTo>
                    <a:pt x="251561" y="374319"/>
                  </a:lnTo>
                  <a:lnTo>
                    <a:pt x="250723" y="374205"/>
                  </a:lnTo>
                  <a:lnTo>
                    <a:pt x="248704" y="376732"/>
                  </a:lnTo>
                  <a:lnTo>
                    <a:pt x="248945" y="377469"/>
                  </a:lnTo>
                  <a:lnTo>
                    <a:pt x="249859" y="379196"/>
                  </a:lnTo>
                  <a:lnTo>
                    <a:pt x="251015" y="380746"/>
                  </a:lnTo>
                  <a:lnTo>
                    <a:pt x="252412" y="382117"/>
                  </a:lnTo>
                  <a:lnTo>
                    <a:pt x="258114" y="377367"/>
                  </a:lnTo>
                  <a:close/>
                </a:path>
                <a:path w="859790" h="648335">
                  <a:moveTo>
                    <a:pt x="258495" y="417004"/>
                  </a:moveTo>
                  <a:lnTo>
                    <a:pt x="258394" y="416191"/>
                  </a:lnTo>
                  <a:lnTo>
                    <a:pt x="258102" y="415163"/>
                  </a:lnTo>
                  <a:lnTo>
                    <a:pt x="257670" y="414401"/>
                  </a:lnTo>
                  <a:lnTo>
                    <a:pt x="256247" y="414401"/>
                  </a:lnTo>
                  <a:lnTo>
                    <a:pt x="255943" y="415518"/>
                  </a:lnTo>
                  <a:lnTo>
                    <a:pt x="256857" y="417004"/>
                  </a:lnTo>
                  <a:lnTo>
                    <a:pt x="258495" y="417004"/>
                  </a:lnTo>
                  <a:close/>
                </a:path>
                <a:path w="859790" h="648335">
                  <a:moveTo>
                    <a:pt x="267512" y="429539"/>
                  </a:moveTo>
                  <a:lnTo>
                    <a:pt x="267436" y="427126"/>
                  </a:lnTo>
                  <a:lnTo>
                    <a:pt x="267157" y="423532"/>
                  </a:lnTo>
                  <a:lnTo>
                    <a:pt x="266407" y="418858"/>
                  </a:lnTo>
                  <a:lnTo>
                    <a:pt x="263055" y="417309"/>
                  </a:lnTo>
                  <a:lnTo>
                    <a:pt x="259041" y="418172"/>
                  </a:lnTo>
                  <a:lnTo>
                    <a:pt x="258470" y="418172"/>
                  </a:lnTo>
                  <a:lnTo>
                    <a:pt x="239903" y="427126"/>
                  </a:lnTo>
                  <a:lnTo>
                    <a:pt x="247167" y="437870"/>
                  </a:lnTo>
                  <a:lnTo>
                    <a:pt x="250456" y="432015"/>
                  </a:lnTo>
                  <a:lnTo>
                    <a:pt x="254215" y="430491"/>
                  </a:lnTo>
                  <a:lnTo>
                    <a:pt x="259257" y="432282"/>
                  </a:lnTo>
                  <a:lnTo>
                    <a:pt x="259143" y="430491"/>
                  </a:lnTo>
                  <a:lnTo>
                    <a:pt x="258927" y="432015"/>
                  </a:lnTo>
                  <a:lnTo>
                    <a:pt x="259130" y="430491"/>
                  </a:lnTo>
                  <a:lnTo>
                    <a:pt x="259270" y="429539"/>
                  </a:lnTo>
                  <a:lnTo>
                    <a:pt x="259257" y="432282"/>
                  </a:lnTo>
                  <a:lnTo>
                    <a:pt x="267271" y="436308"/>
                  </a:lnTo>
                  <a:lnTo>
                    <a:pt x="267500" y="432549"/>
                  </a:lnTo>
                  <a:lnTo>
                    <a:pt x="267512" y="429539"/>
                  </a:lnTo>
                  <a:close/>
                </a:path>
                <a:path w="859790" h="648335">
                  <a:moveTo>
                    <a:pt x="272326" y="286880"/>
                  </a:moveTo>
                  <a:lnTo>
                    <a:pt x="271195" y="279984"/>
                  </a:lnTo>
                  <a:lnTo>
                    <a:pt x="265036" y="281241"/>
                  </a:lnTo>
                  <a:lnTo>
                    <a:pt x="259003" y="279298"/>
                  </a:lnTo>
                  <a:lnTo>
                    <a:pt x="253098" y="282346"/>
                  </a:lnTo>
                  <a:lnTo>
                    <a:pt x="258114" y="288137"/>
                  </a:lnTo>
                  <a:lnTo>
                    <a:pt x="272326" y="286880"/>
                  </a:lnTo>
                  <a:close/>
                </a:path>
                <a:path w="859790" h="648335">
                  <a:moveTo>
                    <a:pt x="272821" y="182397"/>
                  </a:moveTo>
                  <a:lnTo>
                    <a:pt x="271754" y="166789"/>
                  </a:lnTo>
                  <a:lnTo>
                    <a:pt x="265366" y="172300"/>
                  </a:lnTo>
                  <a:lnTo>
                    <a:pt x="272821" y="182397"/>
                  </a:lnTo>
                  <a:close/>
                </a:path>
                <a:path w="859790" h="648335">
                  <a:moveTo>
                    <a:pt x="289991" y="166370"/>
                  </a:moveTo>
                  <a:lnTo>
                    <a:pt x="289166" y="165239"/>
                  </a:lnTo>
                  <a:lnTo>
                    <a:pt x="288188" y="164274"/>
                  </a:lnTo>
                  <a:lnTo>
                    <a:pt x="287045" y="163449"/>
                  </a:lnTo>
                  <a:lnTo>
                    <a:pt x="286524" y="163182"/>
                  </a:lnTo>
                  <a:lnTo>
                    <a:pt x="285318" y="164249"/>
                  </a:lnTo>
                  <a:lnTo>
                    <a:pt x="284429" y="164719"/>
                  </a:lnTo>
                  <a:lnTo>
                    <a:pt x="285242" y="165950"/>
                  </a:lnTo>
                  <a:lnTo>
                    <a:pt x="286143" y="167106"/>
                  </a:lnTo>
                  <a:lnTo>
                    <a:pt x="287134" y="168198"/>
                  </a:lnTo>
                  <a:lnTo>
                    <a:pt x="288150" y="167678"/>
                  </a:lnTo>
                  <a:lnTo>
                    <a:pt x="289102" y="167081"/>
                  </a:lnTo>
                  <a:lnTo>
                    <a:pt x="289991" y="166370"/>
                  </a:lnTo>
                  <a:close/>
                </a:path>
                <a:path w="859790" h="648335">
                  <a:moveTo>
                    <a:pt x="294995" y="305511"/>
                  </a:moveTo>
                  <a:lnTo>
                    <a:pt x="247205" y="305511"/>
                  </a:lnTo>
                  <a:lnTo>
                    <a:pt x="247383" y="305269"/>
                  </a:lnTo>
                  <a:lnTo>
                    <a:pt x="246456" y="305104"/>
                  </a:lnTo>
                  <a:lnTo>
                    <a:pt x="244906" y="305104"/>
                  </a:lnTo>
                  <a:lnTo>
                    <a:pt x="244983" y="305511"/>
                  </a:lnTo>
                  <a:lnTo>
                    <a:pt x="246659" y="314731"/>
                  </a:lnTo>
                  <a:lnTo>
                    <a:pt x="244716" y="314439"/>
                  </a:lnTo>
                  <a:lnTo>
                    <a:pt x="242824" y="313982"/>
                  </a:lnTo>
                  <a:lnTo>
                    <a:pt x="240957" y="313359"/>
                  </a:lnTo>
                  <a:lnTo>
                    <a:pt x="238709" y="312280"/>
                  </a:lnTo>
                  <a:lnTo>
                    <a:pt x="236474" y="311937"/>
                  </a:lnTo>
                  <a:lnTo>
                    <a:pt x="235470" y="314439"/>
                  </a:lnTo>
                  <a:lnTo>
                    <a:pt x="235343" y="315315"/>
                  </a:lnTo>
                  <a:lnTo>
                    <a:pt x="235229" y="316153"/>
                  </a:lnTo>
                  <a:lnTo>
                    <a:pt x="235712" y="317601"/>
                  </a:lnTo>
                  <a:lnTo>
                    <a:pt x="240347" y="322275"/>
                  </a:lnTo>
                  <a:lnTo>
                    <a:pt x="244017" y="325323"/>
                  </a:lnTo>
                  <a:lnTo>
                    <a:pt x="248361" y="329196"/>
                  </a:lnTo>
                  <a:lnTo>
                    <a:pt x="258127" y="329196"/>
                  </a:lnTo>
                  <a:lnTo>
                    <a:pt x="258254" y="331089"/>
                  </a:lnTo>
                  <a:lnTo>
                    <a:pt x="240982" y="336156"/>
                  </a:lnTo>
                  <a:lnTo>
                    <a:pt x="241312" y="335813"/>
                  </a:lnTo>
                  <a:lnTo>
                    <a:pt x="240919" y="335394"/>
                  </a:lnTo>
                  <a:lnTo>
                    <a:pt x="240944" y="336169"/>
                  </a:lnTo>
                  <a:lnTo>
                    <a:pt x="237591" y="339877"/>
                  </a:lnTo>
                  <a:lnTo>
                    <a:pt x="233616" y="338099"/>
                  </a:lnTo>
                  <a:lnTo>
                    <a:pt x="232905" y="337743"/>
                  </a:lnTo>
                  <a:lnTo>
                    <a:pt x="231152" y="337896"/>
                  </a:lnTo>
                  <a:lnTo>
                    <a:pt x="231152" y="347789"/>
                  </a:lnTo>
                  <a:lnTo>
                    <a:pt x="231000" y="347789"/>
                  </a:lnTo>
                  <a:lnTo>
                    <a:pt x="229298" y="346976"/>
                  </a:lnTo>
                  <a:lnTo>
                    <a:pt x="230822" y="346621"/>
                  </a:lnTo>
                  <a:lnTo>
                    <a:pt x="230924" y="346976"/>
                  </a:lnTo>
                  <a:lnTo>
                    <a:pt x="230962" y="347116"/>
                  </a:lnTo>
                  <a:lnTo>
                    <a:pt x="231152" y="347789"/>
                  </a:lnTo>
                  <a:lnTo>
                    <a:pt x="231152" y="337896"/>
                  </a:lnTo>
                  <a:lnTo>
                    <a:pt x="228523" y="338099"/>
                  </a:lnTo>
                  <a:lnTo>
                    <a:pt x="223799" y="337743"/>
                  </a:lnTo>
                  <a:lnTo>
                    <a:pt x="219417" y="338797"/>
                  </a:lnTo>
                  <a:lnTo>
                    <a:pt x="211328" y="343712"/>
                  </a:lnTo>
                  <a:lnTo>
                    <a:pt x="208381" y="347116"/>
                  </a:lnTo>
                  <a:lnTo>
                    <a:pt x="206527" y="351472"/>
                  </a:lnTo>
                  <a:lnTo>
                    <a:pt x="224447" y="361162"/>
                  </a:lnTo>
                  <a:lnTo>
                    <a:pt x="223621" y="362635"/>
                  </a:lnTo>
                  <a:lnTo>
                    <a:pt x="223583" y="362839"/>
                  </a:lnTo>
                  <a:lnTo>
                    <a:pt x="223342" y="364121"/>
                  </a:lnTo>
                  <a:lnTo>
                    <a:pt x="222529" y="364426"/>
                  </a:lnTo>
                  <a:lnTo>
                    <a:pt x="216268" y="367131"/>
                  </a:lnTo>
                  <a:lnTo>
                    <a:pt x="209829" y="369011"/>
                  </a:lnTo>
                  <a:lnTo>
                    <a:pt x="203200" y="370078"/>
                  </a:lnTo>
                  <a:lnTo>
                    <a:pt x="196380" y="370319"/>
                  </a:lnTo>
                  <a:lnTo>
                    <a:pt x="194665" y="370154"/>
                  </a:lnTo>
                  <a:lnTo>
                    <a:pt x="192773" y="371716"/>
                  </a:lnTo>
                  <a:lnTo>
                    <a:pt x="189915" y="372935"/>
                  </a:lnTo>
                  <a:lnTo>
                    <a:pt x="189522" y="372935"/>
                  </a:lnTo>
                  <a:lnTo>
                    <a:pt x="200177" y="382955"/>
                  </a:lnTo>
                  <a:lnTo>
                    <a:pt x="201549" y="374408"/>
                  </a:lnTo>
                  <a:lnTo>
                    <a:pt x="204203" y="375678"/>
                  </a:lnTo>
                  <a:lnTo>
                    <a:pt x="206679" y="377240"/>
                  </a:lnTo>
                  <a:lnTo>
                    <a:pt x="208965" y="379082"/>
                  </a:lnTo>
                  <a:lnTo>
                    <a:pt x="210947" y="381571"/>
                  </a:lnTo>
                  <a:lnTo>
                    <a:pt x="212712" y="384213"/>
                  </a:lnTo>
                  <a:lnTo>
                    <a:pt x="214172" y="386829"/>
                  </a:lnTo>
                  <a:lnTo>
                    <a:pt x="218020" y="381012"/>
                  </a:lnTo>
                  <a:lnTo>
                    <a:pt x="223710" y="378421"/>
                  </a:lnTo>
                  <a:lnTo>
                    <a:pt x="236791" y="376770"/>
                  </a:lnTo>
                  <a:lnTo>
                    <a:pt x="236689" y="382955"/>
                  </a:lnTo>
                  <a:lnTo>
                    <a:pt x="236601" y="383514"/>
                  </a:lnTo>
                  <a:lnTo>
                    <a:pt x="236486" y="384213"/>
                  </a:lnTo>
                  <a:lnTo>
                    <a:pt x="236423" y="384644"/>
                  </a:lnTo>
                  <a:lnTo>
                    <a:pt x="237324" y="387146"/>
                  </a:lnTo>
                  <a:lnTo>
                    <a:pt x="244830" y="386549"/>
                  </a:lnTo>
                  <a:lnTo>
                    <a:pt x="245706" y="383514"/>
                  </a:lnTo>
                  <a:lnTo>
                    <a:pt x="245605" y="382955"/>
                  </a:lnTo>
                  <a:lnTo>
                    <a:pt x="245224" y="380593"/>
                  </a:lnTo>
                  <a:lnTo>
                    <a:pt x="242493" y="372935"/>
                  </a:lnTo>
                  <a:lnTo>
                    <a:pt x="245808" y="370319"/>
                  </a:lnTo>
                  <a:lnTo>
                    <a:pt x="255346" y="362839"/>
                  </a:lnTo>
                  <a:lnTo>
                    <a:pt x="252996" y="360032"/>
                  </a:lnTo>
                  <a:lnTo>
                    <a:pt x="250317" y="357593"/>
                  </a:lnTo>
                  <a:lnTo>
                    <a:pt x="247319" y="355511"/>
                  </a:lnTo>
                  <a:lnTo>
                    <a:pt x="244678" y="354228"/>
                  </a:lnTo>
                  <a:lnTo>
                    <a:pt x="242023" y="353491"/>
                  </a:lnTo>
                  <a:lnTo>
                    <a:pt x="241249" y="350342"/>
                  </a:lnTo>
                  <a:lnTo>
                    <a:pt x="240982" y="348907"/>
                  </a:lnTo>
                  <a:lnTo>
                    <a:pt x="240855" y="347789"/>
                  </a:lnTo>
                  <a:lnTo>
                    <a:pt x="240766" y="346621"/>
                  </a:lnTo>
                  <a:lnTo>
                    <a:pt x="240741" y="345986"/>
                  </a:lnTo>
                  <a:lnTo>
                    <a:pt x="242150" y="344055"/>
                  </a:lnTo>
                  <a:lnTo>
                    <a:pt x="244030" y="342861"/>
                  </a:lnTo>
                  <a:lnTo>
                    <a:pt x="248716" y="341922"/>
                  </a:lnTo>
                  <a:lnTo>
                    <a:pt x="250913" y="342303"/>
                  </a:lnTo>
                  <a:lnTo>
                    <a:pt x="252958" y="343535"/>
                  </a:lnTo>
                  <a:lnTo>
                    <a:pt x="253034" y="343712"/>
                  </a:lnTo>
                  <a:lnTo>
                    <a:pt x="254774" y="347789"/>
                  </a:lnTo>
                  <a:lnTo>
                    <a:pt x="256806" y="351929"/>
                  </a:lnTo>
                  <a:lnTo>
                    <a:pt x="259067" y="355955"/>
                  </a:lnTo>
                  <a:lnTo>
                    <a:pt x="261531" y="359384"/>
                  </a:lnTo>
                  <a:lnTo>
                    <a:pt x="264198" y="362635"/>
                  </a:lnTo>
                  <a:lnTo>
                    <a:pt x="267068" y="365734"/>
                  </a:lnTo>
                  <a:lnTo>
                    <a:pt x="274320" y="352196"/>
                  </a:lnTo>
                  <a:lnTo>
                    <a:pt x="274231" y="351472"/>
                  </a:lnTo>
                  <a:lnTo>
                    <a:pt x="273507" y="345376"/>
                  </a:lnTo>
                  <a:lnTo>
                    <a:pt x="271081" y="341922"/>
                  </a:lnTo>
                  <a:lnTo>
                    <a:pt x="269646" y="339877"/>
                  </a:lnTo>
                  <a:lnTo>
                    <a:pt x="268287" y="337959"/>
                  </a:lnTo>
                  <a:lnTo>
                    <a:pt x="276440" y="332117"/>
                  </a:lnTo>
                  <a:lnTo>
                    <a:pt x="290410" y="334175"/>
                  </a:lnTo>
                  <a:lnTo>
                    <a:pt x="288747" y="332117"/>
                  </a:lnTo>
                  <a:lnTo>
                    <a:pt x="286169" y="328917"/>
                  </a:lnTo>
                  <a:lnTo>
                    <a:pt x="280289" y="327025"/>
                  </a:lnTo>
                  <a:lnTo>
                    <a:pt x="274675" y="325323"/>
                  </a:lnTo>
                  <a:lnTo>
                    <a:pt x="271183" y="320636"/>
                  </a:lnTo>
                  <a:lnTo>
                    <a:pt x="274662" y="318109"/>
                  </a:lnTo>
                  <a:lnTo>
                    <a:pt x="277914" y="315315"/>
                  </a:lnTo>
                  <a:lnTo>
                    <a:pt x="278498" y="314731"/>
                  </a:lnTo>
                  <a:lnTo>
                    <a:pt x="280962" y="312280"/>
                  </a:lnTo>
                  <a:lnTo>
                    <a:pt x="284467" y="308305"/>
                  </a:lnTo>
                  <a:lnTo>
                    <a:pt x="289610" y="309587"/>
                  </a:lnTo>
                  <a:lnTo>
                    <a:pt x="291757" y="308305"/>
                  </a:lnTo>
                  <a:lnTo>
                    <a:pt x="294970" y="306387"/>
                  </a:lnTo>
                  <a:lnTo>
                    <a:pt x="294995" y="305511"/>
                  </a:lnTo>
                  <a:close/>
                </a:path>
                <a:path w="859790" h="648335">
                  <a:moveTo>
                    <a:pt x="296176" y="299542"/>
                  </a:moveTo>
                  <a:lnTo>
                    <a:pt x="287820" y="303123"/>
                  </a:lnTo>
                  <a:lnTo>
                    <a:pt x="277228" y="296278"/>
                  </a:lnTo>
                  <a:lnTo>
                    <a:pt x="271068" y="297091"/>
                  </a:lnTo>
                  <a:lnTo>
                    <a:pt x="264896" y="297992"/>
                  </a:lnTo>
                  <a:lnTo>
                    <a:pt x="258699" y="298716"/>
                  </a:lnTo>
                  <a:lnTo>
                    <a:pt x="253949" y="299427"/>
                  </a:lnTo>
                  <a:lnTo>
                    <a:pt x="250113" y="301688"/>
                  </a:lnTo>
                  <a:lnTo>
                    <a:pt x="247383" y="305269"/>
                  </a:lnTo>
                  <a:lnTo>
                    <a:pt x="249580" y="305269"/>
                  </a:lnTo>
                  <a:lnTo>
                    <a:pt x="294995" y="305269"/>
                  </a:lnTo>
                  <a:lnTo>
                    <a:pt x="295059" y="303123"/>
                  </a:lnTo>
                  <a:lnTo>
                    <a:pt x="295059" y="302856"/>
                  </a:lnTo>
                  <a:lnTo>
                    <a:pt x="296176" y="299542"/>
                  </a:lnTo>
                  <a:close/>
                </a:path>
                <a:path w="859790" h="648335">
                  <a:moveTo>
                    <a:pt x="303618" y="280454"/>
                  </a:moveTo>
                  <a:lnTo>
                    <a:pt x="303403" y="280212"/>
                  </a:lnTo>
                  <a:lnTo>
                    <a:pt x="303237" y="280454"/>
                  </a:lnTo>
                  <a:lnTo>
                    <a:pt x="303618" y="280454"/>
                  </a:lnTo>
                  <a:close/>
                </a:path>
                <a:path w="859790" h="648335">
                  <a:moveTo>
                    <a:pt x="307047" y="270078"/>
                  </a:moveTo>
                  <a:lnTo>
                    <a:pt x="306755" y="269862"/>
                  </a:lnTo>
                  <a:lnTo>
                    <a:pt x="306857" y="270078"/>
                  </a:lnTo>
                  <a:lnTo>
                    <a:pt x="307047" y="270078"/>
                  </a:lnTo>
                  <a:close/>
                </a:path>
                <a:path w="859790" h="648335">
                  <a:moveTo>
                    <a:pt x="309397" y="258013"/>
                  </a:moveTo>
                  <a:lnTo>
                    <a:pt x="300202" y="251917"/>
                  </a:lnTo>
                  <a:lnTo>
                    <a:pt x="294233" y="250012"/>
                  </a:lnTo>
                  <a:lnTo>
                    <a:pt x="289382" y="252387"/>
                  </a:lnTo>
                  <a:lnTo>
                    <a:pt x="283527" y="259130"/>
                  </a:lnTo>
                  <a:lnTo>
                    <a:pt x="285978" y="263702"/>
                  </a:lnTo>
                  <a:lnTo>
                    <a:pt x="293547" y="264909"/>
                  </a:lnTo>
                  <a:lnTo>
                    <a:pt x="293522" y="265201"/>
                  </a:lnTo>
                  <a:lnTo>
                    <a:pt x="293001" y="271513"/>
                  </a:lnTo>
                  <a:lnTo>
                    <a:pt x="289636" y="274574"/>
                  </a:lnTo>
                  <a:lnTo>
                    <a:pt x="285203" y="276783"/>
                  </a:lnTo>
                  <a:lnTo>
                    <a:pt x="282206" y="279869"/>
                  </a:lnTo>
                  <a:lnTo>
                    <a:pt x="282321" y="280568"/>
                  </a:lnTo>
                  <a:lnTo>
                    <a:pt x="283146" y="285610"/>
                  </a:lnTo>
                  <a:lnTo>
                    <a:pt x="291185" y="288455"/>
                  </a:lnTo>
                  <a:lnTo>
                    <a:pt x="297129" y="283705"/>
                  </a:lnTo>
                  <a:lnTo>
                    <a:pt x="303301" y="280225"/>
                  </a:lnTo>
                  <a:lnTo>
                    <a:pt x="303415" y="279869"/>
                  </a:lnTo>
                  <a:lnTo>
                    <a:pt x="306641" y="270154"/>
                  </a:lnTo>
                  <a:lnTo>
                    <a:pt x="306692" y="269875"/>
                  </a:lnTo>
                  <a:lnTo>
                    <a:pt x="303288" y="265201"/>
                  </a:lnTo>
                  <a:lnTo>
                    <a:pt x="308406" y="262013"/>
                  </a:lnTo>
                  <a:lnTo>
                    <a:pt x="309397" y="258013"/>
                  </a:lnTo>
                  <a:close/>
                </a:path>
                <a:path w="859790" h="648335">
                  <a:moveTo>
                    <a:pt x="325247" y="258254"/>
                  </a:moveTo>
                  <a:lnTo>
                    <a:pt x="324040" y="257517"/>
                  </a:lnTo>
                  <a:lnTo>
                    <a:pt x="323900" y="258711"/>
                  </a:lnTo>
                  <a:lnTo>
                    <a:pt x="325247" y="258254"/>
                  </a:lnTo>
                  <a:close/>
                </a:path>
                <a:path w="859790" h="648335">
                  <a:moveTo>
                    <a:pt x="328015" y="264198"/>
                  </a:moveTo>
                  <a:lnTo>
                    <a:pt x="325018" y="261924"/>
                  </a:lnTo>
                  <a:lnTo>
                    <a:pt x="313575" y="266395"/>
                  </a:lnTo>
                  <a:lnTo>
                    <a:pt x="310286" y="268427"/>
                  </a:lnTo>
                  <a:lnTo>
                    <a:pt x="307047" y="270078"/>
                  </a:lnTo>
                  <a:lnTo>
                    <a:pt x="307644" y="270510"/>
                  </a:lnTo>
                  <a:lnTo>
                    <a:pt x="308483" y="271208"/>
                  </a:lnTo>
                  <a:lnTo>
                    <a:pt x="309270" y="271957"/>
                  </a:lnTo>
                  <a:lnTo>
                    <a:pt x="313410" y="276326"/>
                  </a:lnTo>
                  <a:lnTo>
                    <a:pt x="313372" y="276593"/>
                  </a:lnTo>
                  <a:lnTo>
                    <a:pt x="313143" y="278218"/>
                  </a:lnTo>
                  <a:lnTo>
                    <a:pt x="308076" y="279844"/>
                  </a:lnTo>
                  <a:lnTo>
                    <a:pt x="306514" y="280212"/>
                  </a:lnTo>
                  <a:lnTo>
                    <a:pt x="304838" y="280454"/>
                  </a:lnTo>
                  <a:lnTo>
                    <a:pt x="303618" y="280454"/>
                  </a:lnTo>
                  <a:lnTo>
                    <a:pt x="307797" y="285318"/>
                  </a:lnTo>
                  <a:lnTo>
                    <a:pt x="311696" y="287553"/>
                  </a:lnTo>
                  <a:lnTo>
                    <a:pt x="316928" y="287350"/>
                  </a:lnTo>
                  <a:lnTo>
                    <a:pt x="325310" y="285102"/>
                  </a:lnTo>
                  <a:lnTo>
                    <a:pt x="326059" y="279844"/>
                  </a:lnTo>
                  <a:lnTo>
                    <a:pt x="326605" y="276326"/>
                  </a:lnTo>
                  <a:lnTo>
                    <a:pt x="328015" y="264198"/>
                  </a:lnTo>
                  <a:close/>
                </a:path>
                <a:path w="859790" h="648335">
                  <a:moveTo>
                    <a:pt x="341198" y="216649"/>
                  </a:moveTo>
                  <a:lnTo>
                    <a:pt x="338670" y="215531"/>
                  </a:lnTo>
                  <a:lnTo>
                    <a:pt x="336931" y="214083"/>
                  </a:lnTo>
                  <a:lnTo>
                    <a:pt x="333908" y="215404"/>
                  </a:lnTo>
                  <a:lnTo>
                    <a:pt x="332244" y="216814"/>
                  </a:lnTo>
                  <a:lnTo>
                    <a:pt x="330974" y="218694"/>
                  </a:lnTo>
                  <a:lnTo>
                    <a:pt x="330377" y="219633"/>
                  </a:lnTo>
                  <a:lnTo>
                    <a:pt x="331165" y="221742"/>
                  </a:lnTo>
                  <a:lnTo>
                    <a:pt x="332066" y="223507"/>
                  </a:lnTo>
                  <a:lnTo>
                    <a:pt x="334251" y="223596"/>
                  </a:lnTo>
                  <a:lnTo>
                    <a:pt x="334886" y="223062"/>
                  </a:lnTo>
                  <a:lnTo>
                    <a:pt x="337096" y="221030"/>
                  </a:lnTo>
                  <a:lnTo>
                    <a:pt x="339204" y="218897"/>
                  </a:lnTo>
                  <a:lnTo>
                    <a:pt x="341198" y="216649"/>
                  </a:lnTo>
                  <a:close/>
                </a:path>
                <a:path w="859790" h="648335">
                  <a:moveTo>
                    <a:pt x="348234" y="280339"/>
                  </a:moveTo>
                  <a:lnTo>
                    <a:pt x="344068" y="276618"/>
                  </a:lnTo>
                  <a:lnTo>
                    <a:pt x="341769" y="271983"/>
                  </a:lnTo>
                  <a:lnTo>
                    <a:pt x="341337" y="266420"/>
                  </a:lnTo>
                  <a:lnTo>
                    <a:pt x="336016" y="269125"/>
                  </a:lnTo>
                  <a:lnTo>
                    <a:pt x="336715" y="275234"/>
                  </a:lnTo>
                  <a:lnTo>
                    <a:pt x="334149" y="279514"/>
                  </a:lnTo>
                  <a:lnTo>
                    <a:pt x="333413" y="281457"/>
                  </a:lnTo>
                  <a:lnTo>
                    <a:pt x="343535" y="289496"/>
                  </a:lnTo>
                  <a:lnTo>
                    <a:pt x="347306" y="286042"/>
                  </a:lnTo>
                  <a:lnTo>
                    <a:pt x="348234" y="280339"/>
                  </a:lnTo>
                  <a:close/>
                </a:path>
                <a:path w="859790" h="648335">
                  <a:moveTo>
                    <a:pt x="348589" y="296849"/>
                  </a:moveTo>
                  <a:lnTo>
                    <a:pt x="348234" y="295033"/>
                  </a:lnTo>
                  <a:lnTo>
                    <a:pt x="347027" y="295490"/>
                  </a:lnTo>
                  <a:lnTo>
                    <a:pt x="347103" y="295859"/>
                  </a:lnTo>
                  <a:lnTo>
                    <a:pt x="347065" y="296405"/>
                  </a:lnTo>
                  <a:lnTo>
                    <a:pt x="347281" y="296557"/>
                  </a:lnTo>
                  <a:lnTo>
                    <a:pt x="347700" y="296748"/>
                  </a:lnTo>
                  <a:lnTo>
                    <a:pt x="348132" y="296837"/>
                  </a:lnTo>
                  <a:lnTo>
                    <a:pt x="348589" y="296849"/>
                  </a:lnTo>
                  <a:close/>
                </a:path>
                <a:path w="859790" h="648335">
                  <a:moveTo>
                    <a:pt x="353148" y="201891"/>
                  </a:moveTo>
                  <a:lnTo>
                    <a:pt x="352323" y="200748"/>
                  </a:lnTo>
                  <a:lnTo>
                    <a:pt x="352005" y="199885"/>
                  </a:lnTo>
                  <a:lnTo>
                    <a:pt x="351193" y="200240"/>
                  </a:lnTo>
                  <a:lnTo>
                    <a:pt x="349834" y="200431"/>
                  </a:lnTo>
                  <a:lnTo>
                    <a:pt x="349288" y="201599"/>
                  </a:lnTo>
                  <a:lnTo>
                    <a:pt x="350050" y="202692"/>
                  </a:lnTo>
                  <a:lnTo>
                    <a:pt x="350367" y="203568"/>
                  </a:lnTo>
                  <a:lnTo>
                    <a:pt x="351256" y="203200"/>
                  </a:lnTo>
                  <a:lnTo>
                    <a:pt x="352539" y="203073"/>
                  </a:lnTo>
                  <a:lnTo>
                    <a:pt x="352818" y="202412"/>
                  </a:lnTo>
                  <a:lnTo>
                    <a:pt x="353148" y="201891"/>
                  </a:lnTo>
                  <a:close/>
                </a:path>
                <a:path w="859790" h="648335">
                  <a:moveTo>
                    <a:pt x="354926" y="225069"/>
                  </a:moveTo>
                  <a:lnTo>
                    <a:pt x="354876" y="223050"/>
                  </a:lnTo>
                  <a:lnTo>
                    <a:pt x="354774" y="218668"/>
                  </a:lnTo>
                  <a:lnTo>
                    <a:pt x="353822" y="218668"/>
                  </a:lnTo>
                  <a:lnTo>
                    <a:pt x="349097" y="223050"/>
                  </a:lnTo>
                  <a:lnTo>
                    <a:pt x="350964" y="224409"/>
                  </a:lnTo>
                  <a:lnTo>
                    <a:pt x="352196" y="225069"/>
                  </a:lnTo>
                  <a:lnTo>
                    <a:pt x="352983" y="225526"/>
                  </a:lnTo>
                  <a:lnTo>
                    <a:pt x="354368" y="225069"/>
                  </a:lnTo>
                  <a:lnTo>
                    <a:pt x="354926" y="225069"/>
                  </a:lnTo>
                  <a:close/>
                </a:path>
                <a:path w="859790" h="648335">
                  <a:moveTo>
                    <a:pt x="355244" y="218414"/>
                  </a:moveTo>
                  <a:lnTo>
                    <a:pt x="354838" y="218414"/>
                  </a:lnTo>
                  <a:lnTo>
                    <a:pt x="354774" y="218668"/>
                  </a:lnTo>
                  <a:lnTo>
                    <a:pt x="355028" y="218668"/>
                  </a:lnTo>
                  <a:lnTo>
                    <a:pt x="355244" y="218414"/>
                  </a:lnTo>
                  <a:close/>
                </a:path>
                <a:path w="859790" h="648335">
                  <a:moveTo>
                    <a:pt x="355295" y="225069"/>
                  </a:moveTo>
                  <a:lnTo>
                    <a:pt x="354926" y="225069"/>
                  </a:lnTo>
                  <a:lnTo>
                    <a:pt x="354926" y="225399"/>
                  </a:lnTo>
                  <a:lnTo>
                    <a:pt x="355295" y="225069"/>
                  </a:lnTo>
                  <a:close/>
                </a:path>
                <a:path w="859790" h="648335">
                  <a:moveTo>
                    <a:pt x="358775" y="147904"/>
                  </a:moveTo>
                  <a:lnTo>
                    <a:pt x="358381" y="147688"/>
                  </a:lnTo>
                  <a:lnTo>
                    <a:pt x="357962" y="147561"/>
                  </a:lnTo>
                  <a:lnTo>
                    <a:pt x="357517" y="147510"/>
                  </a:lnTo>
                  <a:lnTo>
                    <a:pt x="357352" y="147523"/>
                  </a:lnTo>
                  <a:lnTo>
                    <a:pt x="357225" y="148170"/>
                  </a:lnTo>
                  <a:lnTo>
                    <a:pt x="357073" y="148539"/>
                  </a:lnTo>
                  <a:lnTo>
                    <a:pt x="358343" y="149034"/>
                  </a:lnTo>
                  <a:lnTo>
                    <a:pt x="358775" y="147904"/>
                  </a:lnTo>
                  <a:close/>
                </a:path>
                <a:path w="859790" h="648335">
                  <a:moveTo>
                    <a:pt x="383146" y="151117"/>
                  </a:moveTo>
                  <a:lnTo>
                    <a:pt x="382968" y="150710"/>
                  </a:lnTo>
                  <a:lnTo>
                    <a:pt x="382828" y="150025"/>
                  </a:lnTo>
                  <a:lnTo>
                    <a:pt x="382282" y="149720"/>
                  </a:lnTo>
                  <a:lnTo>
                    <a:pt x="381723" y="150101"/>
                  </a:lnTo>
                  <a:lnTo>
                    <a:pt x="381292" y="150241"/>
                  </a:lnTo>
                  <a:lnTo>
                    <a:pt x="381457" y="150660"/>
                  </a:lnTo>
                  <a:lnTo>
                    <a:pt x="381520" y="151320"/>
                  </a:lnTo>
                  <a:lnTo>
                    <a:pt x="382143" y="151612"/>
                  </a:lnTo>
                  <a:lnTo>
                    <a:pt x="382701" y="151257"/>
                  </a:lnTo>
                  <a:lnTo>
                    <a:pt x="383146" y="151117"/>
                  </a:lnTo>
                  <a:close/>
                </a:path>
                <a:path w="859790" h="648335">
                  <a:moveTo>
                    <a:pt x="390512" y="207784"/>
                  </a:moveTo>
                  <a:lnTo>
                    <a:pt x="389039" y="205905"/>
                  </a:lnTo>
                  <a:lnTo>
                    <a:pt x="387438" y="203873"/>
                  </a:lnTo>
                  <a:lnTo>
                    <a:pt x="384505" y="199644"/>
                  </a:lnTo>
                  <a:lnTo>
                    <a:pt x="383146" y="198691"/>
                  </a:lnTo>
                  <a:lnTo>
                    <a:pt x="379717" y="197789"/>
                  </a:lnTo>
                  <a:lnTo>
                    <a:pt x="378066" y="197954"/>
                  </a:lnTo>
                  <a:lnTo>
                    <a:pt x="376504" y="198691"/>
                  </a:lnTo>
                  <a:lnTo>
                    <a:pt x="372783" y="199809"/>
                  </a:lnTo>
                  <a:lnTo>
                    <a:pt x="372783" y="207975"/>
                  </a:lnTo>
                  <a:lnTo>
                    <a:pt x="372287" y="209600"/>
                  </a:lnTo>
                  <a:lnTo>
                    <a:pt x="371589" y="210375"/>
                  </a:lnTo>
                  <a:lnTo>
                    <a:pt x="370547" y="210807"/>
                  </a:lnTo>
                  <a:lnTo>
                    <a:pt x="369747" y="211010"/>
                  </a:lnTo>
                  <a:lnTo>
                    <a:pt x="368681" y="210058"/>
                  </a:lnTo>
                  <a:lnTo>
                    <a:pt x="367741" y="209600"/>
                  </a:lnTo>
                  <a:lnTo>
                    <a:pt x="370776" y="205930"/>
                  </a:lnTo>
                  <a:lnTo>
                    <a:pt x="371652" y="207060"/>
                  </a:lnTo>
                  <a:lnTo>
                    <a:pt x="372783" y="207975"/>
                  </a:lnTo>
                  <a:lnTo>
                    <a:pt x="372783" y="199809"/>
                  </a:lnTo>
                  <a:lnTo>
                    <a:pt x="371716" y="200113"/>
                  </a:lnTo>
                  <a:lnTo>
                    <a:pt x="366801" y="200926"/>
                  </a:lnTo>
                  <a:lnTo>
                    <a:pt x="362089" y="201980"/>
                  </a:lnTo>
                  <a:lnTo>
                    <a:pt x="355244" y="218414"/>
                  </a:lnTo>
                  <a:lnTo>
                    <a:pt x="357949" y="218414"/>
                  </a:lnTo>
                  <a:lnTo>
                    <a:pt x="361061" y="217589"/>
                  </a:lnTo>
                  <a:lnTo>
                    <a:pt x="370154" y="223100"/>
                  </a:lnTo>
                  <a:lnTo>
                    <a:pt x="377405" y="220878"/>
                  </a:lnTo>
                  <a:lnTo>
                    <a:pt x="383654" y="221691"/>
                  </a:lnTo>
                  <a:lnTo>
                    <a:pt x="384606" y="220878"/>
                  </a:lnTo>
                  <a:lnTo>
                    <a:pt x="387946" y="218059"/>
                  </a:lnTo>
                  <a:lnTo>
                    <a:pt x="387413" y="217589"/>
                  </a:lnTo>
                  <a:lnTo>
                    <a:pt x="382638" y="213436"/>
                  </a:lnTo>
                  <a:lnTo>
                    <a:pt x="386016" y="211010"/>
                  </a:lnTo>
                  <a:lnTo>
                    <a:pt x="390512" y="207784"/>
                  </a:lnTo>
                  <a:close/>
                </a:path>
                <a:path w="859790" h="648335">
                  <a:moveTo>
                    <a:pt x="396621" y="302755"/>
                  </a:moveTo>
                  <a:lnTo>
                    <a:pt x="390829" y="300316"/>
                  </a:lnTo>
                  <a:lnTo>
                    <a:pt x="385013" y="300316"/>
                  </a:lnTo>
                  <a:lnTo>
                    <a:pt x="378917" y="303060"/>
                  </a:lnTo>
                  <a:lnTo>
                    <a:pt x="377405" y="303441"/>
                  </a:lnTo>
                  <a:lnTo>
                    <a:pt x="376555" y="306374"/>
                  </a:lnTo>
                  <a:lnTo>
                    <a:pt x="375475" y="308038"/>
                  </a:lnTo>
                  <a:lnTo>
                    <a:pt x="376123" y="308038"/>
                  </a:lnTo>
                  <a:lnTo>
                    <a:pt x="378472" y="307670"/>
                  </a:lnTo>
                  <a:lnTo>
                    <a:pt x="382041" y="305879"/>
                  </a:lnTo>
                  <a:lnTo>
                    <a:pt x="384543" y="306857"/>
                  </a:lnTo>
                  <a:lnTo>
                    <a:pt x="386842" y="308038"/>
                  </a:lnTo>
                  <a:lnTo>
                    <a:pt x="389610" y="308038"/>
                  </a:lnTo>
                  <a:lnTo>
                    <a:pt x="392861" y="306857"/>
                  </a:lnTo>
                  <a:lnTo>
                    <a:pt x="394093" y="306374"/>
                  </a:lnTo>
                  <a:lnTo>
                    <a:pt x="394614" y="305879"/>
                  </a:lnTo>
                  <a:lnTo>
                    <a:pt x="395770" y="304787"/>
                  </a:lnTo>
                  <a:lnTo>
                    <a:pt x="396621" y="302755"/>
                  </a:lnTo>
                  <a:close/>
                </a:path>
                <a:path w="859790" h="648335">
                  <a:moveTo>
                    <a:pt x="396824" y="302755"/>
                  </a:moveTo>
                  <a:lnTo>
                    <a:pt x="396760" y="302399"/>
                  </a:lnTo>
                  <a:lnTo>
                    <a:pt x="396621" y="302755"/>
                  </a:lnTo>
                  <a:lnTo>
                    <a:pt x="396824" y="302755"/>
                  </a:lnTo>
                  <a:close/>
                </a:path>
                <a:path w="859790" h="648335">
                  <a:moveTo>
                    <a:pt x="412064" y="162458"/>
                  </a:moveTo>
                  <a:lnTo>
                    <a:pt x="411048" y="161785"/>
                  </a:lnTo>
                  <a:lnTo>
                    <a:pt x="410235" y="160832"/>
                  </a:lnTo>
                  <a:lnTo>
                    <a:pt x="408520" y="164985"/>
                  </a:lnTo>
                  <a:lnTo>
                    <a:pt x="409295" y="165214"/>
                  </a:lnTo>
                  <a:lnTo>
                    <a:pt x="410438" y="165862"/>
                  </a:lnTo>
                  <a:lnTo>
                    <a:pt x="410768" y="165569"/>
                  </a:lnTo>
                  <a:lnTo>
                    <a:pt x="411530" y="164896"/>
                  </a:lnTo>
                  <a:lnTo>
                    <a:pt x="411962" y="164045"/>
                  </a:lnTo>
                  <a:lnTo>
                    <a:pt x="412051" y="163017"/>
                  </a:lnTo>
                  <a:lnTo>
                    <a:pt x="412064" y="162458"/>
                  </a:lnTo>
                  <a:close/>
                </a:path>
                <a:path w="859790" h="648335">
                  <a:moveTo>
                    <a:pt x="441045" y="146773"/>
                  </a:moveTo>
                  <a:lnTo>
                    <a:pt x="440982" y="146240"/>
                  </a:lnTo>
                  <a:lnTo>
                    <a:pt x="440601" y="146596"/>
                  </a:lnTo>
                  <a:lnTo>
                    <a:pt x="441045" y="146773"/>
                  </a:lnTo>
                  <a:close/>
                </a:path>
                <a:path w="859790" h="648335">
                  <a:moveTo>
                    <a:pt x="441566" y="136537"/>
                  </a:moveTo>
                  <a:lnTo>
                    <a:pt x="441540" y="134086"/>
                  </a:lnTo>
                  <a:lnTo>
                    <a:pt x="440842" y="128447"/>
                  </a:lnTo>
                  <a:lnTo>
                    <a:pt x="437857" y="131699"/>
                  </a:lnTo>
                  <a:lnTo>
                    <a:pt x="436460" y="134086"/>
                  </a:lnTo>
                  <a:lnTo>
                    <a:pt x="432015" y="136537"/>
                  </a:lnTo>
                  <a:lnTo>
                    <a:pt x="423202" y="142709"/>
                  </a:lnTo>
                  <a:lnTo>
                    <a:pt x="423824" y="144970"/>
                  </a:lnTo>
                  <a:lnTo>
                    <a:pt x="425272" y="146456"/>
                  </a:lnTo>
                  <a:lnTo>
                    <a:pt x="427520" y="147154"/>
                  </a:lnTo>
                  <a:lnTo>
                    <a:pt x="432447" y="147154"/>
                  </a:lnTo>
                  <a:lnTo>
                    <a:pt x="436511" y="146875"/>
                  </a:lnTo>
                  <a:lnTo>
                    <a:pt x="440651" y="146278"/>
                  </a:lnTo>
                  <a:lnTo>
                    <a:pt x="440728" y="146456"/>
                  </a:lnTo>
                  <a:lnTo>
                    <a:pt x="440982" y="146227"/>
                  </a:lnTo>
                  <a:lnTo>
                    <a:pt x="440639" y="146227"/>
                  </a:lnTo>
                  <a:lnTo>
                    <a:pt x="441502" y="140550"/>
                  </a:lnTo>
                  <a:lnTo>
                    <a:pt x="441566" y="136537"/>
                  </a:lnTo>
                  <a:close/>
                </a:path>
                <a:path w="859790" h="648335">
                  <a:moveTo>
                    <a:pt x="445998" y="193294"/>
                  </a:moveTo>
                  <a:lnTo>
                    <a:pt x="443598" y="191897"/>
                  </a:lnTo>
                  <a:lnTo>
                    <a:pt x="443331" y="192659"/>
                  </a:lnTo>
                  <a:lnTo>
                    <a:pt x="443128" y="193446"/>
                  </a:lnTo>
                  <a:lnTo>
                    <a:pt x="443014" y="194259"/>
                  </a:lnTo>
                  <a:lnTo>
                    <a:pt x="443001" y="194475"/>
                  </a:lnTo>
                  <a:lnTo>
                    <a:pt x="444004" y="195046"/>
                  </a:lnTo>
                  <a:lnTo>
                    <a:pt x="444207" y="194932"/>
                  </a:lnTo>
                  <a:lnTo>
                    <a:pt x="444868" y="194449"/>
                  </a:lnTo>
                  <a:lnTo>
                    <a:pt x="445465" y="193903"/>
                  </a:lnTo>
                  <a:lnTo>
                    <a:pt x="445998" y="193294"/>
                  </a:lnTo>
                  <a:close/>
                </a:path>
                <a:path w="859790" h="648335">
                  <a:moveTo>
                    <a:pt x="447929" y="151955"/>
                  </a:moveTo>
                  <a:lnTo>
                    <a:pt x="445477" y="147662"/>
                  </a:lnTo>
                  <a:lnTo>
                    <a:pt x="442569" y="147408"/>
                  </a:lnTo>
                  <a:lnTo>
                    <a:pt x="441045" y="146773"/>
                  </a:lnTo>
                  <a:lnTo>
                    <a:pt x="441172" y="147662"/>
                  </a:lnTo>
                  <a:lnTo>
                    <a:pt x="441464" y="149936"/>
                  </a:lnTo>
                  <a:lnTo>
                    <a:pt x="437172" y="153606"/>
                  </a:lnTo>
                  <a:lnTo>
                    <a:pt x="440842" y="157365"/>
                  </a:lnTo>
                  <a:lnTo>
                    <a:pt x="447052" y="152869"/>
                  </a:lnTo>
                  <a:lnTo>
                    <a:pt x="447929" y="151955"/>
                  </a:lnTo>
                  <a:close/>
                </a:path>
                <a:path w="859790" h="648335">
                  <a:moveTo>
                    <a:pt x="451523" y="171665"/>
                  </a:moveTo>
                  <a:lnTo>
                    <a:pt x="447751" y="169608"/>
                  </a:lnTo>
                  <a:lnTo>
                    <a:pt x="442874" y="169951"/>
                  </a:lnTo>
                  <a:lnTo>
                    <a:pt x="442290" y="170815"/>
                  </a:lnTo>
                  <a:lnTo>
                    <a:pt x="440791" y="172021"/>
                  </a:lnTo>
                  <a:lnTo>
                    <a:pt x="440740" y="173291"/>
                  </a:lnTo>
                  <a:lnTo>
                    <a:pt x="440613" y="174142"/>
                  </a:lnTo>
                  <a:lnTo>
                    <a:pt x="440702" y="174980"/>
                  </a:lnTo>
                  <a:lnTo>
                    <a:pt x="445528" y="179171"/>
                  </a:lnTo>
                  <a:lnTo>
                    <a:pt x="446366" y="179146"/>
                  </a:lnTo>
                  <a:lnTo>
                    <a:pt x="447192" y="178892"/>
                  </a:lnTo>
                  <a:lnTo>
                    <a:pt x="449224" y="178117"/>
                  </a:lnTo>
                  <a:lnTo>
                    <a:pt x="450532" y="176682"/>
                  </a:lnTo>
                  <a:lnTo>
                    <a:pt x="451116" y="174586"/>
                  </a:lnTo>
                  <a:lnTo>
                    <a:pt x="451523" y="171665"/>
                  </a:lnTo>
                  <a:close/>
                </a:path>
                <a:path w="859790" h="648335">
                  <a:moveTo>
                    <a:pt x="461568" y="142849"/>
                  </a:moveTo>
                  <a:lnTo>
                    <a:pt x="461225" y="142532"/>
                  </a:lnTo>
                  <a:lnTo>
                    <a:pt x="461225" y="142849"/>
                  </a:lnTo>
                  <a:lnTo>
                    <a:pt x="461568" y="142849"/>
                  </a:lnTo>
                  <a:close/>
                </a:path>
                <a:path w="859790" h="648335">
                  <a:moveTo>
                    <a:pt x="461962" y="135826"/>
                  </a:moveTo>
                  <a:lnTo>
                    <a:pt x="461632" y="135826"/>
                  </a:lnTo>
                  <a:lnTo>
                    <a:pt x="461937" y="136220"/>
                  </a:lnTo>
                  <a:lnTo>
                    <a:pt x="461962" y="135826"/>
                  </a:lnTo>
                  <a:close/>
                </a:path>
                <a:path w="859790" h="648335">
                  <a:moveTo>
                    <a:pt x="462686" y="147942"/>
                  </a:moveTo>
                  <a:lnTo>
                    <a:pt x="461225" y="144894"/>
                  </a:lnTo>
                  <a:lnTo>
                    <a:pt x="461225" y="142963"/>
                  </a:lnTo>
                  <a:lnTo>
                    <a:pt x="459244" y="143598"/>
                  </a:lnTo>
                  <a:lnTo>
                    <a:pt x="456044" y="143598"/>
                  </a:lnTo>
                  <a:lnTo>
                    <a:pt x="457568" y="147942"/>
                  </a:lnTo>
                  <a:lnTo>
                    <a:pt x="458190" y="148475"/>
                  </a:lnTo>
                  <a:lnTo>
                    <a:pt x="458609" y="148475"/>
                  </a:lnTo>
                  <a:lnTo>
                    <a:pt x="462686" y="147942"/>
                  </a:lnTo>
                  <a:close/>
                </a:path>
                <a:path w="859790" h="648335">
                  <a:moveTo>
                    <a:pt x="463092" y="331470"/>
                  </a:moveTo>
                  <a:lnTo>
                    <a:pt x="446544" y="336956"/>
                  </a:lnTo>
                  <a:lnTo>
                    <a:pt x="430745" y="328409"/>
                  </a:lnTo>
                  <a:lnTo>
                    <a:pt x="430733" y="339204"/>
                  </a:lnTo>
                  <a:lnTo>
                    <a:pt x="421843" y="339928"/>
                  </a:lnTo>
                  <a:lnTo>
                    <a:pt x="419684" y="340601"/>
                  </a:lnTo>
                  <a:lnTo>
                    <a:pt x="419595" y="340791"/>
                  </a:lnTo>
                  <a:lnTo>
                    <a:pt x="418134" y="344131"/>
                  </a:lnTo>
                  <a:lnTo>
                    <a:pt x="419849" y="345782"/>
                  </a:lnTo>
                  <a:lnTo>
                    <a:pt x="423265" y="347040"/>
                  </a:lnTo>
                  <a:lnTo>
                    <a:pt x="424408" y="347218"/>
                  </a:lnTo>
                  <a:lnTo>
                    <a:pt x="425500" y="347510"/>
                  </a:lnTo>
                  <a:lnTo>
                    <a:pt x="425348" y="347764"/>
                  </a:lnTo>
                  <a:lnTo>
                    <a:pt x="432816" y="344805"/>
                  </a:lnTo>
                  <a:lnTo>
                    <a:pt x="440461" y="342646"/>
                  </a:lnTo>
                  <a:lnTo>
                    <a:pt x="448284" y="341312"/>
                  </a:lnTo>
                  <a:lnTo>
                    <a:pt x="456298" y="340791"/>
                  </a:lnTo>
                  <a:lnTo>
                    <a:pt x="459092" y="336956"/>
                  </a:lnTo>
                  <a:lnTo>
                    <a:pt x="463092" y="331470"/>
                  </a:lnTo>
                  <a:close/>
                </a:path>
                <a:path w="859790" h="648335">
                  <a:moveTo>
                    <a:pt x="465455" y="140919"/>
                  </a:moveTo>
                  <a:lnTo>
                    <a:pt x="461937" y="136220"/>
                  </a:lnTo>
                  <a:lnTo>
                    <a:pt x="461594" y="142405"/>
                  </a:lnTo>
                  <a:lnTo>
                    <a:pt x="465455" y="140919"/>
                  </a:lnTo>
                  <a:close/>
                </a:path>
                <a:path w="859790" h="648335">
                  <a:moveTo>
                    <a:pt x="467398" y="156324"/>
                  </a:moveTo>
                  <a:lnTo>
                    <a:pt x="465213" y="155943"/>
                  </a:lnTo>
                  <a:lnTo>
                    <a:pt x="462419" y="155638"/>
                  </a:lnTo>
                  <a:lnTo>
                    <a:pt x="454914" y="155638"/>
                  </a:lnTo>
                  <a:lnTo>
                    <a:pt x="454977" y="156324"/>
                  </a:lnTo>
                  <a:lnTo>
                    <a:pt x="455269" y="159321"/>
                  </a:lnTo>
                  <a:lnTo>
                    <a:pt x="459917" y="160248"/>
                  </a:lnTo>
                  <a:lnTo>
                    <a:pt x="464045" y="159181"/>
                  </a:lnTo>
                  <a:lnTo>
                    <a:pt x="467398" y="156324"/>
                  </a:lnTo>
                  <a:close/>
                </a:path>
                <a:path w="859790" h="648335">
                  <a:moveTo>
                    <a:pt x="470217" y="154838"/>
                  </a:moveTo>
                  <a:lnTo>
                    <a:pt x="469404" y="155270"/>
                  </a:lnTo>
                  <a:lnTo>
                    <a:pt x="468528" y="155702"/>
                  </a:lnTo>
                  <a:lnTo>
                    <a:pt x="467664" y="156121"/>
                  </a:lnTo>
                  <a:lnTo>
                    <a:pt x="467398" y="156324"/>
                  </a:lnTo>
                  <a:lnTo>
                    <a:pt x="467868" y="156324"/>
                  </a:lnTo>
                  <a:lnTo>
                    <a:pt x="470217" y="154838"/>
                  </a:lnTo>
                  <a:close/>
                </a:path>
                <a:path w="859790" h="648335">
                  <a:moveTo>
                    <a:pt x="470255" y="175755"/>
                  </a:moveTo>
                  <a:lnTo>
                    <a:pt x="469341" y="175336"/>
                  </a:lnTo>
                  <a:lnTo>
                    <a:pt x="468401" y="174561"/>
                  </a:lnTo>
                  <a:lnTo>
                    <a:pt x="466902" y="174688"/>
                  </a:lnTo>
                  <a:lnTo>
                    <a:pt x="466382" y="175882"/>
                  </a:lnTo>
                  <a:lnTo>
                    <a:pt x="465810" y="176555"/>
                  </a:lnTo>
                  <a:lnTo>
                    <a:pt x="466725" y="176987"/>
                  </a:lnTo>
                  <a:lnTo>
                    <a:pt x="467652" y="177876"/>
                  </a:lnTo>
                  <a:lnTo>
                    <a:pt x="469150" y="177761"/>
                  </a:lnTo>
                  <a:lnTo>
                    <a:pt x="469684" y="176491"/>
                  </a:lnTo>
                  <a:lnTo>
                    <a:pt x="470255" y="175755"/>
                  </a:lnTo>
                  <a:close/>
                </a:path>
                <a:path w="859790" h="648335">
                  <a:moveTo>
                    <a:pt x="482625" y="349631"/>
                  </a:moveTo>
                  <a:lnTo>
                    <a:pt x="482574" y="349199"/>
                  </a:lnTo>
                  <a:lnTo>
                    <a:pt x="482282" y="349377"/>
                  </a:lnTo>
                  <a:lnTo>
                    <a:pt x="482625" y="349631"/>
                  </a:lnTo>
                  <a:close/>
                </a:path>
                <a:path w="859790" h="648335">
                  <a:moveTo>
                    <a:pt x="488480" y="178079"/>
                  </a:moveTo>
                  <a:lnTo>
                    <a:pt x="484593" y="178079"/>
                  </a:lnTo>
                  <a:lnTo>
                    <a:pt x="481965" y="178650"/>
                  </a:lnTo>
                  <a:lnTo>
                    <a:pt x="483692" y="182143"/>
                  </a:lnTo>
                  <a:lnTo>
                    <a:pt x="486740" y="188493"/>
                  </a:lnTo>
                  <a:lnTo>
                    <a:pt x="487565" y="186499"/>
                  </a:lnTo>
                  <a:lnTo>
                    <a:pt x="488162" y="184302"/>
                  </a:lnTo>
                  <a:lnTo>
                    <a:pt x="488467" y="182143"/>
                  </a:lnTo>
                  <a:lnTo>
                    <a:pt x="488480" y="178079"/>
                  </a:lnTo>
                  <a:close/>
                </a:path>
                <a:path w="859790" h="648335">
                  <a:moveTo>
                    <a:pt x="493496" y="336880"/>
                  </a:moveTo>
                  <a:lnTo>
                    <a:pt x="487997" y="335902"/>
                  </a:lnTo>
                  <a:lnTo>
                    <a:pt x="483171" y="334657"/>
                  </a:lnTo>
                  <a:lnTo>
                    <a:pt x="473925" y="333895"/>
                  </a:lnTo>
                  <a:lnTo>
                    <a:pt x="471258" y="336397"/>
                  </a:lnTo>
                  <a:lnTo>
                    <a:pt x="471144" y="336880"/>
                  </a:lnTo>
                  <a:lnTo>
                    <a:pt x="470103" y="341604"/>
                  </a:lnTo>
                  <a:lnTo>
                    <a:pt x="477494" y="340271"/>
                  </a:lnTo>
                  <a:lnTo>
                    <a:pt x="481761" y="342646"/>
                  </a:lnTo>
                  <a:lnTo>
                    <a:pt x="482574" y="349199"/>
                  </a:lnTo>
                  <a:lnTo>
                    <a:pt x="486981" y="346595"/>
                  </a:lnTo>
                  <a:lnTo>
                    <a:pt x="492074" y="344081"/>
                  </a:lnTo>
                  <a:lnTo>
                    <a:pt x="492823" y="340271"/>
                  </a:lnTo>
                  <a:lnTo>
                    <a:pt x="493496" y="336880"/>
                  </a:lnTo>
                  <a:close/>
                </a:path>
                <a:path w="859790" h="648335">
                  <a:moveTo>
                    <a:pt x="501586" y="352666"/>
                  </a:moveTo>
                  <a:lnTo>
                    <a:pt x="500710" y="351485"/>
                  </a:lnTo>
                  <a:lnTo>
                    <a:pt x="498995" y="353834"/>
                  </a:lnTo>
                  <a:lnTo>
                    <a:pt x="498652" y="354355"/>
                  </a:lnTo>
                  <a:lnTo>
                    <a:pt x="501586" y="352666"/>
                  </a:lnTo>
                  <a:close/>
                </a:path>
                <a:path w="859790" h="648335">
                  <a:moveTo>
                    <a:pt x="515416" y="0"/>
                  </a:moveTo>
                  <a:lnTo>
                    <a:pt x="513435" y="901"/>
                  </a:lnTo>
                  <a:lnTo>
                    <a:pt x="512432" y="1333"/>
                  </a:lnTo>
                  <a:lnTo>
                    <a:pt x="512724" y="1625"/>
                  </a:lnTo>
                  <a:lnTo>
                    <a:pt x="515416" y="0"/>
                  </a:lnTo>
                  <a:close/>
                </a:path>
                <a:path w="859790" h="648335">
                  <a:moveTo>
                    <a:pt x="520192" y="208318"/>
                  </a:moveTo>
                  <a:lnTo>
                    <a:pt x="519112" y="206298"/>
                  </a:lnTo>
                  <a:lnTo>
                    <a:pt x="518718" y="204520"/>
                  </a:lnTo>
                  <a:lnTo>
                    <a:pt x="517626" y="203733"/>
                  </a:lnTo>
                  <a:lnTo>
                    <a:pt x="516712" y="202920"/>
                  </a:lnTo>
                  <a:lnTo>
                    <a:pt x="515670" y="202717"/>
                  </a:lnTo>
                  <a:lnTo>
                    <a:pt x="513346" y="203555"/>
                  </a:lnTo>
                  <a:lnTo>
                    <a:pt x="512673" y="204368"/>
                  </a:lnTo>
                  <a:lnTo>
                    <a:pt x="512483" y="205587"/>
                  </a:lnTo>
                  <a:lnTo>
                    <a:pt x="512140" y="207327"/>
                  </a:lnTo>
                  <a:lnTo>
                    <a:pt x="513537" y="209384"/>
                  </a:lnTo>
                  <a:lnTo>
                    <a:pt x="514172" y="211289"/>
                  </a:lnTo>
                  <a:lnTo>
                    <a:pt x="520192" y="208318"/>
                  </a:lnTo>
                  <a:close/>
                </a:path>
                <a:path w="859790" h="648335">
                  <a:moveTo>
                    <a:pt x="536803" y="191960"/>
                  </a:moveTo>
                  <a:lnTo>
                    <a:pt x="531279" y="183235"/>
                  </a:lnTo>
                  <a:lnTo>
                    <a:pt x="529196" y="187223"/>
                  </a:lnTo>
                  <a:lnTo>
                    <a:pt x="528447" y="191439"/>
                  </a:lnTo>
                  <a:lnTo>
                    <a:pt x="529043" y="195884"/>
                  </a:lnTo>
                  <a:lnTo>
                    <a:pt x="536803" y="191960"/>
                  </a:lnTo>
                  <a:close/>
                </a:path>
                <a:path w="859790" h="648335">
                  <a:moveTo>
                    <a:pt x="542721" y="206756"/>
                  </a:moveTo>
                  <a:lnTo>
                    <a:pt x="541337" y="206070"/>
                  </a:lnTo>
                  <a:lnTo>
                    <a:pt x="540016" y="204978"/>
                  </a:lnTo>
                  <a:lnTo>
                    <a:pt x="539508" y="205244"/>
                  </a:lnTo>
                  <a:lnTo>
                    <a:pt x="538289" y="206171"/>
                  </a:lnTo>
                  <a:lnTo>
                    <a:pt x="537235" y="207264"/>
                  </a:lnTo>
                  <a:lnTo>
                    <a:pt x="536333" y="208495"/>
                  </a:lnTo>
                  <a:lnTo>
                    <a:pt x="537502" y="209130"/>
                  </a:lnTo>
                  <a:lnTo>
                    <a:pt x="538975" y="210527"/>
                  </a:lnTo>
                  <a:lnTo>
                    <a:pt x="541007" y="209702"/>
                  </a:lnTo>
                  <a:lnTo>
                    <a:pt x="541731" y="208013"/>
                  </a:lnTo>
                  <a:lnTo>
                    <a:pt x="542721" y="206756"/>
                  </a:lnTo>
                  <a:close/>
                </a:path>
                <a:path w="859790" h="648335">
                  <a:moveTo>
                    <a:pt x="552640" y="210235"/>
                  </a:moveTo>
                  <a:lnTo>
                    <a:pt x="550265" y="209969"/>
                  </a:lnTo>
                  <a:lnTo>
                    <a:pt x="550633" y="210235"/>
                  </a:lnTo>
                  <a:lnTo>
                    <a:pt x="550951" y="210743"/>
                  </a:lnTo>
                  <a:lnTo>
                    <a:pt x="551751" y="210832"/>
                  </a:lnTo>
                  <a:lnTo>
                    <a:pt x="552208" y="210439"/>
                  </a:lnTo>
                  <a:lnTo>
                    <a:pt x="552640" y="210235"/>
                  </a:lnTo>
                  <a:close/>
                </a:path>
                <a:path w="859790" h="648335">
                  <a:moveTo>
                    <a:pt x="577875" y="206070"/>
                  </a:moveTo>
                  <a:lnTo>
                    <a:pt x="577481" y="199301"/>
                  </a:lnTo>
                  <a:lnTo>
                    <a:pt x="576249" y="196354"/>
                  </a:lnTo>
                  <a:lnTo>
                    <a:pt x="573963" y="193840"/>
                  </a:lnTo>
                  <a:lnTo>
                    <a:pt x="568794" y="186753"/>
                  </a:lnTo>
                  <a:lnTo>
                    <a:pt x="566915" y="178879"/>
                  </a:lnTo>
                  <a:lnTo>
                    <a:pt x="568312" y="170218"/>
                  </a:lnTo>
                  <a:lnTo>
                    <a:pt x="560400" y="170967"/>
                  </a:lnTo>
                  <a:lnTo>
                    <a:pt x="558622" y="176784"/>
                  </a:lnTo>
                  <a:lnTo>
                    <a:pt x="557657" y="182257"/>
                  </a:lnTo>
                  <a:lnTo>
                    <a:pt x="575017" y="211899"/>
                  </a:lnTo>
                  <a:lnTo>
                    <a:pt x="576986" y="209143"/>
                  </a:lnTo>
                  <a:lnTo>
                    <a:pt x="577875" y="206070"/>
                  </a:lnTo>
                  <a:close/>
                </a:path>
                <a:path w="859790" h="648335">
                  <a:moveTo>
                    <a:pt x="590854" y="494423"/>
                  </a:moveTo>
                  <a:lnTo>
                    <a:pt x="589813" y="494169"/>
                  </a:lnTo>
                  <a:lnTo>
                    <a:pt x="588949" y="494372"/>
                  </a:lnTo>
                  <a:lnTo>
                    <a:pt x="588098" y="494601"/>
                  </a:lnTo>
                  <a:lnTo>
                    <a:pt x="587248" y="494817"/>
                  </a:lnTo>
                  <a:lnTo>
                    <a:pt x="588010" y="495096"/>
                  </a:lnTo>
                  <a:lnTo>
                    <a:pt x="588810" y="495287"/>
                  </a:lnTo>
                  <a:lnTo>
                    <a:pt x="589622" y="495363"/>
                  </a:lnTo>
                  <a:lnTo>
                    <a:pt x="590042" y="495363"/>
                  </a:lnTo>
                  <a:lnTo>
                    <a:pt x="590448" y="494753"/>
                  </a:lnTo>
                  <a:lnTo>
                    <a:pt x="590854" y="494423"/>
                  </a:lnTo>
                  <a:close/>
                </a:path>
                <a:path w="859790" h="648335">
                  <a:moveTo>
                    <a:pt x="616496" y="421195"/>
                  </a:moveTo>
                  <a:lnTo>
                    <a:pt x="616419" y="421017"/>
                  </a:lnTo>
                  <a:lnTo>
                    <a:pt x="613359" y="414566"/>
                  </a:lnTo>
                  <a:lnTo>
                    <a:pt x="613206" y="414261"/>
                  </a:lnTo>
                  <a:lnTo>
                    <a:pt x="613079" y="414261"/>
                  </a:lnTo>
                  <a:lnTo>
                    <a:pt x="612851" y="414566"/>
                  </a:lnTo>
                  <a:lnTo>
                    <a:pt x="615505" y="410857"/>
                  </a:lnTo>
                  <a:lnTo>
                    <a:pt x="615378" y="410857"/>
                  </a:lnTo>
                  <a:lnTo>
                    <a:pt x="615492" y="410159"/>
                  </a:lnTo>
                  <a:lnTo>
                    <a:pt x="615581" y="409651"/>
                  </a:lnTo>
                  <a:lnTo>
                    <a:pt x="615619" y="409422"/>
                  </a:lnTo>
                  <a:lnTo>
                    <a:pt x="615962" y="407314"/>
                  </a:lnTo>
                  <a:lnTo>
                    <a:pt x="614756" y="403313"/>
                  </a:lnTo>
                  <a:lnTo>
                    <a:pt x="612787" y="403860"/>
                  </a:lnTo>
                  <a:lnTo>
                    <a:pt x="612787" y="414261"/>
                  </a:lnTo>
                  <a:lnTo>
                    <a:pt x="611593" y="414261"/>
                  </a:lnTo>
                  <a:lnTo>
                    <a:pt x="607606" y="411899"/>
                  </a:lnTo>
                  <a:lnTo>
                    <a:pt x="607187" y="410857"/>
                  </a:lnTo>
                  <a:lnTo>
                    <a:pt x="607656" y="410857"/>
                  </a:lnTo>
                  <a:lnTo>
                    <a:pt x="608558" y="410641"/>
                  </a:lnTo>
                  <a:lnTo>
                    <a:pt x="610590" y="409651"/>
                  </a:lnTo>
                  <a:lnTo>
                    <a:pt x="611073" y="410159"/>
                  </a:lnTo>
                  <a:lnTo>
                    <a:pt x="612787" y="414261"/>
                  </a:lnTo>
                  <a:lnTo>
                    <a:pt x="612787" y="403860"/>
                  </a:lnTo>
                  <a:lnTo>
                    <a:pt x="595693" y="416623"/>
                  </a:lnTo>
                  <a:lnTo>
                    <a:pt x="596112" y="418680"/>
                  </a:lnTo>
                  <a:lnTo>
                    <a:pt x="597039" y="421525"/>
                  </a:lnTo>
                  <a:lnTo>
                    <a:pt x="598309" y="424205"/>
                  </a:lnTo>
                  <a:lnTo>
                    <a:pt x="599922" y="426720"/>
                  </a:lnTo>
                  <a:lnTo>
                    <a:pt x="616496" y="421195"/>
                  </a:lnTo>
                  <a:close/>
                </a:path>
                <a:path w="859790" h="648335">
                  <a:moveTo>
                    <a:pt x="617054" y="420979"/>
                  </a:moveTo>
                  <a:lnTo>
                    <a:pt x="616496" y="421195"/>
                  </a:lnTo>
                  <a:lnTo>
                    <a:pt x="616585" y="421386"/>
                  </a:lnTo>
                  <a:lnTo>
                    <a:pt x="616762" y="421309"/>
                  </a:lnTo>
                  <a:lnTo>
                    <a:pt x="617054" y="420979"/>
                  </a:lnTo>
                  <a:close/>
                </a:path>
                <a:path w="859790" h="648335">
                  <a:moveTo>
                    <a:pt x="639419" y="423354"/>
                  </a:moveTo>
                  <a:lnTo>
                    <a:pt x="639330" y="420979"/>
                  </a:lnTo>
                  <a:lnTo>
                    <a:pt x="638314" y="419188"/>
                  </a:lnTo>
                  <a:lnTo>
                    <a:pt x="636409" y="417918"/>
                  </a:lnTo>
                  <a:lnTo>
                    <a:pt x="634352" y="417106"/>
                  </a:lnTo>
                  <a:lnTo>
                    <a:pt x="632421" y="417347"/>
                  </a:lnTo>
                  <a:lnTo>
                    <a:pt x="630631" y="418617"/>
                  </a:lnTo>
                  <a:lnTo>
                    <a:pt x="626516" y="422465"/>
                  </a:lnTo>
                  <a:lnTo>
                    <a:pt x="621830" y="423354"/>
                  </a:lnTo>
                  <a:lnTo>
                    <a:pt x="616712" y="421373"/>
                  </a:lnTo>
                  <a:lnTo>
                    <a:pt x="614286" y="424573"/>
                  </a:lnTo>
                  <a:lnTo>
                    <a:pt x="610577" y="428066"/>
                  </a:lnTo>
                  <a:lnTo>
                    <a:pt x="618070" y="433082"/>
                  </a:lnTo>
                  <a:lnTo>
                    <a:pt x="621804" y="425881"/>
                  </a:lnTo>
                  <a:lnTo>
                    <a:pt x="628599" y="427723"/>
                  </a:lnTo>
                  <a:lnTo>
                    <a:pt x="636765" y="427723"/>
                  </a:lnTo>
                  <a:lnTo>
                    <a:pt x="638416" y="425881"/>
                  </a:lnTo>
                  <a:lnTo>
                    <a:pt x="639229" y="424980"/>
                  </a:lnTo>
                  <a:lnTo>
                    <a:pt x="639279" y="424573"/>
                  </a:lnTo>
                  <a:lnTo>
                    <a:pt x="639419" y="423354"/>
                  </a:lnTo>
                  <a:close/>
                </a:path>
                <a:path w="859790" h="648335">
                  <a:moveTo>
                    <a:pt x="653859" y="373735"/>
                  </a:moveTo>
                  <a:lnTo>
                    <a:pt x="649922" y="373037"/>
                  </a:lnTo>
                  <a:lnTo>
                    <a:pt x="649833" y="372745"/>
                  </a:lnTo>
                  <a:lnTo>
                    <a:pt x="649732" y="372402"/>
                  </a:lnTo>
                  <a:lnTo>
                    <a:pt x="648804" y="369277"/>
                  </a:lnTo>
                  <a:lnTo>
                    <a:pt x="640892" y="361670"/>
                  </a:lnTo>
                  <a:lnTo>
                    <a:pt x="639978" y="361886"/>
                  </a:lnTo>
                  <a:lnTo>
                    <a:pt x="639686" y="361886"/>
                  </a:lnTo>
                  <a:lnTo>
                    <a:pt x="637095" y="363791"/>
                  </a:lnTo>
                  <a:lnTo>
                    <a:pt x="636384" y="364985"/>
                  </a:lnTo>
                  <a:lnTo>
                    <a:pt x="636295" y="365506"/>
                  </a:lnTo>
                  <a:lnTo>
                    <a:pt x="636155" y="366483"/>
                  </a:lnTo>
                  <a:lnTo>
                    <a:pt x="635711" y="368604"/>
                  </a:lnTo>
                  <a:lnTo>
                    <a:pt x="635139" y="370700"/>
                  </a:lnTo>
                  <a:lnTo>
                    <a:pt x="633869" y="374345"/>
                  </a:lnTo>
                  <a:lnTo>
                    <a:pt x="629475" y="372402"/>
                  </a:lnTo>
                  <a:lnTo>
                    <a:pt x="631024" y="376593"/>
                  </a:lnTo>
                  <a:lnTo>
                    <a:pt x="639076" y="377926"/>
                  </a:lnTo>
                  <a:lnTo>
                    <a:pt x="646836" y="376910"/>
                  </a:lnTo>
                  <a:lnTo>
                    <a:pt x="652526" y="374345"/>
                  </a:lnTo>
                  <a:lnTo>
                    <a:pt x="653859" y="373735"/>
                  </a:lnTo>
                  <a:close/>
                </a:path>
                <a:path w="859790" h="648335">
                  <a:moveTo>
                    <a:pt x="654634" y="373875"/>
                  </a:moveTo>
                  <a:lnTo>
                    <a:pt x="654278" y="373545"/>
                  </a:lnTo>
                  <a:lnTo>
                    <a:pt x="653859" y="373735"/>
                  </a:lnTo>
                  <a:lnTo>
                    <a:pt x="654634" y="373875"/>
                  </a:lnTo>
                  <a:close/>
                </a:path>
                <a:path w="859790" h="648335">
                  <a:moveTo>
                    <a:pt x="661733" y="440309"/>
                  </a:moveTo>
                  <a:lnTo>
                    <a:pt x="657707" y="434670"/>
                  </a:lnTo>
                  <a:lnTo>
                    <a:pt x="653796" y="436384"/>
                  </a:lnTo>
                  <a:lnTo>
                    <a:pt x="649173" y="437667"/>
                  </a:lnTo>
                  <a:lnTo>
                    <a:pt x="644017" y="438365"/>
                  </a:lnTo>
                  <a:lnTo>
                    <a:pt x="638860" y="438442"/>
                  </a:lnTo>
                  <a:lnTo>
                    <a:pt x="633691" y="437921"/>
                  </a:lnTo>
                  <a:lnTo>
                    <a:pt x="636536" y="441604"/>
                  </a:lnTo>
                  <a:lnTo>
                    <a:pt x="638111" y="443915"/>
                  </a:lnTo>
                  <a:lnTo>
                    <a:pt x="643534" y="449897"/>
                  </a:lnTo>
                  <a:lnTo>
                    <a:pt x="637590" y="451713"/>
                  </a:lnTo>
                  <a:lnTo>
                    <a:pt x="637832" y="453250"/>
                  </a:lnTo>
                  <a:lnTo>
                    <a:pt x="640740" y="457911"/>
                  </a:lnTo>
                  <a:lnTo>
                    <a:pt x="642670" y="461340"/>
                  </a:lnTo>
                  <a:lnTo>
                    <a:pt x="644944" y="464527"/>
                  </a:lnTo>
                  <a:lnTo>
                    <a:pt x="645591" y="466064"/>
                  </a:lnTo>
                  <a:lnTo>
                    <a:pt x="646734" y="467029"/>
                  </a:lnTo>
                  <a:lnTo>
                    <a:pt x="649986" y="467804"/>
                  </a:lnTo>
                  <a:lnTo>
                    <a:pt x="651433" y="467461"/>
                  </a:lnTo>
                  <a:lnTo>
                    <a:pt x="652716" y="466394"/>
                  </a:lnTo>
                  <a:lnTo>
                    <a:pt x="650938" y="445439"/>
                  </a:lnTo>
                  <a:lnTo>
                    <a:pt x="661733" y="440309"/>
                  </a:lnTo>
                  <a:close/>
                </a:path>
                <a:path w="859790" h="648335">
                  <a:moveTo>
                    <a:pt x="685533" y="465632"/>
                  </a:moveTo>
                  <a:lnTo>
                    <a:pt x="661123" y="473113"/>
                  </a:lnTo>
                  <a:lnTo>
                    <a:pt x="650189" y="476707"/>
                  </a:lnTo>
                  <a:lnTo>
                    <a:pt x="648614" y="481063"/>
                  </a:lnTo>
                  <a:lnTo>
                    <a:pt x="650595" y="481965"/>
                  </a:lnTo>
                  <a:lnTo>
                    <a:pt x="652576" y="483031"/>
                  </a:lnTo>
                  <a:lnTo>
                    <a:pt x="666978" y="476745"/>
                  </a:lnTo>
                  <a:lnTo>
                    <a:pt x="668832" y="475691"/>
                  </a:lnTo>
                  <a:lnTo>
                    <a:pt x="671347" y="473900"/>
                  </a:lnTo>
                  <a:lnTo>
                    <a:pt x="680008" y="477037"/>
                  </a:lnTo>
                  <a:lnTo>
                    <a:pt x="681113" y="470852"/>
                  </a:lnTo>
                  <a:lnTo>
                    <a:pt x="685533" y="465632"/>
                  </a:lnTo>
                  <a:close/>
                </a:path>
                <a:path w="859790" h="648335">
                  <a:moveTo>
                    <a:pt x="695591" y="411911"/>
                  </a:moveTo>
                  <a:lnTo>
                    <a:pt x="674916" y="406006"/>
                  </a:lnTo>
                  <a:lnTo>
                    <a:pt x="670725" y="410387"/>
                  </a:lnTo>
                  <a:lnTo>
                    <a:pt x="666203" y="414934"/>
                  </a:lnTo>
                  <a:lnTo>
                    <a:pt x="662470" y="420458"/>
                  </a:lnTo>
                  <a:lnTo>
                    <a:pt x="660666" y="427824"/>
                  </a:lnTo>
                  <a:lnTo>
                    <a:pt x="667880" y="427240"/>
                  </a:lnTo>
                  <a:lnTo>
                    <a:pt x="671144" y="420497"/>
                  </a:lnTo>
                  <a:lnTo>
                    <a:pt x="677087" y="419493"/>
                  </a:lnTo>
                  <a:lnTo>
                    <a:pt x="684199" y="419265"/>
                  </a:lnTo>
                  <a:lnTo>
                    <a:pt x="690359" y="416750"/>
                  </a:lnTo>
                  <a:lnTo>
                    <a:pt x="695591" y="411911"/>
                  </a:lnTo>
                  <a:close/>
                </a:path>
                <a:path w="859790" h="648335">
                  <a:moveTo>
                    <a:pt x="696760" y="152234"/>
                  </a:moveTo>
                  <a:lnTo>
                    <a:pt x="694042" y="152234"/>
                  </a:lnTo>
                  <a:lnTo>
                    <a:pt x="694664" y="152285"/>
                  </a:lnTo>
                  <a:lnTo>
                    <a:pt x="695502" y="152361"/>
                  </a:lnTo>
                  <a:lnTo>
                    <a:pt x="696379" y="152400"/>
                  </a:lnTo>
                  <a:lnTo>
                    <a:pt x="696633" y="152285"/>
                  </a:lnTo>
                  <a:lnTo>
                    <a:pt x="696760" y="152234"/>
                  </a:lnTo>
                  <a:close/>
                </a:path>
                <a:path w="859790" h="648335">
                  <a:moveTo>
                    <a:pt x="712812" y="569112"/>
                  </a:moveTo>
                  <a:lnTo>
                    <a:pt x="692454" y="551040"/>
                  </a:lnTo>
                  <a:lnTo>
                    <a:pt x="692708" y="546188"/>
                  </a:lnTo>
                  <a:lnTo>
                    <a:pt x="693318" y="543890"/>
                  </a:lnTo>
                  <a:lnTo>
                    <a:pt x="695502" y="539153"/>
                  </a:lnTo>
                  <a:lnTo>
                    <a:pt x="696163" y="536473"/>
                  </a:lnTo>
                  <a:lnTo>
                    <a:pt x="696353" y="533692"/>
                  </a:lnTo>
                  <a:lnTo>
                    <a:pt x="696302" y="532079"/>
                  </a:lnTo>
                  <a:lnTo>
                    <a:pt x="694182" y="530529"/>
                  </a:lnTo>
                  <a:lnTo>
                    <a:pt x="692556" y="528459"/>
                  </a:lnTo>
                  <a:lnTo>
                    <a:pt x="688924" y="535432"/>
                  </a:lnTo>
                  <a:lnTo>
                    <a:pt x="687641" y="542810"/>
                  </a:lnTo>
                  <a:lnTo>
                    <a:pt x="688873" y="552284"/>
                  </a:lnTo>
                  <a:lnTo>
                    <a:pt x="688835" y="553974"/>
                  </a:lnTo>
                  <a:lnTo>
                    <a:pt x="688555" y="555663"/>
                  </a:lnTo>
                  <a:lnTo>
                    <a:pt x="687832" y="563041"/>
                  </a:lnTo>
                  <a:lnTo>
                    <a:pt x="685292" y="568528"/>
                  </a:lnTo>
                  <a:lnTo>
                    <a:pt x="676732" y="569861"/>
                  </a:lnTo>
                  <a:lnTo>
                    <a:pt x="671855" y="571119"/>
                  </a:lnTo>
                  <a:lnTo>
                    <a:pt x="667143" y="572846"/>
                  </a:lnTo>
                  <a:lnTo>
                    <a:pt x="662622" y="575056"/>
                  </a:lnTo>
                  <a:lnTo>
                    <a:pt x="667816" y="607314"/>
                  </a:lnTo>
                  <a:lnTo>
                    <a:pt x="676833" y="592302"/>
                  </a:lnTo>
                  <a:lnTo>
                    <a:pt x="672376" y="586600"/>
                  </a:lnTo>
                  <a:lnTo>
                    <a:pt x="675525" y="585685"/>
                  </a:lnTo>
                  <a:lnTo>
                    <a:pt x="688517" y="577100"/>
                  </a:lnTo>
                  <a:lnTo>
                    <a:pt x="696239" y="581660"/>
                  </a:lnTo>
                  <a:lnTo>
                    <a:pt x="692480" y="586879"/>
                  </a:lnTo>
                  <a:lnTo>
                    <a:pt x="690854" y="591769"/>
                  </a:lnTo>
                  <a:lnTo>
                    <a:pt x="693343" y="593217"/>
                  </a:lnTo>
                  <a:lnTo>
                    <a:pt x="695998" y="593623"/>
                  </a:lnTo>
                  <a:lnTo>
                    <a:pt x="701636" y="592378"/>
                  </a:lnTo>
                  <a:lnTo>
                    <a:pt x="703859" y="590880"/>
                  </a:lnTo>
                  <a:lnTo>
                    <a:pt x="705510" y="588505"/>
                  </a:lnTo>
                  <a:lnTo>
                    <a:pt x="698512" y="583641"/>
                  </a:lnTo>
                  <a:lnTo>
                    <a:pt x="697712" y="580161"/>
                  </a:lnTo>
                  <a:lnTo>
                    <a:pt x="703338" y="577723"/>
                  </a:lnTo>
                  <a:lnTo>
                    <a:pt x="707910" y="576402"/>
                  </a:lnTo>
                  <a:lnTo>
                    <a:pt x="711073" y="573532"/>
                  </a:lnTo>
                  <a:lnTo>
                    <a:pt x="712812" y="569112"/>
                  </a:lnTo>
                  <a:close/>
                </a:path>
                <a:path w="859790" h="648335">
                  <a:moveTo>
                    <a:pt x="716343" y="476377"/>
                  </a:moveTo>
                  <a:lnTo>
                    <a:pt x="715873" y="476199"/>
                  </a:lnTo>
                  <a:lnTo>
                    <a:pt x="715987" y="476681"/>
                  </a:lnTo>
                  <a:lnTo>
                    <a:pt x="716343" y="476377"/>
                  </a:lnTo>
                  <a:close/>
                </a:path>
                <a:path w="859790" h="648335">
                  <a:moveTo>
                    <a:pt x="729488" y="456514"/>
                  </a:moveTo>
                  <a:lnTo>
                    <a:pt x="729246" y="455955"/>
                  </a:lnTo>
                  <a:lnTo>
                    <a:pt x="728649" y="454596"/>
                  </a:lnTo>
                  <a:lnTo>
                    <a:pt x="727036" y="452323"/>
                  </a:lnTo>
                  <a:lnTo>
                    <a:pt x="726541" y="452488"/>
                  </a:lnTo>
                  <a:lnTo>
                    <a:pt x="720064" y="454012"/>
                  </a:lnTo>
                  <a:lnTo>
                    <a:pt x="713397" y="455117"/>
                  </a:lnTo>
                  <a:lnTo>
                    <a:pt x="706907" y="456933"/>
                  </a:lnTo>
                  <a:lnTo>
                    <a:pt x="700963" y="460641"/>
                  </a:lnTo>
                  <a:lnTo>
                    <a:pt x="708279" y="465620"/>
                  </a:lnTo>
                  <a:lnTo>
                    <a:pt x="708406" y="468122"/>
                  </a:lnTo>
                  <a:lnTo>
                    <a:pt x="708660" y="473621"/>
                  </a:lnTo>
                  <a:lnTo>
                    <a:pt x="715873" y="476199"/>
                  </a:lnTo>
                  <a:lnTo>
                    <a:pt x="713905" y="468122"/>
                  </a:lnTo>
                  <a:lnTo>
                    <a:pt x="718248" y="464273"/>
                  </a:lnTo>
                  <a:lnTo>
                    <a:pt x="719137" y="455955"/>
                  </a:lnTo>
                  <a:lnTo>
                    <a:pt x="728141" y="458482"/>
                  </a:lnTo>
                  <a:lnTo>
                    <a:pt x="729488" y="456514"/>
                  </a:lnTo>
                  <a:close/>
                </a:path>
                <a:path w="859790" h="648335">
                  <a:moveTo>
                    <a:pt x="765175" y="147396"/>
                  </a:moveTo>
                  <a:lnTo>
                    <a:pt x="764870" y="147256"/>
                  </a:lnTo>
                  <a:lnTo>
                    <a:pt x="764387" y="147066"/>
                  </a:lnTo>
                  <a:lnTo>
                    <a:pt x="763892" y="146989"/>
                  </a:lnTo>
                  <a:lnTo>
                    <a:pt x="763384" y="146989"/>
                  </a:lnTo>
                  <a:lnTo>
                    <a:pt x="763790" y="148932"/>
                  </a:lnTo>
                  <a:lnTo>
                    <a:pt x="765175" y="148399"/>
                  </a:lnTo>
                  <a:lnTo>
                    <a:pt x="765111" y="148005"/>
                  </a:lnTo>
                  <a:lnTo>
                    <a:pt x="765175" y="147396"/>
                  </a:lnTo>
                  <a:close/>
                </a:path>
                <a:path w="859790" h="648335">
                  <a:moveTo>
                    <a:pt x="859447" y="318604"/>
                  </a:moveTo>
                  <a:lnTo>
                    <a:pt x="858266" y="318604"/>
                  </a:lnTo>
                  <a:lnTo>
                    <a:pt x="858901" y="319900"/>
                  </a:lnTo>
                  <a:lnTo>
                    <a:pt x="859447" y="318604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87450" y="1817902"/>
              <a:ext cx="534035" cy="732790"/>
            </a:xfrm>
            <a:custGeom>
              <a:avLst/>
              <a:gdLst/>
              <a:ahLst/>
              <a:cxnLst/>
              <a:rect l="l" t="t" r="r" b="b"/>
              <a:pathLst>
                <a:path w="534034" h="732789">
                  <a:moveTo>
                    <a:pt x="2082" y="625246"/>
                  </a:moveTo>
                  <a:lnTo>
                    <a:pt x="1803" y="624916"/>
                  </a:lnTo>
                  <a:lnTo>
                    <a:pt x="1549" y="624306"/>
                  </a:lnTo>
                  <a:lnTo>
                    <a:pt x="1270" y="624306"/>
                  </a:lnTo>
                  <a:lnTo>
                    <a:pt x="825" y="624281"/>
                  </a:lnTo>
                  <a:lnTo>
                    <a:pt x="419" y="624687"/>
                  </a:lnTo>
                  <a:lnTo>
                    <a:pt x="0" y="624878"/>
                  </a:lnTo>
                  <a:lnTo>
                    <a:pt x="0" y="626262"/>
                  </a:lnTo>
                  <a:lnTo>
                    <a:pt x="2082" y="625246"/>
                  </a:lnTo>
                  <a:close/>
                </a:path>
                <a:path w="534034" h="732789">
                  <a:moveTo>
                    <a:pt x="32753" y="651611"/>
                  </a:moveTo>
                  <a:lnTo>
                    <a:pt x="32423" y="651281"/>
                  </a:lnTo>
                  <a:lnTo>
                    <a:pt x="32156" y="650748"/>
                  </a:lnTo>
                  <a:lnTo>
                    <a:pt x="31330" y="650633"/>
                  </a:lnTo>
                  <a:lnTo>
                    <a:pt x="30924" y="651078"/>
                  </a:lnTo>
                  <a:lnTo>
                    <a:pt x="30518" y="651294"/>
                  </a:lnTo>
                  <a:lnTo>
                    <a:pt x="31546" y="652246"/>
                  </a:lnTo>
                  <a:lnTo>
                    <a:pt x="32753" y="651611"/>
                  </a:lnTo>
                  <a:close/>
                </a:path>
                <a:path w="534034" h="732789">
                  <a:moveTo>
                    <a:pt x="45935" y="664654"/>
                  </a:moveTo>
                  <a:lnTo>
                    <a:pt x="44716" y="665124"/>
                  </a:lnTo>
                  <a:lnTo>
                    <a:pt x="45834" y="665759"/>
                  </a:lnTo>
                  <a:lnTo>
                    <a:pt x="45935" y="664654"/>
                  </a:lnTo>
                  <a:close/>
                </a:path>
                <a:path w="534034" h="732789">
                  <a:moveTo>
                    <a:pt x="48082" y="637908"/>
                  </a:moveTo>
                  <a:lnTo>
                    <a:pt x="37884" y="631913"/>
                  </a:lnTo>
                  <a:lnTo>
                    <a:pt x="37693" y="635609"/>
                  </a:lnTo>
                  <a:lnTo>
                    <a:pt x="37223" y="642988"/>
                  </a:lnTo>
                  <a:lnTo>
                    <a:pt x="43307" y="644817"/>
                  </a:lnTo>
                  <a:lnTo>
                    <a:pt x="47180" y="644474"/>
                  </a:lnTo>
                  <a:lnTo>
                    <a:pt x="48082" y="637908"/>
                  </a:lnTo>
                  <a:close/>
                </a:path>
                <a:path w="534034" h="732789">
                  <a:moveTo>
                    <a:pt x="62103" y="663651"/>
                  </a:moveTo>
                  <a:lnTo>
                    <a:pt x="61341" y="663511"/>
                  </a:lnTo>
                  <a:lnTo>
                    <a:pt x="60566" y="663460"/>
                  </a:lnTo>
                  <a:lnTo>
                    <a:pt x="59778" y="663486"/>
                  </a:lnTo>
                  <a:lnTo>
                    <a:pt x="59563" y="663498"/>
                  </a:lnTo>
                  <a:lnTo>
                    <a:pt x="59448" y="664311"/>
                  </a:lnTo>
                  <a:lnTo>
                    <a:pt x="59283" y="664768"/>
                  </a:lnTo>
                  <a:lnTo>
                    <a:pt x="61722" y="665035"/>
                  </a:lnTo>
                  <a:lnTo>
                    <a:pt x="62103" y="663651"/>
                  </a:lnTo>
                  <a:close/>
                </a:path>
                <a:path w="534034" h="732789">
                  <a:moveTo>
                    <a:pt x="83045" y="680453"/>
                  </a:moveTo>
                  <a:lnTo>
                    <a:pt x="82080" y="680288"/>
                  </a:lnTo>
                  <a:lnTo>
                    <a:pt x="82410" y="681393"/>
                  </a:lnTo>
                  <a:lnTo>
                    <a:pt x="83045" y="680453"/>
                  </a:lnTo>
                  <a:close/>
                </a:path>
                <a:path w="534034" h="732789">
                  <a:moveTo>
                    <a:pt x="89357" y="706234"/>
                  </a:moveTo>
                  <a:lnTo>
                    <a:pt x="88239" y="705739"/>
                  </a:lnTo>
                  <a:lnTo>
                    <a:pt x="88938" y="707313"/>
                  </a:lnTo>
                  <a:lnTo>
                    <a:pt x="89357" y="706234"/>
                  </a:lnTo>
                  <a:close/>
                </a:path>
                <a:path w="534034" h="732789">
                  <a:moveTo>
                    <a:pt x="91452" y="689800"/>
                  </a:moveTo>
                  <a:lnTo>
                    <a:pt x="89662" y="689229"/>
                  </a:lnTo>
                  <a:lnTo>
                    <a:pt x="89941" y="690245"/>
                  </a:lnTo>
                  <a:lnTo>
                    <a:pt x="91452" y="689800"/>
                  </a:lnTo>
                  <a:close/>
                </a:path>
                <a:path w="534034" h="732789">
                  <a:moveTo>
                    <a:pt x="134073" y="716102"/>
                  </a:moveTo>
                  <a:lnTo>
                    <a:pt x="133985" y="715911"/>
                  </a:lnTo>
                  <a:lnTo>
                    <a:pt x="133540" y="715098"/>
                  </a:lnTo>
                  <a:lnTo>
                    <a:pt x="133019" y="714324"/>
                  </a:lnTo>
                  <a:lnTo>
                    <a:pt x="132422" y="713600"/>
                  </a:lnTo>
                  <a:lnTo>
                    <a:pt x="130568" y="715568"/>
                  </a:lnTo>
                  <a:lnTo>
                    <a:pt x="131356" y="716114"/>
                  </a:lnTo>
                  <a:lnTo>
                    <a:pt x="132168" y="716584"/>
                  </a:lnTo>
                  <a:lnTo>
                    <a:pt x="133172" y="717054"/>
                  </a:lnTo>
                  <a:lnTo>
                    <a:pt x="134073" y="716102"/>
                  </a:lnTo>
                  <a:close/>
                </a:path>
                <a:path w="534034" h="732789">
                  <a:moveTo>
                    <a:pt x="156654" y="703402"/>
                  </a:moveTo>
                  <a:lnTo>
                    <a:pt x="155790" y="703338"/>
                  </a:lnTo>
                  <a:lnTo>
                    <a:pt x="154914" y="703364"/>
                  </a:lnTo>
                  <a:lnTo>
                    <a:pt x="154051" y="703491"/>
                  </a:lnTo>
                  <a:lnTo>
                    <a:pt x="153746" y="703567"/>
                  </a:lnTo>
                  <a:lnTo>
                    <a:pt x="153479" y="704811"/>
                  </a:lnTo>
                  <a:lnTo>
                    <a:pt x="154127" y="705256"/>
                  </a:lnTo>
                  <a:lnTo>
                    <a:pt x="154825" y="705637"/>
                  </a:lnTo>
                  <a:lnTo>
                    <a:pt x="155549" y="705942"/>
                  </a:lnTo>
                  <a:lnTo>
                    <a:pt x="155917" y="705104"/>
                  </a:lnTo>
                  <a:lnTo>
                    <a:pt x="156654" y="703402"/>
                  </a:lnTo>
                  <a:close/>
                </a:path>
                <a:path w="534034" h="732789">
                  <a:moveTo>
                    <a:pt x="170510" y="717550"/>
                  </a:moveTo>
                  <a:lnTo>
                    <a:pt x="169760" y="717105"/>
                  </a:lnTo>
                  <a:lnTo>
                    <a:pt x="168973" y="716737"/>
                  </a:lnTo>
                  <a:lnTo>
                    <a:pt x="168148" y="716457"/>
                  </a:lnTo>
                  <a:lnTo>
                    <a:pt x="167817" y="716356"/>
                  </a:lnTo>
                  <a:lnTo>
                    <a:pt x="167322" y="716915"/>
                  </a:lnTo>
                  <a:lnTo>
                    <a:pt x="166903" y="717169"/>
                  </a:lnTo>
                  <a:lnTo>
                    <a:pt x="168427" y="719302"/>
                  </a:lnTo>
                  <a:lnTo>
                    <a:pt x="170510" y="717550"/>
                  </a:lnTo>
                  <a:close/>
                </a:path>
                <a:path w="534034" h="732789">
                  <a:moveTo>
                    <a:pt x="196888" y="147726"/>
                  </a:moveTo>
                  <a:lnTo>
                    <a:pt x="196240" y="145173"/>
                  </a:lnTo>
                  <a:lnTo>
                    <a:pt x="195770" y="142989"/>
                  </a:lnTo>
                  <a:lnTo>
                    <a:pt x="194995" y="145173"/>
                  </a:lnTo>
                  <a:lnTo>
                    <a:pt x="194233" y="147726"/>
                  </a:lnTo>
                  <a:lnTo>
                    <a:pt x="196888" y="147726"/>
                  </a:lnTo>
                  <a:close/>
                </a:path>
                <a:path w="534034" h="732789">
                  <a:moveTo>
                    <a:pt x="197358" y="151180"/>
                  </a:moveTo>
                  <a:lnTo>
                    <a:pt x="197281" y="150660"/>
                  </a:lnTo>
                  <a:lnTo>
                    <a:pt x="196964" y="148031"/>
                  </a:lnTo>
                  <a:lnTo>
                    <a:pt x="194170" y="148031"/>
                  </a:lnTo>
                  <a:lnTo>
                    <a:pt x="193497" y="150850"/>
                  </a:lnTo>
                  <a:lnTo>
                    <a:pt x="194767" y="151752"/>
                  </a:lnTo>
                  <a:lnTo>
                    <a:pt x="195389" y="152488"/>
                  </a:lnTo>
                  <a:lnTo>
                    <a:pt x="196291" y="151752"/>
                  </a:lnTo>
                  <a:lnTo>
                    <a:pt x="197358" y="151180"/>
                  </a:lnTo>
                  <a:close/>
                </a:path>
                <a:path w="534034" h="732789">
                  <a:moveTo>
                    <a:pt x="212064" y="731062"/>
                  </a:moveTo>
                  <a:lnTo>
                    <a:pt x="210743" y="730580"/>
                  </a:lnTo>
                  <a:lnTo>
                    <a:pt x="209194" y="730135"/>
                  </a:lnTo>
                  <a:lnTo>
                    <a:pt x="207213" y="729742"/>
                  </a:lnTo>
                  <a:lnTo>
                    <a:pt x="207060" y="729742"/>
                  </a:lnTo>
                  <a:lnTo>
                    <a:pt x="206349" y="730821"/>
                  </a:lnTo>
                  <a:lnTo>
                    <a:pt x="205714" y="731367"/>
                  </a:lnTo>
                  <a:lnTo>
                    <a:pt x="206489" y="731786"/>
                  </a:lnTo>
                  <a:lnTo>
                    <a:pt x="207289" y="732599"/>
                  </a:lnTo>
                  <a:lnTo>
                    <a:pt x="208114" y="732599"/>
                  </a:lnTo>
                  <a:lnTo>
                    <a:pt x="209651" y="732155"/>
                  </a:lnTo>
                  <a:lnTo>
                    <a:pt x="211124" y="731558"/>
                  </a:lnTo>
                  <a:lnTo>
                    <a:pt x="212064" y="731062"/>
                  </a:lnTo>
                  <a:close/>
                </a:path>
                <a:path w="534034" h="732789">
                  <a:moveTo>
                    <a:pt x="212534" y="730821"/>
                  </a:moveTo>
                  <a:lnTo>
                    <a:pt x="212064" y="731062"/>
                  </a:lnTo>
                  <a:lnTo>
                    <a:pt x="212318" y="731062"/>
                  </a:lnTo>
                  <a:lnTo>
                    <a:pt x="212534" y="730821"/>
                  </a:lnTo>
                  <a:close/>
                </a:path>
                <a:path w="534034" h="732789">
                  <a:moveTo>
                    <a:pt x="220649" y="712012"/>
                  </a:moveTo>
                  <a:lnTo>
                    <a:pt x="219456" y="712000"/>
                  </a:lnTo>
                  <a:lnTo>
                    <a:pt x="220078" y="713257"/>
                  </a:lnTo>
                  <a:lnTo>
                    <a:pt x="220649" y="712012"/>
                  </a:lnTo>
                  <a:close/>
                </a:path>
                <a:path w="534034" h="732789">
                  <a:moveTo>
                    <a:pt x="230047" y="717067"/>
                  </a:moveTo>
                  <a:lnTo>
                    <a:pt x="229222" y="716953"/>
                  </a:lnTo>
                  <a:lnTo>
                    <a:pt x="228384" y="716902"/>
                  </a:lnTo>
                  <a:lnTo>
                    <a:pt x="227545" y="716927"/>
                  </a:lnTo>
                  <a:lnTo>
                    <a:pt x="227342" y="716940"/>
                  </a:lnTo>
                  <a:lnTo>
                    <a:pt x="227215" y="717727"/>
                  </a:lnTo>
                  <a:lnTo>
                    <a:pt x="227063" y="718146"/>
                  </a:lnTo>
                  <a:lnTo>
                    <a:pt x="229501" y="718362"/>
                  </a:lnTo>
                  <a:lnTo>
                    <a:pt x="230047" y="717067"/>
                  </a:lnTo>
                  <a:close/>
                </a:path>
                <a:path w="534034" h="732789">
                  <a:moveTo>
                    <a:pt x="253034" y="144741"/>
                  </a:moveTo>
                  <a:lnTo>
                    <a:pt x="252984" y="144310"/>
                  </a:lnTo>
                  <a:lnTo>
                    <a:pt x="252691" y="144487"/>
                  </a:lnTo>
                  <a:lnTo>
                    <a:pt x="253034" y="144741"/>
                  </a:lnTo>
                  <a:close/>
                </a:path>
                <a:path w="534034" h="732789">
                  <a:moveTo>
                    <a:pt x="263906" y="131991"/>
                  </a:moveTo>
                  <a:lnTo>
                    <a:pt x="258406" y="131013"/>
                  </a:lnTo>
                  <a:lnTo>
                    <a:pt x="253580" y="129768"/>
                  </a:lnTo>
                  <a:lnTo>
                    <a:pt x="244335" y="129006"/>
                  </a:lnTo>
                  <a:lnTo>
                    <a:pt x="241668" y="131508"/>
                  </a:lnTo>
                  <a:lnTo>
                    <a:pt x="241554" y="131991"/>
                  </a:lnTo>
                  <a:lnTo>
                    <a:pt x="240512" y="136715"/>
                  </a:lnTo>
                  <a:lnTo>
                    <a:pt x="247904" y="135382"/>
                  </a:lnTo>
                  <a:lnTo>
                    <a:pt x="252171" y="137756"/>
                  </a:lnTo>
                  <a:lnTo>
                    <a:pt x="252984" y="144310"/>
                  </a:lnTo>
                  <a:lnTo>
                    <a:pt x="257390" y="141706"/>
                  </a:lnTo>
                  <a:lnTo>
                    <a:pt x="262483" y="139192"/>
                  </a:lnTo>
                  <a:lnTo>
                    <a:pt x="263232" y="135382"/>
                  </a:lnTo>
                  <a:lnTo>
                    <a:pt x="263906" y="131991"/>
                  </a:lnTo>
                  <a:close/>
                </a:path>
                <a:path w="534034" h="732789">
                  <a:moveTo>
                    <a:pt x="291033" y="106426"/>
                  </a:moveTo>
                  <a:lnTo>
                    <a:pt x="290550" y="106426"/>
                  </a:lnTo>
                  <a:lnTo>
                    <a:pt x="291007" y="106845"/>
                  </a:lnTo>
                  <a:lnTo>
                    <a:pt x="291033" y="106426"/>
                  </a:lnTo>
                  <a:close/>
                </a:path>
                <a:path w="534034" h="732789">
                  <a:moveTo>
                    <a:pt x="310921" y="191071"/>
                  </a:moveTo>
                  <a:lnTo>
                    <a:pt x="310362" y="189788"/>
                  </a:lnTo>
                  <a:lnTo>
                    <a:pt x="310197" y="188455"/>
                  </a:lnTo>
                  <a:lnTo>
                    <a:pt x="309537" y="188125"/>
                  </a:lnTo>
                  <a:lnTo>
                    <a:pt x="308521" y="187782"/>
                  </a:lnTo>
                  <a:lnTo>
                    <a:pt x="307555" y="187909"/>
                  </a:lnTo>
                  <a:lnTo>
                    <a:pt x="306666" y="188506"/>
                  </a:lnTo>
                  <a:lnTo>
                    <a:pt x="306209" y="188836"/>
                  </a:lnTo>
                  <a:lnTo>
                    <a:pt x="306476" y="190182"/>
                  </a:lnTo>
                  <a:lnTo>
                    <a:pt x="306438" y="191071"/>
                  </a:lnTo>
                  <a:lnTo>
                    <a:pt x="310921" y="191071"/>
                  </a:lnTo>
                  <a:close/>
                </a:path>
                <a:path w="534034" h="732789">
                  <a:moveTo>
                    <a:pt x="312089" y="106845"/>
                  </a:moveTo>
                  <a:lnTo>
                    <a:pt x="311721" y="106845"/>
                  </a:lnTo>
                  <a:lnTo>
                    <a:pt x="308394" y="105308"/>
                  </a:lnTo>
                  <a:lnTo>
                    <a:pt x="306235" y="104317"/>
                  </a:lnTo>
                  <a:lnTo>
                    <a:pt x="301485" y="101892"/>
                  </a:lnTo>
                  <a:lnTo>
                    <a:pt x="293344" y="98628"/>
                  </a:lnTo>
                  <a:lnTo>
                    <a:pt x="291198" y="101485"/>
                  </a:lnTo>
                  <a:lnTo>
                    <a:pt x="291096" y="104317"/>
                  </a:lnTo>
                  <a:lnTo>
                    <a:pt x="291033" y="106426"/>
                  </a:lnTo>
                  <a:lnTo>
                    <a:pt x="297459" y="105308"/>
                  </a:lnTo>
                  <a:lnTo>
                    <a:pt x="304330" y="110858"/>
                  </a:lnTo>
                  <a:lnTo>
                    <a:pt x="312089" y="106845"/>
                  </a:lnTo>
                  <a:close/>
                </a:path>
                <a:path w="534034" h="732789">
                  <a:moveTo>
                    <a:pt x="314299" y="116890"/>
                  </a:moveTo>
                  <a:lnTo>
                    <a:pt x="300913" y="112890"/>
                  </a:lnTo>
                  <a:lnTo>
                    <a:pt x="298335" y="115544"/>
                  </a:lnTo>
                  <a:lnTo>
                    <a:pt x="306006" y="125945"/>
                  </a:lnTo>
                  <a:lnTo>
                    <a:pt x="314299" y="116890"/>
                  </a:lnTo>
                  <a:close/>
                </a:path>
                <a:path w="534034" h="732789">
                  <a:moveTo>
                    <a:pt x="340169" y="182003"/>
                  </a:moveTo>
                  <a:lnTo>
                    <a:pt x="338645" y="181737"/>
                  </a:lnTo>
                  <a:lnTo>
                    <a:pt x="337121" y="181597"/>
                  </a:lnTo>
                  <a:lnTo>
                    <a:pt x="335343" y="181559"/>
                  </a:lnTo>
                  <a:lnTo>
                    <a:pt x="335165" y="183146"/>
                  </a:lnTo>
                  <a:lnTo>
                    <a:pt x="334962" y="184010"/>
                  </a:lnTo>
                  <a:lnTo>
                    <a:pt x="336588" y="184010"/>
                  </a:lnTo>
                  <a:lnTo>
                    <a:pt x="338213" y="184086"/>
                  </a:lnTo>
                  <a:lnTo>
                    <a:pt x="339852" y="184010"/>
                  </a:lnTo>
                  <a:lnTo>
                    <a:pt x="340017" y="183349"/>
                  </a:lnTo>
                  <a:lnTo>
                    <a:pt x="340131" y="182676"/>
                  </a:lnTo>
                  <a:lnTo>
                    <a:pt x="340169" y="182003"/>
                  </a:lnTo>
                  <a:close/>
                </a:path>
                <a:path w="534034" h="732789">
                  <a:moveTo>
                    <a:pt x="346456" y="539242"/>
                  </a:moveTo>
                  <a:lnTo>
                    <a:pt x="346303" y="538911"/>
                  </a:lnTo>
                  <a:lnTo>
                    <a:pt x="336651" y="535571"/>
                  </a:lnTo>
                  <a:lnTo>
                    <a:pt x="338429" y="553707"/>
                  </a:lnTo>
                  <a:lnTo>
                    <a:pt x="345579" y="550164"/>
                  </a:lnTo>
                  <a:lnTo>
                    <a:pt x="346456" y="539242"/>
                  </a:lnTo>
                  <a:close/>
                </a:path>
                <a:path w="534034" h="732789">
                  <a:moveTo>
                    <a:pt x="352640" y="181965"/>
                  </a:moveTo>
                  <a:lnTo>
                    <a:pt x="352298" y="181432"/>
                  </a:lnTo>
                  <a:lnTo>
                    <a:pt x="352183" y="181038"/>
                  </a:lnTo>
                  <a:lnTo>
                    <a:pt x="351777" y="181216"/>
                  </a:lnTo>
                  <a:lnTo>
                    <a:pt x="351167" y="181356"/>
                  </a:lnTo>
                  <a:lnTo>
                    <a:pt x="350888" y="181851"/>
                  </a:lnTo>
                  <a:lnTo>
                    <a:pt x="351205" y="182372"/>
                  </a:lnTo>
                  <a:lnTo>
                    <a:pt x="351332" y="182791"/>
                  </a:lnTo>
                  <a:lnTo>
                    <a:pt x="351739" y="182600"/>
                  </a:lnTo>
                  <a:lnTo>
                    <a:pt x="352361" y="182448"/>
                  </a:lnTo>
                  <a:lnTo>
                    <a:pt x="352640" y="181965"/>
                  </a:lnTo>
                  <a:close/>
                </a:path>
                <a:path w="534034" h="732789">
                  <a:moveTo>
                    <a:pt x="354545" y="201803"/>
                  </a:moveTo>
                  <a:lnTo>
                    <a:pt x="352044" y="201168"/>
                  </a:lnTo>
                  <a:lnTo>
                    <a:pt x="349529" y="200672"/>
                  </a:lnTo>
                  <a:lnTo>
                    <a:pt x="346976" y="200304"/>
                  </a:lnTo>
                  <a:lnTo>
                    <a:pt x="346278" y="200228"/>
                  </a:lnTo>
                  <a:lnTo>
                    <a:pt x="344919" y="201371"/>
                  </a:lnTo>
                  <a:lnTo>
                    <a:pt x="344754" y="203034"/>
                  </a:lnTo>
                  <a:lnTo>
                    <a:pt x="345643" y="204635"/>
                  </a:lnTo>
                  <a:lnTo>
                    <a:pt x="346329" y="204774"/>
                  </a:lnTo>
                  <a:lnTo>
                    <a:pt x="348932" y="205168"/>
                  </a:lnTo>
                  <a:lnTo>
                    <a:pt x="351548" y="205409"/>
                  </a:lnTo>
                  <a:lnTo>
                    <a:pt x="354177" y="205524"/>
                  </a:lnTo>
                  <a:lnTo>
                    <a:pt x="354545" y="201803"/>
                  </a:lnTo>
                  <a:close/>
                </a:path>
                <a:path w="534034" h="732789">
                  <a:moveTo>
                    <a:pt x="357238" y="122047"/>
                  </a:moveTo>
                  <a:lnTo>
                    <a:pt x="356946" y="121653"/>
                  </a:lnTo>
                  <a:lnTo>
                    <a:pt x="356590" y="120904"/>
                  </a:lnTo>
                  <a:lnTo>
                    <a:pt x="356387" y="120954"/>
                  </a:lnTo>
                  <a:lnTo>
                    <a:pt x="355549" y="121196"/>
                  </a:lnTo>
                  <a:lnTo>
                    <a:pt x="354723" y="121500"/>
                  </a:lnTo>
                  <a:lnTo>
                    <a:pt x="353936" y="121869"/>
                  </a:lnTo>
                  <a:lnTo>
                    <a:pt x="354228" y="122262"/>
                  </a:lnTo>
                  <a:lnTo>
                    <a:pt x="354596" y="122999"/>
                  </a:lnTo>
                  <a:lnTo>
                    <a:pt x="354799" y="122961"/>
                  </a:lnTo>
                  <a:lnTo>
                    <a:pt x="355638" y="122720"/>
                  </a:lnTo>
                  <a:lnTo>
                    <a:pt x="356450" y="122415"/>
                  </a:lnTo>
                  <a:lnTo>
                    <a:pt x="357238" y="122047"/>
                  </a:lnTo>
                  <a:close/>
                </a:path>
                <a:path w="534034" h="732789">
                  <a:moveTo>
                    <a:pt x="362305" y="151282"/>
                  </a:moveTo>
                  <a:lnTo>
                    <a:pt x="362000" y="146761"/>
                  </a:lnTo>
                  <a:lnTo>
                    <a:pt x="351688" y="141732"/>
                  </a:lnTo>
                  <a:lnTo>
                    <a:pt x="349885" y="143243"/>
                  </a:lnTo>
                  <a:lnTo>
                    <a:pt x="362305" y="151282"/>
                  </a:lnTo>
                  <a:close/>
                </a:path>
                <a:path w="534034" h="732789">
                  <a:moveTo>
                    <a:pt x="368109" y="126949"/>
                  </a:moveTo>
                  <a:lnTo>
                    <a:pt x="367792" y="126085"/>
                  </a:lnTo>
                  <a:lnTo>
                    <a:pt x="367677" y="124739"/>
                  </a:lnTo>
                  <a:lnTo>
                    <a:pt x="366369" y="124155"/>
                  </a:lnTo>
                  <a:lnTo>
                    <a:pt x="365239" y="124752"/>
                  </a:lnTo>
                  <a:lnTo>
                    <a:pt x="364286" y="124929"/>
                  </a:lnTo>
                  <a:lnTo>
                    <a:pt x="365760" y="128460"/>
                  </a:lnTo>
                  <a:lnTo>
                    <a:pt x="366547" y="127965"/>
                  </a:lnTo>
                  <a:lnTo>
                    <a:pt x="367296" y="127457"/>
                  </a:lnTo>
                  <a:lnTo>
                    <a:pt x="368109" y="126949"/>
                  </a:lnTo>
                  <a:close/>
                </a:path>
                <a:path w="534034" h="732789">
                  <a:moveTo>
                    <a:pt x="368769" y="180009"/>
                  </a:moveTo>
                  <a:lnTo>
                    <a:pt x="367906" y="179679"/>
                  </a:lnTo>
                  <a:lnTo>
                    <a:pt x="366623" y="178866"/>
                  </a:lnTo>
                  <a:lnTo>
                    <a:pt x="366268" y="179184"/>
                  </a:lnTo>
                  <a:lnTo>
                    <a:pt x="365594" y="179755"/>
                  </a:lnTo>
                  <a:lnTo>
                    <a:pt x="365455" y="180949"/>
                  </a:lnTo>
                  <a:lnTo>
                    <a:pt x="365086" y="181889"/>
                  </a:lnTo>
                  <a:lnTo>
                    <a:pt x="367703" y="182892"/>
                  </a:lnTo>
                  <a:lnTo>
                    <a:pt x="368769" y="180009"/>
                  </a:lnTo>
                  <a:close/>
                </a:path>
                <a:path w="534034" h="732789">
                  <a:moveTo>
                    <a:pt x="374815" y="2844"/>
                  </a:moveTo>
                  <a:lnTo>
                    <a:pt x="371576" y="5384"/>
                  </a:lnTo>
                  <a:lnTo>
                    <a:pt x="369722" y="546"/>
                  </a:lnTo>
                  <a:lnTo>
                    <a:pt x="366153" y="0"/>
                  </a:lnTo>
                  <a:lnTo>
                    <a:pt x="363550" y="9512"/>
                  </a:lnTo>
                  <a:lnTo>
                    <a:pt x="370814" y="11277"/>
                  </a:lnTo>
                  <a:lnTo>
                    <a:pt x="373240" y="7061"/>
                  </a:lnTo>
                  <a:lnTo>
                    <a:pt x="373875" y="5384"/>
                  </a:lnTo>
                  <a:lnTo>
                    <a:pt x="374815" y="2844"/>
                  </a:lnTo>
                  <a:close/>
                </a:path>
                <a:path w="534034" h="732789">
                  <a:moveTo>
                    <a:pt x="375450" y="2349"/>
                  </a:moveTo>
                  <a:lnTo>
                    <a:pt x="375119" y="2032"/>
                  </a:lnTo>
                  <a:lnTo>
                    <a:pt x="375005" y="2349"/>
                  </a:lnTo>
                  <a:lnTo>
                    <a:pt x="374815" y="2844"/>
                  </a:lnTo>
                  <a:lnTo>
                    <a:pt x="375450" y="2349"/>
                  </a:lnTo>
                  <a:close/>
                </a:path>
                <a:path w="534034" h="732789">
                  <a:moveTo>
                    <a:pt x="387654" y="551192"/>
                  </a:moveTo>
                  <a:lnTo>
                    <a:pt x="386664" y="551611"/>
                  </a:lnTo>
                  <a:lnTo>
                    <a:pt x="387604" y="552132"/>
                  </a:lnTo>
                  <a:lnTo>
                    <a:pt x="387654" y="551192"/>
                  </a:lnTo>
                  <a:close/>
                </a:path>
                <a:path w="534034" h="732789">
                  <a:moveTo>
                    <a:pt x="388734" y="542569"/>
                  </a:moveTo>
                  <a:lnTo>
                    <a:pt x="388620" y="541769"/>
                  </a:lnTo>
                  <a:lnTo>
                    <a:pt x="388531" y="541134"/>
                  </a:lnTo>
                  <a:lnTo>
                    <a:pt x="388480" y="540740"/>
                  </a:lnTo>
                  <a:lnTo>
                    <a:pt x="387477" y="533552"/>
                  </a:lnTo>
                  <a:lnTo>
                    <a:pt x="387413" y="533120"/>
                  </a:lnTo>
                  <a:lnTo>
                    <a:pt x="386867" y="529259"/>
                  </a:lnTo>
                  <a:lnTo>
                    <a:pt x="378929" y="528053"/>
                  </a:lnTo>
                  <a:lnTo>
                    <a:pt x="378968" y="528904"/>
                  </a:lnTo>
                  <a:lnTo>
                    <a:pt x="378853" y="531139"/>
                  </a:lnTo>
                  <a:lnTo>
                    <a:pt x="378663" y="533120"/>
                  </a:lnTo>
                  <a:lnTo>
                    <a:pt x="378256" y="533552"/>
                  </a:lnTo>
                  <a:lnTo>
                    <a:pt x="376948" y="533552"/>
                  </a:lnTo>
                  <a:lnTo>
                    <a:pt x="378498" y="530034"/>
                  </a:lnTo>
                  <a:lnTo>
                    <a:pt x="378815" y="529259"/>
                  </a:lnTo>
                  <a:lnTo>
                    <a:pt x="378917" y="528053"/>
                  </a:lnTo>
                  <a:lnTo>
                    <a:pt x="377672" y="525856"/>
                  </a:lnTo>
                  <a:lnTo>
                    <a:pt x="375450" y="526135"/>
                  </a:lnTo>
                  <a:lnTo>
                    <a:pt x="366674" y="530034"/>
                  </a:lnTo>
                  <a:lnTo>
                    <a:pt x="363093" y="526135"/>
                  </a:lnTo>
                  <a:lnTo>
                    <a:pt x="356641" y="519264"/>
                  </a:lnTo>
                  <a:lnTo>
                    <a:pt x="360222" y="520611"/>
                  </a:lnTo>
                  <a:lnTo>
                    <a:pt x="363880" y="521652"/>
                  </a:lnTo>
                  <a:lnTo>
                    <a:pt x="367626" y="522401"/>
                  </a:lnTo>
                  <a:lnTo>
                    <a:pt x="369277" y="522211"/>
                  </a:lnTo>
                  <a:lnTo>
                    <a:pt x="370573" y="521436"/>
                  </a:lnTo>
                  <a:lnTo>
                    <a:pt x="371525" y="520077"/>
                  </a:lnTo>
                  <a:lnTo>
                    <a:pt x="372122" y="519264"/>
                  </a:lnTo>
                  <a:lnTo>
                    <a:pt x="372262" y="519061"/>
                  </a:lnTo>
                  <a:lnTo>
                    <a:pt x="372719" y="518452"/>
                  </a:lnTo>
                  <a:lnTo>
                    <a:pt x="371538" y="516521"/>
                  </a:lnTo>
                  <a:lnTo>
                    <a:pt x="370433" y="514743"/>
                  </a:lnTo>
                  <a:lnTo>
                    <a:pt x="368350" y="515226"/>
                  </a:lnTo>
                  <a:lnTo>
                    <a:pt x="362496" y="516521"/>
                  </a:lnTo>
                  <a:lnTo>
                    <a:pt x="357124" y="515429"/>
                  </a:lnTo>
                  <a:lnTo>
                    <a:pt x="352221" y="511975"/>
                  </a:lnTo>
                  <a:lnTo>
                    <a:pt x="349123" y="519061"/>
                  </a:lnTo>
                  <a:lnTo>
                    <a:pt x="338340" y="515429"/>
                  </a:lnTo>
                  <a:lnTo>
                    <a:pt x="350278" y="535432"/>
                  </a:lnTo>
                  <a:lnTo>
                    <a:pt x="354914" y="535825"/>
                  </a:lnTo>
                  <a:lnTo>
                    <a:pt x="359384" y="536917"/>
                  </a:lnTo>
                  <a:lnTo>
                    <a:pt x="363689" y="538683"/>
                  </a:lnTo>
                  <a:lnTo>
                    <a:pt x="367042" y="540740"/>
                  </a:lnTo>
                  <a:lnTo>
                    <a:pt x="370674" y="541566"/>
                  </a:lnTo>
                  <a:lnTo>
                    <a:pt x="374586" y="541134"/>
                  </a:lnTo>
                  <a:lnTo>
                    <a:pt x="378790" y="541769"/>
                  </a:lnTo>
                  <a:lnTo>
                    <a:pt x="382816" y="542988"/>
                  </a:lnTo>
                  <a:lnTo>
                    <a:pt x="386676" y="544804"/>
                  </a:lnTo>
                  <a:lnTo>
                    <a:pt x="387108" y="544931"/>
                  </a:lnTo>
                  <a:lnTo>
                    <a:pt x="387184" y="544804"/>
                  </a:lnTo>
                  <a:lnTo>
                    <a:pt x="388073" y="543318"/>
                  </a:lnTo>
                  <a:lnTo>
                    <a:pt x="388734" y="542569"/>
                  </a:lnTo>
                  <a:close/>
                </a:path>
                <a:path w="534034" h="732789">
                  <a:moveTo>
                    <a:pt x="392074" y="159651"/>
                  </a:moveTo>
                  <a:lnTo>
                    <a:pt x="390372" y="160515"/>
                  </a:lnTo>
                  <a:lnTo>
                    <a:pt x="389509" y="160934"/>
                  </a:lnTo>
                  <a:lnTo>
                    <a:pt x="389775" y="161277"/>
                  </a:lnTo>
                  <a:lnTo>
                    <a:pt x="392074" y="159651"/>
                  </a:lnTo>
                  <a:close/>
                </a:path>
                <a:path w="534034" h="732789">
                  <a:moveTo>
                    <a:pt x="397179" y="183375"/>
                  </a:moveTo>
                  <a:lnTo>
                    <a:pt x="391871" y="176339"/>
                  </a:lnTo>
                  <a:lnTo>
                    <a:pt x="390258" y="175945"/>
                  </a:lnTo>
                  <a:lnTo>
                    <a:pt x="380276" y="178917"/>
                  </a:lnTo>
                  <a:lnTo>
                    <a:pt x="390385" y="186931"/>
                  </a:lnTo>
                  <a:lnTo>
                    <a:pt x="397179" y="183375"/>
                  </a:lnTo>
                  <a:close/>
                </a:path>
                <a:path w="534034" h="732789">
                  <a:moveTo>
                    <a:pt x="399592" y="33185"/>
                  </a:moveTo>
                  <a:lnTo>
                    <a:pt x="396989" y="33185"/>
                  </a:lnTo>
                  <a:lnTo>
                    <a:pt x="397903" y="33858"/>
                  </a:lnTo>
                  <a:lnTo>
                    <a:pt x="399592" y="33185"/>
                  </a:lnTo>
                  <a:close/>
                </a:path>
                <a:path w="534034" h="732789">
                  <a:moveTo>
                    <a:pt x="400189" y="17246"/>
                  </a:moveTo>
                  <a:lnTo>
                    <a:pt x="394843" y="18605"/>
                  </a:lnTo>
                  <a:lnTo>
                    <a:pt x="394322" y="16751"/>
                  </a:lnTo>
                  <a:lnTo>
                    <a:pt x="393522" y="13766"/>
                  </a:lnTo>
                  <a:lnTo>
                    <a:pt x="388023" y="16751"/>
                  </a:lnTo>
                  <a:lnTo>
                    <a:pt x="382397" y="19469"/>
                  </a:lnTo>
                  <a:lnTo>
                    <a:pt x="377113" y="22733"/>
                  </a:lnTo>
                  <a:lnTo>
                    <a:pt x="376389" y="23037"/>
                  </a:lnTo>
                  <a:lnTo>
                    <a:pt x="375767" y="23507"/>
                  </a:lnTo>
                  <a:lnTo>
                    <a:pt x="374777" y="24752"/>
                  </a:lnTo>
                  <a:lnTo>
                    <a:pt x="374459" y="25450"/>
                  </a:lnTo>
                  <a:lnTo>
                    <a:pt x="374396" y="25793"/>
                  </a:lnTo>
                  <a:lnTo>
                    <a:pt x="374167" y="27012"/>
                  </a:lnTo>
                  <a:lnTo>
                    <a:pt x="374205" y="27774"/>
                  </a:lnTo>
                  <a:lnTo>
                    <a:pt x="374688" y="29298"/>
                  </a:lnTo>
                  <a:lnTo>
                    <a:pt x="375094" y="29946"/>
                  </a:lnTo>
                  <a:lnTo>
                    <a:pt x="375564" y="30416"/>
                  </a:lnTo>
                  <a:lnTo>
                    <a:pt x="381825" y="30416"/>
                  </a:lnTo>
                  <a:lnTo>
                    <a:pt x="387578" y="28841"/>
                  </a:lnTo>
                  <a:lnTo>
                    <a:pt x="392938" y="25793"/>
                  </a:lnTo>
                  <a:lnTo>
                    <a:pt x="396087" y="24422"/>
                  </a:lnTo>
                  <a:lnTo>
                    <a:pt x="397929" y="20053"/>
                  </a:lnTo>
                  <a:lnTo>
                    <a:pt x="399097" y="18605"/>
                  </a:lnTo>
                  <a:lnTo>
                    <a:pt x="400189" y="17246"/>
                  </a:lnTo>
                  <a:close/>
                </a:path>
                <a:path w="534034" h="732789">
                  <a:moveTo>
                    <a:pt x="400418" y="31127"/>
                  </a:moveTo>
                  <a:lnTo>
                    <a:pt x="396786" y="31127"/>
                  </a:lnTo>
                  <a:lnTo>
                    <a:pt x="396392" y="32029"/>
                  </a:lnTo>
                  <a:lnTo>
                    <a:pt x="395795" y="32702"/>
                  </a:lnTo>
                  <a:lnTo>
                    <a:pt x="396798" y="33045"/>
                  </a:lnTo>
                  <a:lnTo>
                    <a:pt x="399630" y="33045"/>
                  </a:lnTo>
                  <a:lnTo>
                    <a:pt x="399745" y="32702"/>
                  </a:lnTo>
                  <a:lnTo>
                    <a:pt x="400011" y="31851"/>
                  </a:lnTo>
                  <a:lnTo>
                    <a:pt x="400418" y="31127"/>
                  </a:lnTo>
                  <a:close/>
                </a:path>
                <a:path w="534034" h="732789">
                  <a:moveTo>
                    <a:pt x="400697" y="17119"/>
                  </a:moveTo>
                  <a:lnTo>
                    <a:pt x="400291" y="17119"/>
                  </a:lnTo>
                  <a:lnTo>
                    <a:pt x="400189" y="17246"/>
                  </a:lnTo>
                  <a:lnTo>
                    <a:pt x="400697" y="17119"/>
                  </a:lnTo>
                  <a:close/>
                </a:path>
                <a:path w="534034" h="732789">
                  <a:moveTo>
                    <a:pt x="400964" y="31165"/>
                  </a:moveTo>
                  <a:lnTo>
                    <a:pt x="400608" y="30949"/>
                  </a:lnTo>
                  <a:lnTo>
                    <a:pt x="400824" y="31165"/>
                  </a:lnTo>
                  <a:lnTo>
                    <a:pt x="400964" y="31165"/>
                  </a:lnTo>
                  <a:close/>
                </a:path>
                <a:path w="534034" h="732789">
                  <a:moveTo>
                    <a:pt x="402132" y="11468"/>
                  </a:moveTo>
                  <a:lnTo>
                    <a:pt x="400634" y="11252"/>
                  </a:lnTo>
                  <a:lnTo>
                    <a:pt x="399122" y="11252"/>
                  </a:lnTo>
                  <a:lnTo>
                    <a:pt x="397611" y="11468"/>
                  </a:lnTo>
                  <a:lnTo>
                    <a:pt x="396151" y="12077"/>
                  </a:lnTo>
                  <a:lnTo>
                    <a:pt x="394792" y="12865"/>
                  </a:lnTo>
                  <a:lnTo>
                    <a:pt x="393763" y="13665"/>
                  </a:lnTo>
                  <a:lnTo>
                    <a:pt x="400418" y="17043"/>
                  </a:lnTo>
                  <a:lnTo>
                    <a:pt x="402132" y="11468"/>
                  </a:lnTo>
                  <a:close/>
                </a:path>
                <a:path w="534034" h="732789">
                  <a:moveTo>
                    <a:pt x="406806" y="46964"/>
                  </a:moveTo>
                  <a:lnTo>
                    <a:pt x="405599" y="46443"/>
                  </a:lnTo>
                  <a:lnTo>
                    <a:pt x="403148" y="46443"/>
                  </a:lnTo>
                  <a:lnTo>
                    <a:pt x="403783" y="47104"/>
                  </a:lnTo>
                  <a:lnTo>
                    <a:pt x="406806" y="46964"/>
                  </a:lnTo>
                  <a:close/>
                </a:path>
                <a:path w="534034" h="732789">
                  <a:moveTo>
                    <a:pt x="407085" y="47650"/>
                  </a:moveTo>
                  <a:lnTo>
                    <a:pt x="404126" y="47650"/>
                  </a:lnTo>
                  <a:lnTo>
                    <a:pt x="404342" y="48031"/>
                  </a:lnTo>
                  <a:lnTo>
                    <a:pt x="406082" y="48031"/>
                  </a:lnTo>
                  <a:lnTo>
                    <a:pt x="407085" y="47650"/>
                  </a:lnTo>
                  <a:close/>
                </a:path>
                <a:path w="534034" h="732789">
                  <a:moveTo>
                    <a:pt x="415264" y="148615"/>
                  </a:moveTo>
                  <a:lnTo>
                    <a:pt x="414210" y="147485"/>
                  </a:lnTo>
                  <a:lnTo>
                    <a:pt x="413067" y="146456"/>
                  </a:lnTo>
                  <a:lnTo>
                    <a:pt x="411810" y="145554"/>
                  </a:lnTo>
                  <a:lnTo>
                    <a:pt x="411543" y="145376"/>
                  </a:lnTo>
                  <a:lnTo>
                    <a:pt x="410337" y="146697"/>
                  </a:lnTo>
                  <a:lnTo>
                    <a:pt x="409562" y="147332"/>
                  </a:lnTo>
                  <a:lnTo>
                    <a:pt x="412330" y="150507"/>
                  </a:lnTo>
                  <a:lnTo>
                    <a:pt x="415264" y="148615"/>
                  </a:lnTo>
                  <a:close/>
                </a:path>
                <a:path w="534034" h="732789">
                  <a:moveTo>
                    <a:pt x="417398" y="498665"/>
                  </a:moveTo>
                  <a:lnTo>
                    <a:pt x="416902" y="498817"/>
                  </a:lnTo>
                  <a:lnTo>
                    <a:pt x="413893" y="499478"/>
                  </a:lnTo>
                  <a:lnTo>
                    <a:pt x="410832" y="499237"/>
                  </a:lnTo>
                  <a:lnTo>
                    <a:pt x="410946" y="503669"/>
                  </a:lnTo>
                  <a:lnTo>
                    <a:pt x="411276" y="504063"/>
                  </a:lnTo>
                  <a:lnTo>
                    <a:pt x="411822" y="504278"/>
                  </a:lnTo>
                  <a:lnTo>
                    <a:pt x="415556" y="505040"/>
                  </a:lnTo>
                  <a:lnTo>
                    <a:pt x="415671" y="504278"/>
                  </a:lnTo>
                  <a:lnTo>
                    <a:pt x="415772" y="503669"/>
                  </a:lnTo>
                  <a:lnTo>
                    <a:pt x="416013" y="502031"/>
                  </a:lnTo>
                  <a:lnTo>
                    <a:pt x="417080" y="499478"/>
                  </a:lnTo>
                  <a:lnTo>
                    <a:pt x="417169" y="499237"/>
                  </a:lnTo>
                  <a:lnTo>
                    <a:pt x="417398" y="498665"/>
                  </a:lnTo>
                  <a:close/>
                </a:path>
                <a:path w="534034" h="732789">
                  <a:moveTo>
                    <a:pt x="424230" y="23114"/>
                  </a:moveTo>
                  <a:lnTo>
                    <a:pt x="423608" y="22364"/>
                  </a:lnTo>
                  <a:lnTo>
                    <a:pt x="422846" y="21577"/>
                  </a:lnTo>
                  <a:lnTo>
                    <a:pt x="421487" y="21577"/>
                  </a:lnTo>
                  <a:lnTo>
                    <a:pt x="421728" y="22225"/>
                  </a:lnTo>
                  <a:lnTo>
                    <a:pt x="421805" y="23114"/>
                  </a:lnTo>
                  <a:lnTo>
                    <a:pt x="424230" y="23114"/>
                  </a:lnTo>
                  <a:close/>
                </a:path>
                <a:path w="534034" h="732789">
                  <a:moveTo>
                    <a:pt x="425170" y="23571"/>
                  </a:moveTo>
                  <a:lnTo>
                    <a:pt x="424815" y="23939"/>
                  </a:lnTo>
                  <a:lnTo>
                    <a:pt x="424980" y="24079"/>
                  </a:lnTo>
                  <a:lnTo>
                    <a:pt x="425030" y="23939"/>
                  </a:lnTo>
                  <a:lnTo>
                    <a:pt x="425170" y="23571"/>
                  </a:lnTo>
                  <a:close/>
                </a:path>
                <a:path w="534034" h="732789">
                  <a:moveTo>
                    <a:pt x="425742" y="307467"/>
                  </a:moveTo>
                  <a:lnTo>
                    <a:pt x="424649" y="306451"/>
                  </a:lnTo>
                  <a:lnTo>
                    <a:pt x="423481" y="305549"/>
                  </a:lnTo>
                  <a:lnTo>
                    <a:pt x="422211" y="304761"/>
                  </a:lnTo>
                  <a:lnTo>
                    <a:pt x="421944" y="304622"/>
                  </a:lnTo>
                  <a:lnTo>
                    <a:pt x="420217" y="306692"/>
                  </a:lnTo>
                  <a:lnTo>
                    <a:pt x="421411" y="308190"/>
                  </a:lnTo>
                  <a:lnTo>
                    <a:pt x="422783" y="309562"/>
                  </a:lnTo>
                  <a:lnTo>
                    <a:pt x="424103" y="310959"/>
                  </a:lnTo>
                  <a:lnTo>
                    <a:pt x="425742" y="307467"/>
                  </a:lnTo>
                  <a:close/>
                </a:path>
                <a:path w="534034" h="732789">
                  <a:moveTo>
                    <a:pt x="429768" y="28435"/>
                  </a:moveTo>
                  <a:lnTo>
                    <a:pt x="424980" y="24079"/>
                  </a:lnTo>
                  <a:lnTo>
                    <a:pt x="423049" y="29400"/>
                  </a:lnTo>
                  <a:lnTo>
                    <a:pt x="420903" y="31165"/>
                  </a:lnTo>
                  <a:lnTo>
                    <a:pt x="420636" y="31165"/>
                  </a:lnTo>
                  <a:lnTo>
                    <a:pt x="417690" y="29400"/>
                  </a:lnTo>
                  <a:lnTo>
                    <a:pt x="413981" y="27228"/>
                  </a:lnTo>
                  <a:lnTo>
                    <a:pt x="410527" y="24536"/>
                  </a:lnTo>
                  <a:lnTo>
                    <a:pt x="406158" y="21526"/>
                  </a:lnTo>
                  <a:lnTo>
                    <a:pt x="400964" y="31165"/>
                  </a:lnTo>
                  <a:lnTo>
                    <a:pt x="409067" y="36309"/>
                  </a:lnTo>
                  <a:lnTo>
                    <a:pt x="412280" y="35420"/>
                  </a:lnTo>
                  <a:lnTo>
                    <a:pt x="415683" y="34836"/>
                  </a:lnTo>
                  <a:lnTo>
                    <a:pt x="418846" y="34569"/>
                  </a:lnTo>
                  <a:lnTo>
                    <a:pt x="421132" y="34836"/>
                  </a:lnTo>
                  <a:lnTo>
                    <a:pt x="422440" y="34569"/>
                  </a:lnTo>
                  <a:lnTo>
                    <a:pt x="423291" y="34404"/>
                  </a:lnTo>
                  <a:lnTo>
                    <a:pt x="427316" y="32143"/>
                  </a:lnTo>
                  <a:lnTo>
                    <a:pt x="428205" y="31165"/>
                  </a:lnTo>
                  <a:lnTo>
                    <a:pt x="428802" y="30530"/>
                  </a:lnTo>
                  <a:lnTo>
                    <a:pt x="429768" y="28435"/>
                  </a:lnTo>
                  <a:close/>
                </a:path>
                <a:path w="534034" h="732789">
                  <a:moveTo>
                    <a:pt x="437375" y="299669"/>
                  </a:moveTo>
                  <a:lnTo>
                    <a:pt x="437019" y="299529"/>
                  </a:lnTo>
                  <a:lnTo>
                    <a:pt x="436638" y="299110"/>
                  </a:lnTo>
                  <a:lnTo>
                    <a:pt x="436067" y="299478"/>
                  </a:lnTo>
                  <a:lnTo>
                    <a:pt x="436003" y="299986"/>
                  </a:lnTo>
                  <a:lnTo>
                    <a:pt x="435838" y="300355"/>
                  </a:lnTo>
                  <a:lnTo>
                    <a:pt x="436892" y="300786"/>
                  </a:lnTo>
                  <a:lnTo>
                    <a:pt x="437375" y="299669"/>
                  </a:lnTo>
                  <a:close/>
                </a:path>
                <a:path w="534034" h="732789">
                  <a:moveTo>
                    <a:pt x="444487" y="38519"/>
                  </a:moveTo>
                  <a:lnTo>
                    <a:pt x="426212" y="37185"/>
                  </a:lnTo>
                  <a:lnTo>
                    <a:pt x="433425" y="49872"/>
                  </a:lnTo>
                  <a:lnTo>
                    <a:pt x="434517" y="47447"/>
                  </a:lnTo>
                  <a:lnTo>
                    <a:pt x="435851" y="45161"/>
                  </a:lnTo>
                  <a:lnTo>
                    <a:pt x="437438" y="43014"/>
                  </a:lnTo>
                  <a:lnTo>
                    <a:pt x="439635" y="41275"/>
                  </a:lnTo>
                  <a:lnTo>
                    <a:pt x="441985" y="39776"/>
                  </a:lnTo>
                  <a:lnTo>
                    <a:pt x="444487" y="38519"/>
                  </a:lnTo>
                  <a:close/>
                </a:path>
                <a:path w="534034" h="732789">
                  <a:moveTo>
                    <a:pt x="445554" y="468591"/>
                  </a:moveTo>
                  <a:lnTo>
                    <a:pt x="445198" y="466001"/>
                  </a:lnTo>
                  <a:lnTo>
                    <a:pt x="444449" y="465340"/>
                  </a:lnTo>
                  <a:lnTo>
                    <a:pt x="443141" y="465315"/>
                  </a:lnTo>
                  <a:lnTo>
                    <a:pt x="441464" y="465048"/>
                  </a:lnTo>
                  <a:lnTo>
                    <a:pt x="439851" y="465277"/>
                  </a:lnTo>
                  <a:lnTo>
                    <a:pt x="438302" y="465975"/>
                  </a:lnTo>
                  <a:lnTo>
                    <a:pt x="437070" y="466686"/>
                  </a:lnTo>
                  <a:lnTo>
                    <a:pt x="436460" y="468452"/>
                  </a:lnTo>
                  <a:lnTo>
                    <a:pt x="435571" y="469747"/>
                  </a:lnTo>
                  <a:lnTo>
                    <a:pt x="439051" y="470662"/>
                  </a:lnTo>
                  <a:lnTo>
                    <a:pt x="440651" y="470547"/>
                  </a:lnTo>
                  <a:lnTo>
                    <a:pt x="442226" y="470255"/>
                  </a:lnTo>
                  <a:lnTo>
                    <a:pt x="445020" y="469417"/>
                  </a:lnTo>
                  <a:lnTo>
                    <a:pt x="445554" y="468591"/>
                  </a:lnTo>
                  <a:close/>
                </a:path>
                <a:path w="534034" h="732789">
                  <a:moveTo>
                    <a:pt x="448335" y="406920"/>
                  </a:moveTo>
                  <a:lnTo>
                    <a:pt x="447763" y="406844"/>
                  </a:lnTo>
                  <a:lnTo>
                    <a:pt x="447205" y="406869"/>
                  </a:lnTo>
                  <a:lnTo>
                    <a:pt x="446659" y="407009"/>
                  </a:lnTo>
                  <a:lnTo>
                    <a:pt x="446481" y="407073"/>
                  </a:lnTo>
                  <a:lnTo>
                    <a:pt x="446532" y="407847"/>
                  </a:lnTo>
                  <a:lnTo>
                    <a:pt x="446481" y="408305"/>
                  </a:lnTo>
                  <a:lnTo>
                    <a:pt x="447027" y="408419"/>
                  </a:lnTo>
                  <a:lnTo>
                    <a:pt x="447573" y="408419"/>
                  </a:lnTo>
                  <a:lnTo>
                    <a:pt x="448106" y="408305"/>
                  </a:lnTo>
                  <a:lnTo>
                    <a:pt x="448335" y="408228"/>
                  </a:lnTo>
                  <a:lnTo>
                    <a:pt x="448259" y="407441"/>
                  </a:lnTo>
                  <a:lnTo>
                    <a:pt x="448335" y="406920"/>
                  </a:lnTo>
                  <a:close/>
                </a:path>
                <a:path w="534034" h="732789">
                  <a:moveTo>
                    <a:pt x="450227" y="319405"/>
                  </a:moveTo>
                  <a:lnTo>
                    <a:pt x="445249" y="319405"/>
                  </a:lnTo>
                  <a:lnTo>
                    <a:pt x="440283" y="319506"/>
                  </a:lnTo>
                  <a:lnTo>
                    <a:pt x="435305" y="319366"/>
                  </a:lnTo>
                  <a:lnTo>
                    <a:pt x="427494" y="325818"/>
                  </a:lnTo>
                  <a:lnTo>
                    <a:pt x="431584" y="327063"/>
                  </a:lnTo>
                  <a:lnTo>
                    <a:pt x="435686" y="327113"/>
                  </a:lnTo>
                  <a:lnTo>
                    <a:pt x="443915" y="324789"/>
                  </a:lnTo>
                  <a:lnTo>
                    <a:pt x="447382" y="322605"/>
                  </a:lnTo>
                  <a:lnTo>
                    <a:pt x="450227" y="319405"/>
                  </a:lnTo>
                  <a:close/>
                </a:path>
                <a:path w="534034" h="732789">
                  <a:moveTo>
                    <a:pt x="454012" y="178816"/>
                  </a:moveTo>
                  <a:lnTo>
                    <a:pt x="453694" y="177558"/>
                  </a:lnTo>
                  <a:lnTo>
                    <a:pt x="451954" y="175336"/>
                  </a:lnTo>
                  <a:lnTo>
                    <a:pt x="450811" y="174726"/>
                  </a:lnTo>
                  <a:lnTo>
                    <a:pt x="449402" y="174625"/>
                  </a:lnTo>
                  <a:lnTo>
                    <a:pt x="447814" y="174764"/>
                  </a:lnTo>
                  <a:lnTo>
                    <a:pt x="446646" y="175526"/>
                  </a:lnTo>
                  <a:lnTo>
                    <a:pt x="445884" y="176936"/>
                  </a:lnTo>
                  <a:lnTo>
                    <a:pt x="444754" y="179730"/>
                  </a:lnTo>
                  <a:lnTo>
                    <a:pt x="446684" y="182041"/>
                  </a:lnTo>
                  <a:lnTo>
                    <a:pt x="450545" y="182333"/>
                  </a:lnTo>
                  <a:lnTo>
                    <a:pt x="451358" y="181825"/>
                  </a:lnTo>
                  <a:lnTo>
                    <a:pt x="453580" y="181216"/>
                  </a:lnTo>
                  <a:lnTo>
                    <a:pt x="453771" y="180200"/>
                  </a:lnTo>
                  <a:lnTo>
                    <a:pt x="454012" y="178816"/>
                  </a:lnTo>
                  <a:close/>
                </a:path>
                <a:path w="534034" h="732789">
                  <a:moveTo>
                    <a:pt x="459244" y="313855"/>
                  </a:moveTo>
                  <a:lnTo>
                    <a:pt x="457860" y="314274"/>
                  </a:lnTo>
                  <a:lnTo>
                    <a:pt x="459079" y="315010"/>
                  </a:lnTo>
                  <a:lnTo>
                    <a:pt x="459244" y="313855"/>
                  </a:lnTo>
                  <a:close/>
                </a:path>
                <a:path w="534034" h="732789">
                  <a:moveTo>
                    <a:pt x="459943" y="67094"/>
                  </a:moveTo>
                  <a:lnTo>
                    <a:pt x="459613" y="66509"/>
                  </a:lnTo>
                  <a:lnTo>
                    <a:pt x="453745" y="55829"/>
                  </a:lnTo>
                  <a:lnTo>
                    <a:pt x="450507" y="50139"/>
                  </a:lnTo>
                  <a:lnTo>
                    <a:pt x="449135" y="50139"/>
                  </a:lnTo>
                  <a:lnTo>
                    <a:pt x="443839" y="51765"/>
                  </a:lnTo>
                  <a:lnTo>
                    <a:pt x="448157" y="56045"/>
                  </a:lnTo>
                  <a:lnTo>
                    <a:pt x="446798" y="58648"/>
                  </a:lnTo>
                  <a:lnTo>
                    <a:pt x="445198" y="61366"/>
                  </a:lnTo>
                  <a:lnTo>
                    <a:pt x="443445" y="63995"/>
                  </a:lnTo>
                  <a:lnTo>
                    <a:pt x="441528" y="66509"/>
                  </a:lnTo>
                  <a:lnTo>
                    <a:pt x="429641" y="59321"/>
                  </a:lnTo>
                  <a:lnTo>
                    <a:pt x="426529" y="63639"/>
                  </a:lnTo>
                  <a:lnTo>
                    <a:pt x="423697" y="67665"/>
                  </a:lnTo>
                  <a:lnTo>
                    <a:pt x="421106" y="71272"/>
                  </a:lnTo>
                  <a:lnTo>
                    <a:pt x="420522" y="71272"/>
                  </a:lnTo>
                  <a:lnTo>
                    <a:pt x="420827" y="71678"/>
                  </a:lnTo>
                  <a:lnTo>
                    <a:pt x="421017" y="71399"/>
                  </a:lnTo>
                  <a:lnTo>
                    <a:pt x="446951" y="77520"/>
                  </a:lnTo>
                  <a:lnTo>
                    <a:pt x="459943" y="67094"/>
                  </a:lnTo>
                  <a:close/>
                </a:path>
                <a:path w="534034" h="732789">
                  <a:moveTo>
                    <a:pt x="460311" y="166738"/>
                  </a:moveTo>
                  <a:lnTo>
                    <a:pt x="459536" y="166293"/>
                  </a:lnTo>
                  <a:lnTo>
                    <a:pt x="458736" y="165925"/>
                  </a:lnTo>
                  <a:lnTo>
                    <a:pt x="457885" y="165633"/>
                  </a:lnTo>
                  <a:lnTo>
                    <a:pt x="457619" y="165569"/>
                  </a:lnTo>
                  <a:lnTo>
                    <a:pt x="456857" y="166522"/>
                  </a:lnTo>
                  <a:lnTo>
                    <a:pt x="457301" y="167246"/>
                  </a:lnTo>
                  <a:lnTo>
                    <a:pt x="457784" y="167932"/>
                  </a:lnTo>
                  <a:lnTo>
                    <a:pt x="458330" y="168579"/>
                  </a:lnTo>
                  <a:lnTo>
                    <a:pt x="460311" y="166738"/>
                  </a:lnTo>
                  <a:close/>
                </a:path>
                <a:path w="534034" h="732789">
                  <a:moveTo>
                    <a:pt x="460463" y="411416"/>
                  </a:moveTo>
                  <a:lnTo>
                    <a:pt x="459587" y="410387"/>
                  </a:lnTo>
                  <a:lnTo>
                    <a:pt x="457733" y="411645"/>
                  </a:lnTo>
                  <a:lnTo>
                    <a:pt x="457987" y="412000"/>
                  </a:lnTo>
                  <a:lnTo>
                    <a:pt x="458546" y="412673"/>
                  </a:lnTo>
                  <a:lnTo>
                    <a:pt x="459219" y="412305"/>
                  </a:lnTo>
                  <a:lnTo>
                    <a:pt x="459854" y="411886"/>
                  </a:lnTo>
                  <a:lnTo>
                    <a:pt x="460463" y="411416"/>
                  </a:lnTo>
                  <a:close/>
                </a:path>
                <a:path w="534034" h="732789">
                  <a:moveTo>
                    <a:pt x="460781" y="228142"/>
                  </a:moveTo>
                  <a:lnTo>
                    <a:pt x="460400" y="225983"/>
                  </a:lnTo>
                  <a:lnTo>
                    <a:pt x="460159" y="224332"/>
                  </a:lnTo>
                  <a:lnTo>
                    <a:pt x="459282" y="220408"/>
                  </a:lnTo>
                  <a:lnTo>
                    <a:pt x="458063" y="218033"/>
                  </a:lnTo>
                  <a:lnTo>
                    <a:pt x="455510" y="219011"/>
                  </a:lnTo>
                  <a:lnTo>
                    <a:pt x="453580" y="220065"/>
                  </a:lnTo>
                  <a:lnTo>
                    <a:pt x="452412" y="221678"/>
                  </a:lnTo>
                  <a:lnTo>
                    <a:pt x="452018" y="223850"/>
                  </a:lnTo>
                  <a:lnTo>
                    <a:pt x="451954" y="226098"/>
                  </a:lnTo>
                  <a:lnTo>
                    <a:pt x="452602" y="228117"/>
                  </a:lnTo>
                  <a:lnTo>
                    <a:pt x="453948" y="229920"/>
                  </a:lnTo>
                  <a:lnTo>
                    <a:pt x="455053" y="231152"/>
                  </a:lnTo>
                  <a:lnTo>
                    <a:pt x="456438" y="231648"/>
                  </a:lnTo>
                  <a:lnTo>
                    <a:pt x="458076" y="231406"/>
                  </a:lnTo>
                  <a:lnTo>
                    <a:pt x="459308" y="231013"/>
                  </a:lnTo>
                  <a:lnTo>
                    <a:pt x="460057" y="229108"/>
                  </a:lnTo>
                  <a:lnTo>
                    <a:pt x="460781" y="228142"/>
                  </a:lnTo>
                  <a:close/>
                </a:path>
                <a:path w="534034" h="732789">
                  <a:moveTo>
                    <a:pt x="465074" y="194487"/>
                  </a:moveTo>
                  <a:lnTo>
                    <a:pt x="464515" y="193725"/>
                  </a:lnTo>
                  <a:lnTo>
                    <a:pt x="463702" y="192239"/>
                  </a:lnTo>
                  <a:lnTo>
                    <a:pt x="463423" y="192303"/>
                  </a:lnTo>
                  <a:lnTo>
                    <a:pt x="462330" y="192811"/>
                  </a:lnTo>
                  <a:lnTo>
                    <a:pt x="461314" y="193459"/>
                  </a:lnTo>
                  <a:lnTo>
                    <a:pt x="460375" y="194233"/>
                  </a:lnTo>
                  <a:lnTo>
                    <a:pt x="461200" y="194843"/>
                  </a:lnTo>
                  <a:lnTo>
                    <a:pt x="462013" y="195783"/>
                  </a:lnTo>
                  <a:lnTo>
                    <a:pt x="463524" y="195935"/>
                  </a:lnTo>
                  <a:lnTo>
                    <a:pt x="464324" y="194983"/>
                  </a:lnTo>
                  <a:lnTo>
                    <a:pt x="465074" y="194487"/>
                  </a:lnTo>
                  <a:close/>
                </a:path>
                <a:path w="534034" h="732789">
                  <a:moveTo>
                    <a:pt x="472389" y="473964"/>
                  </a:moveTo>
                  <a:lnTo>
                    <a:pt x="471868" y="473964"/>
                  </a:lnTo>
                  <a:lnTo>
                    <a:pt x="471932" y="474637"/>
                  </a:lnTo>
                  <a:lnTo>
                    <a:pt x="472262" y="474319"/>
                  </a:lnTo>
                  <a:lnTo>
                    <a:pt x="471919" y="474014"/>
                  </a:lnTo>
                  <a:lnTo>
                    <a:pt x="472287" y="474268"/>
                  </a:lnTo>
                  <a:lnTo>
                    <a:pt x="472389" y="473964"/>
                  </a:lnTo>
                  <a:close/>
                </a:path>
                <a:path w="534034" h="732789">
                  <a:moveTo>
                    <a:pt x="472503" y="482790"/>
                  </a:moveTo>
                  <a:lnTo>
                    <a:pt x="472465" y="482231"/>
                  </a:lnTo>
                  <a:lnTo>
                    <a:pt x="472338" y="480453"/>
                  </a:lnTo>
                  <a:lnTo>
                    <a:pt x="472262" y="479272"/>
                  </a:lnTo>
                  <a:lnTo>
                    <a:pt x="472186" y="478332"/>
                  </a:lnTo>
                  <a:lnTo>
                    <a:pt x="472109" y="477113"/>
                  </a:lnTo>
                  <a:lnTo>
                    <a:pt x="471932" y="474637"/>
                  </a:lnTo>
                  <a:lnTo>
                    <a:pt x="469468" y="477113"/>
                  </a:lnTo>
                  <a:lnTo>
                    <a:pt x="466826" y="480453"/>
                  </a:lnTo>
                  <a:lnTo>
                    <a:pt x="462191" y="479272"/>
                  </a:lnTo>
                  <a:lnTo>
                    <a:pt x="458190" y="478332"/>
                  </a:lnTo>
                  <a:lnTo>
                    <a:pt x="454431" y="478955"/>
                  </a:lnTo>
                  <a:lnTo>
                    <a:pt x="450938" y="481126"/>
                  </a:lnTo>
                  <a:lnTo>
                    <a:pt x="448856" y="482231"/>
                  </a:lnTo>
                  <a:lnTo>
                    <a:pt x="445693" y="481304"/>
                  </a:lnTo>
                  <a:lnTo>
                    <a:pt x="440855" y="481304"/>
                  </a:lnTo>
                  <a:lnTo>
                    <a:pt x="437946" y="480631"/>
                  </a:lnTo>
                  <a:lnTo>
                    <a:pt x="435254" y="483692"/>
                  </a:lnTo>
                  <a:lnTo>
                    <a:pt x="433070" y="484949"/>
                  </a:lnTo>
                  <a:lnTo>
                    <a:pt x="427863" y="485978"/>
                  </a:lnTo>
                  <a:lnTo>
                    <a:pt x="425361" y="485648"/>
                  </a:lnTo>
                  <a:lnTo>
                    <a:pt x="422986" y="484479"/>
                  </a:lnTo>
                  <a:lnTo>
                    <a:pt x="419633" y="483336"/>
                  </a:lnTo>
                  <a:lnTo>
                    <a:pt x="416636" y="483336"/>
                  </a:lnTo>
                  <a:lnTo>
                    <a:pt x="410311" y="485178"/>
                  </a:lnTo>
                  <a:lnTo>
                    <a:pt x="407593" y="487032"/>
                  </a:lnTo>
                  <a:lnTo>
                    <a:pt x="405536" y="489661"/>
                  </a:lnTo>
                  <a:lnTo>
                    <a:pt x="408432" y="494538"/>
                  </a:lnTo>
                  <a:lnTo>
                    <a:pt x="411314" y="494131"/>
                  </a:lnTo>
                  <a:lnTo>
                    <a:pt x="416699" y="488327"/>
                  </a:lnTo>
                  <a:lnTo>
                    <a:pt x="419176" y="486600"/>
                  </a:lnTo>
                  <a:lnTo>
                    <a:pt x="422757" y="489953"/>
                  </a:lnTo>
                  <a:lnTo>
                    <a:pt x="421170" y="492785"/>
                  </a:lnTo>
                  <a:lnTo>
                    <a:pt x="418109" y="498144"/>
                  </a:lnTo>
                  <a:lnTo>
                    <a:pt x="417601" y="498144"/>
                  </a:lnTo>
                  <a:lnTo>
                    <a:pt x="417474" y="498487"/>
                  </a:lnTo>
                  <a:lnTo>
                    <a:pt x="417918" y="498487"/>
                  </a:lnTo>
                  <a:lnTo>
                    <a:pt x="418071" y="498208"/>
                  </a:lnTo>
                  <a:lnTo>
                    <a:pt x="434251" y="499897"/>
                  </a:lnTo>
                  <a:lnTo>
                    <a:pt x="432968" y="503212"/>
                  </a:lnTo>
                  <a:lnTo>
                    <a:pt x="431927" y="506615"/>
                  </a:lnTo>
                  <a:lnTo>
                    <a:pt x="431126" y="510070"/>
                  </a:lnTo>
                  <a:lnTo>
                    <a:pt x="430936" y="511238"/>
                  </a:lnTo>
                  <a:lnTo>
                    <a:pt x="432371" y="512978"/>
                  </a:lnTo>
                  <a:lnTo>
                    <a:pt x="433438" y="513905"/>
                  </a:lnTo>
                  <a:lnTo>
                    <a:pt x="434555" y="514464"/>
                  </a:lnTo>
                  <a:lnTo>
                    <a:pt x="435673" y="514464"/>
                  </a:lnTo>
                  <a:lnTo>
                    <a:pt x="453567" y="494538"/>
                  </a:lnTo>
                  <a:lnTo>
                    <a:pt x="453872" y="494157"/>
                  </a:lnTo>
                  <a:lnTo>
                    <a:pt x="455549" y="494677"/>
                  </a:lnTo>
                  <a:lnTo>
                    <a:pt x="454126" y="493979"/>
                  </a:lnTo>
                  <a:lnTo>
                    <a:pt x="453885" y="494131"/>
                  </a:lnTo>
                  <a:lnTo>
                    <a:pt x="452031" y="495300"/>
                  </a:lnTo>
                  <a:lnTo>
                    <a:pt x="450062" y="496023"/>
                  </a:lnTo>
                  <a:lnTo>
                    <a:pt x="449110" y="493102"/>
                  </a:lnTo>
                  <a:lnTo>
                    <a:pt x="453402" y="487032"/>
                  </a:lnTo>
                  <a:lnTo>
                    <a:pt x="453567" y="487032"/>
                  </a:lnTo>
                  <a:lnTo>
                    <a:pt x="454939" y="486600"/>
                  </a:lnTo>
                  <a:lnTo>
                    <a:pt x="456895" y="485978"/>
                  </a:lnTo>
                  <a:lnTo>
                    <a:pt x="459447" y="485178"/>
                  </a:lnTo>
                  <a:lnTo>
                    <a:pt x="466229" y="484644"/>
                  </a:lnTo>
                  <a:lnTo>
                    <a:pt x="472503" y="482790"/>
                  </a:lnTo>
                  <a:close/>
                </a:path>
                <a:path w="534034" h="732789">
                  <a:moveTo>
                    <a:pt x="474865" y="285750"/>
                  </a:moveTo>
                  <a:lnTo>
                    <a:pt x="473049" y="283527"/>
                  </a:lnTo>
                  <a:lnTo>
                    <a:pt x="472490" y="284213"/>
                  </a:lnTo>
                  <a:lnTo>
                    <a:pt x="471995" y="284949"/>
                  </a:lnTo>
                  <a:lnTo>
                    <a:pt x="471601" y="285750"/>
                  </a:lnTo>
                  <a:lnTo>
                    <a:pt x="471487" y="286004"/>
                  </a:lnTo>
                  <a:lnTo>
                    <a:pt x="472300" y="287007"/>
                  </a:lnTo>
                  <a:lnTo>
                    <a:pt x="472465" y="286956"/>
                  </a:lnTo>
                  <a:lnTo>
                    <a:pt x="473303" y="286613"/>
                  </a:lnTo>
                  <a:lnTo>
                    <a:pt x="474103" y="286219"/>
                  </a:lnTo>
                  <a:lnTo>
                    <a:pt x="474865" y="285750"/>
                  </a:lnTo>
                  <a:close/>
                </a:path>
                <a:path w="534034" h="732789">
                  <a:moveTo>
                    <a:pt x="476643" y="447116"/>
                  </a:moveTo>
                  <a:lnTo>
                    <a:pt x="476275" y="446824"/>
                  </a:lnTo>
                  <a:lnTo>
                    <a:pt x="476161" y="447319"/>
                  </a:lnTo>
                  <a:lnTo>
                    <a:pt x="476643" y="447116"/>
                  </a:lnTo>
                  <a:close/>
                </a:path>
                <a:path w="534034" h="732789">
                  <a:moveTo>
                    <a:pt x="478294" y="80416"/>
                  </a:moveTo>
                  <a:lnTo>
                    <a:pt x="475754" y="82105"/>
                  </a:lnTo>
                  <a:lnTo>
                    <a:pt x="475996" y="82410"/>
                  </a:lnTo>
                  <a:lnTo>
                    <a:pt x="478294" y="80416"/>
                  </a:lnTo>
                  <a:close/>
                </a:path>
                <a:path w="534034" h="732789">
                  <a:moveTo>
                    <a:pt x="479386" y="239483"/>
                  </a:moveTo>
                  <a:lnTo>
                    <a:pt x="472211" y="232803"/>
                  </a:lnTo>
                  <a:lnTo>
                    <a:pt x="470217" y="235165"/>
                  </a:lnTo>
                  <a:lnTo>
                    <a:pt x="469887" y="235623"/>
                  </a:lnTo>
                  <a:lnTo>
                    <a:pt x="469722" y="236131"/>
                  </a:lnTo>
                  <a:lnTo>
                    <a:pt x="469709" y="236689"/>
                  </a:lnTo>
                  <a:lnTo>
                    <a:pt x="469557" y="239623"/>
                  </a:lnTo>
                  <a:lnTo>
                    <a:pt x="471474" y="240372"/>
                  </a:lnTo>
                  <a:lnTo>
                    <a:pt x="473862" y="240296"/>
                  </a:lnTo>
                  <a:lnTo>
                    <a:pt x="475716" y="240118"/>
                  </a:lnTo>
                  <a:lnTo>
                    <a:pt x="477558" y="239852"/>
                  </a:lnTo>
                  <a:lnTo>
                    <a:pt x="479386" y="239483"/>
                  </a:lnTo>
                  <a:close/>
                </a:path>
                <a:path w="534034" h="732789">
                  <a:moveTo>
                    <a:pt x="481761" y="180848"/>
                  </a:moveTo>
                  <a:lnTo>
                    <a:pt x="480949" y="179781"/>
                  </a:lnTo>
                  <a:lnTo>
                    <a:pt x="479018" y="181025"/>
                  </a:lnTo>
                  <a:lnTo>
                    <a:pt x="479272" y="181394"/>
                  </a:lnTo>
                  <a:lnTo>
                    <a:pt x="479831" y="182079"/>
                  </a:lnTo>
                  <a:lnTo>
                    <a:pt x="480504" y="181711"/>
                  </a:lnTo>
                  <a:lnTo>
                    <a:pt x="481152" y="181305"/>
                  </a:lnTo>
                  <a:lnTo>
                    <a:pt x="481761" y="180848"/>
                  </a:lnTo>
                  <a:close/>
                </a:path>
                <a:path w="534034" h="732789">
                  <a:moveTo>
                    <a:pt x="486765" y="415467"/>
                  </a:moveTo>
                  <a:lnTo>
                    <a:pt x="467779" y="392544"/>
                  </a:lnTo>
                  <a:lnTo>
                    <a:pt x="460463" y="401142"/>
                  </a:lnTo>
                  <a:lnTo>
                    <a:pt x="463219" y="404177"/>
                  </a:lnTo>
                  <a:lnTo>
                    <a:pt x="464997" y="407797"/>
                  </a:lnTo>
                  <a:lnTo>
                    <a:pt x="473773" y="411073"/>
                  </a:lnTo>
                  <a:lnTo>
                    <a:pt x="478497" y="417182"/>
                  </a:lnTo>
                  <a:lnTo>
                    <a:pt x="486765" y="415467"/>
                  </a:lnTo>
                  <a:close/>
                </a:path>
                <a:path w="534034" h="732789">
                  <a:moveTo>
                    <a:pt x="490296" y="470814"/>
                  </a:moveTo>
                  <a:lnTo>
                    <a:pt x="483603" y="464985"/>
                  </a:lnTo>
                  <a:lnTo>
                    <a:pt x="474002" y="456603"/>
                  </a:lnTo>
                  <a:lnTo>
                    <a:pt x="476161" y="447319"/>
                  </a:lnTo>
                  <a:lnTo>
                    <a:pt x="469900" y="450011"/>
                  </a:lnTo>
                  <a:lnTo>
                    <a:pt x="463448" y="453351"/>
                  </a:lnTo>
                  <a:lnTo>
                    <a:pt x="458038" y="458101"/>
                  </a:lnTo>
                  <a:lnTo>
                    <a:pt x="454367" y="465213"/>
                  </a:lnTo>
                  <a:lnTo>
                    <a:pt x="455536" y="466001"/>
                  </a:lnTo>
                  <a:lnTo>
                    <a:pt x="456971" y="467702"/>
                  </a:lnTo>
                  <a:lnTo>
                    <a:pt x="461429" y="467296"/>
                  </a:lnTo>
                  <a:lnTo>
                    <a:pt x="464642" y="466001"/>
                  </a:lnTo>
                  <a:lnTo>
                    <a:pt x="472795" y="464985"/>
                  </a:lnTo>
                  <a:lnTo>
                    <a:pt x="472897" y="465213"/>
                  </a:lnTo>
                  <a:lnTo>
                    <a:pt x="474281" y="468109"/>
                  </a:lnTo>
                  <a:lnTo>
                    <a:pt x="472389" y="473964"/>
                  </a:lnTo>
                  <a:lnTo>
                    <a:pt x="476440" y="473722"/>
                  </a:lnTo>
                  <a:lnTo>
                    <a:pt x="480910" y="473329"/>
                  </a:lnTo>
                  <a:lnTo>
                    <a:pt x="487540" y="473113"/>
                  </a:lnTo>
                  <a:lnTo>
                    <a:pt x="490042" y="474268"/>
                  </a:lnTo>
                  <a:lnTo>
                    <a:pt x="490118" y="473113"/>
                  </a:lnTo>
                  <a:lnTo>
                    <a:pt x="490296" y="470814"/>
                  </a:lnTo>
                  <a:close/>
                </a:path>
                <a:path w="534034" h="732789">
                  <a:moveTo>
                    <a:pt x="490918" y="206971"/>
                  </a:moveTo>
                  <a:lnTo>
                    <a:pt x="489153" y="205409"/>
                  </a:lnTo>
                  <a:lnTo>
                    <a:pt x="488137" y="203822"/>
                  </a:lnTo>
                  <a:lnTo>
                    <a:pt x="486054" y="203428"/>
                  </a:lnTo>
                  <a:lnTo>
                    <a:pt x="484073" y="205320"/>
                  </a:lnTo>
                  <a:lnTo>
                    <a:pt x="484073" y="206248"/>
                  </a:lnTo>
                  <a:lnTo>
                    <a:pt x="484352" y="207772"/>
                  </a:lnTo>
                  <a:lnTo>
                    <a:pt x="485216" y="208813"/>
                  </a:lnTo>
                  <a:lnTo>
                    <a:pt x="486664" y="209372"/>
                  </a:lnTo>
                  <a:lnTo>
                    <a:pt x="487756" y="209550"/>
                  </a:lnTo>
                  <a:lnTo>
                    <a:pt x="489115" y="208064"/>
                  </a:lnTo>
                  <a:lnTo>
                    <a:pt x="490918" y="206971"/>
                  </a:lnTo>
                  <a:close/>
                </a:path>
                <a:path w="534034" h="732789">
                  <a:moveTo>
                    <a:pt x="491680" y="444157"/>
                  </a:moveTo>
                  <a:lnTo>
                    <a:pt x="485825" y="439559"/>
                  </a:lnTo>
                  <a:lnTo>
                    <a:pt x="479272" y="438099"/>
                  </a:lnTo>
                  <a:lnTo>
                    <a:pt x="472033" y="439788"/>
                  </a:lnTo>
                  <a:lnTo>
                    <a:pt x="476453" y="446824"/>
                  </a:lnTo>
                  <a:lnTo>
                    <a:pt x="477012" y="446824"/>
                  </a:lnTo>
                  <a:lnTo>
                    <a:pt x="491680" y="444157"/>
                  </a:lnTo>
                  <a:close/>
                </a:path>
                <a:path w="534034" h="732789">
                  <a:moveTo>
                    <a:pt x="494931" y="407009"/>
                  </a:moveTo>
                  <a:lnTo>
                    <a:pt x="493776" y="406539"/>
                  </a:lnTo>
                  <a:lnTo>
                    <a:pt x="493356" y="407581"/>
                  </a:lnTo>
                  <a:lnTo>
                    <a:pt x="493712" y="407797"/>
                  </a:lnTo>
                  <a:lnTo>
                    <a:pt x="494093" y="407924"/>
                  </a:lnTo>
                  <a:lnTo>
                    <a:pt x="494499" y="407987"/>
                  </a:lnTo>
                  <a:lnTo>
                    <a:pt x="494665" y="407974"/>
                  </a:lnTo>
                  <a:lnTo>
                    <a:pt x="494792" y="407352"/>
                  </a:lnTo>
                  <a:lnTo>
                    <a:pt x="494931" y="407009"/>
                  </a:lnTo>
                  <a:close/>
                </a:path>
                <a:path w="534034" h="732789">
                  <a:moveTo>
                    <a:pt x="497928" y="457923"/>
                  </a:moveTo>
                  <a:lnTo>
                    <a:pt x="493534" y="456844"/>
                  </a:lnTo>
                  <a:lnTo>
                    <a:pt x="490220" y="452158"/>
                  </a:lnTo>
                  <a:lnTo>
                    <a:pt x="484847" y="453669"/>
                  </a:lnTo>
                  <a:lnTo>
                    <a:pt x="483704" y="459143"/>
                  </a:lnTo>
                  <a:lnTo>
                    <a:pt x="485724" y="462153"/>
                  </a:lnTo>
                  <a:lnTo>
                    <a:pt x="490296" y="463067"/>
                  </a:lnTo>
                  <a:lnTo>
                    <a:pt x="491147" y="463372"/>
                  </a:lnTo>
                  <a:lnTo>
                    <a:pt x="497890" y="458838"/>
                  </a:lnTo>
                  <a:lnTo>
                    <a:pt x="497928" y="457923"/>
                  </a:lnTo>
                  <a:close/>
                </a:path>
                <a:path w="534034" h="732789">
                  <a:moveTo>
                    <a:pt x="501916" y="425272"/>
                  </a:moveTo>
                  <a:lnTo>
                    <a:pt x="483235" y="430161"/>
                  </a:lnTo>
                  <a:lnTo>
                    <a:pt x="488797" y="433793"/>
                  </a:lnTo>
                  <a:lnTo>
                    <a:pt x="492404" y="437235"/>
                  </a:lnTo>
                  <a:lnTo>
                    <a:pt x="499110" y="435356"/>
                  </a:lnTo>
                  <a:lnTo>
                    <a:pt x="501916" y="425272"/>
                  </a:lnTo>
                  <a:close/>
                </a:path>
                <a:path w="534034" h="732789">
                  <a:moveTo>
                    <a:pt x="502805" y="381215"/>
                  </a:moveTo>
                  <a:lnTo>
                    <a:pt x="500608" y="376618"/>
                  </a:lnTo>
                  <a:lnTo>
                    <a:pt x="496824" y="377317"/>
                  </a:lnTo>
                  <a:lnTo>
                    <a:pt x="493090" y="376453"/>
                  </a:lnTo>
                  <a:lnTo>
                    <a:pt x="491617" y="377609"/>
                  </a:lnTo>
                  <a:lnTo>
                    <a:pt x="491286" y="379234"/>
                  </a:lnTo>
                  <a:lnTo>
                    <a:pt x="492213" y="381050"/>
                  </a:lnTo>
                  <a:lnTo>
                    <a:pt x="495947" y="381355"/>
                  </a:lnTo>
                  <a:lnTo>
                    <a:pt x="499148" y="381215"/>
                  </a:lnTo>
                  <a:lnTo>
                    <a:pt x="502805" y="381215"/>
                  </a:lnTo>
                  <a:close/>
                </a:path>
                <a:path w="534034" h="732789">
                  <a:moveTo>
                    <a:pt x="512775" y="395871"/>
                  </a:moveTo>
                  <a:lnTo>
                    <a:pt x="510070" y="395871"/>
                  </a:lnTo>
                  <a:lnTo>
                    <a:pt x="508101" y="395808"/>
                  </a:lnTo>
                  <a:lnTo>
                    <a:pt x="506183" y="395986"/>
                  </a:lnTo>
                  <a:lnTo>
                    <a:pt x="505879" y="396773"/>
                  </a:lnTo>
                  <a:lnTo>
                    <a:pt x="505790" y="397573"/>
                  </a:lnTo>
                  <a:lnTo>
                    <a:pt x="505904" y="398399"/>
                  </a:lnTo>
                  <a:lnTo>
                    <a:pt x="507352" y="399059"/>
                  </a:lnTo>
                  <a:lnTo>
                    <a:pt x="508876" y="399440"/>
                  </a:lnTo>
                  <a:lnTo>
                    <a:pt x="510476" y="399516"/>
                  </a:lnTo>
                  <a:lnTo>
                    <a:pt x="510997" y="399529"/>
                  </a:lnTo>
                  <a:lnTo>
                    <a:pt x="511517" y="397941"/>
                  </a:lnTo>
                  <a:lnTo>
                    <a:pt x="512775" y="395871"/>
                  </a:lnTo>
                  <a:close/>
                </a:path>
                <a:path w="534034" h="732789">
                  <a:moveTo>
                    <a:pt x="524205" y="384175"/>
                  </a:moveTo>
                  <a:lnTo>
                    <a:pt x="523303" y="381342"/>
                  </a:lnTo>
                  <a:lnTo>
                    <a:pt x="521652" y="378129"/>
                  </a:lnTo>
                  <a:lnTo>
                    <a:pt x="519696" y="375119"/>
                  </a:lnTo>
                  <a:lnTo>
                    <a:pt x="517436" y="372300"/>
                  </a:lnTo>
                  <a:lnTo>
                    <a:pt x="516712" y="375386"/>
                  </a:lnTo>
                  <a:lnTo>
                    <a:pt x="516331" y="378523"/>
                  </a:lnTo>
                  <a:lnTo>
                    <a:pt x="516267" y="381685"/>
                  </a:lnTo>
                  <a:lnTo>
                    <a:pt x="516496" y="383730"/>
                  </a:lnTo>
                  <a:lnTo>
                    <a:pt x="517398" y="385432"/>
                  </a:lnTo>
                  <a:lnTo>
                    <a:pt x="518960" y="386778"/>
                  </a:lnTo>
                  <a:lnTo>
                    <a:pt x="520915" y="387997"/>
                  </a:lnTo>
                  <a:lnTo>
                    <a:pt x="524205" y="384175"/>
                  </a:lnTo>
                  <a:close/>
                </a:path>
                <a:path w="534034" h="732789">
                  <a:moveTo>
                    <a:pt x="533958" y="396735"/>
                  </a:moveTo>
                  <a:lnTo>
                    <a:pt x="530148" y="392976"/>
                  </a:lnTo>
                  <a:lnTo>
                    <a:pt x="525005" y="392531"/>
                  </a:lnTo>
                  <a:lnTo>
                    <a:pt x="523963" y="394055"/>
                  </a:lnTo>
                  <a:lnTo>
                    <a:pt x="521843" y="395986"/>
                  </a:lnTo>
                  <a:lnTo>
                    <a:pt x="521512" y="398195"/>
                  </a:lnTo>
                  <a:lnTo>
                    <a:pt x="521500" y="400227"/>
                  </a:lnTo>
                  <a:lnTo>
                    <a:pt x="522274" y="401916"/>
                  </a:lnTo>
                  <a:lnTo>
                    <a:pt x="525373" y="404545"/>
                  </a:lnTo>
                  <a:lnTo>
                    <a:pt x="527151" y="405041"/>
                  </a:lnTo>
                  <a:lnTo>
                    <a:pt x="529158" y="404710"/>
                  </a:lnTo>
                  <a:lnTo>
                    <a:pt x="531279" y="403999"/>
                  </a:lnTo>
                  <a:lnTo>
                    <a:pt x="532663" y="402577"/>
                  </a:lnTo>
                  <a:lnTo>
                    <a:pt x="533311" y="400443"/>
                  </a:lnTo>
                  <a:lnTo>
                    <a:pt x="533958" y="396735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083856" y="1709254"/>
              <a:ext cx="739775" cy="792480"/>
            </a:xfrm>
            <a:custGeom>
              <a:avLst/>
              <a:gdLst/>
              <a:ahLst/>
              <a:cxnLst/>
              <a:rect l="l" t="t" r="r" b="b"/>
              <a:pathLst>
                <a:path w="739775" h="792480">
                  <a:moveTo>
                    <a:pt x="11976" y="363143"/>
                  </a:moveTo>
                  <a:lnTo>
                    <a:pt x="0" y="363791"/>
                  </a:lnTo>
                  <a:lnTo>
                    <a:pt x="8953" y="366052"/>
                  </a:lnTo>
                  <a:lnTo>
                    <a:pt x="11976" y="363143"/>
                  </a:lnTo>
                  <a:close/>
                </a:path>
                <a:path w="739775" h="792480">
                  <a:moveTo>
                    <a:pt x="12611" y="363105"/>
                  </a:moveTo>
                  <a:lnTo>
                    <a:pt x="12331" y="362788"/>
                  </a:lnTo>
                  <a:lnTo>
                    <a:pt x="12014" y="363105"/>
                  </a:lnTo>
                  <a:lnTo>
                    <a:pt x="12611" y="363105"/>
                  </a:lnTo>
                  <a:close/>
                </a:path>
                <a:path w="739775" h="792480">
                  <a:moveTo>
                    <a:pt x="18757" y="427977"/>
                  </a:moveTo>
                  <a:lnTo>
                    <a:pt x="16535" y="425424"/>
                  </a:lnTo>
                  <a:lnTo>
                    <a:pt x="15100" y="427228"/>
                  </a:lnTo>
                  <a:lnTo>
                    <a:pt x="18757" y="427977"/>
                  </a:lnTo>
                  <a:close/>
                </a:path>
                <a:path w="739775" h="792480">
                  <a:moveTo>
                    <a:pt x="18897" y="691565"/>
                  </a:moveTo>
                  <a:lnTo>
                    <a:pt x="18148" y="690918"/>
                  </a:lnTo>
                  <a:lnTo>
                    <a:pt x="17348" y="690359"/>
                  </a:lnTo>
                  <a:lnTo>
                    <a:pt x="16484" y="689876"/>
                  </a:lnTo>
                  <a:lnTo>
                    <a:pt x="15976" y="689876"/>
                  </a:lnTo>
                  <a:lnTo>
                    <a:pt x="15278" y="690359"/>
                  </a:lnTo>
                  <a:lnTo>
                    <a:pt x="15062" y="690359"/>
                  </a:lnTo>
                  <a:lnTo>
                    <a:pt x="15506" y="691565"/>
                  </a:lnTo>
                  <a:lnTo>
                    <a:pt x="15773" y="692162"/>
                  </a:lnTo>
                  <a:lnTo>
                    <a:pt x="16192" y="692924"/>
                  </a:lnTo>
                  <a:lnTo>
                    <a:pt x="18897" y="691565"/>
                  </a:lnTo>
                  <a:close/>
                </a:path>
                <a:path w="739775" h="792480">
                  <a:moveTo>
                    <a:pt x="25946" y="466674"/>
                  </a:moveTo>
                  <a:lnTo>
                    <a:pt x="21526" y="466674"/>
                  </a:lnTo>
                  <a:lnTo>
                    <a:pt x="22059" y="468769"/>
                  </a:lnTo>
                  <a:lnTo>
                    <a:pt x="25946" y="466674"/>
                  </a:lnTo>
                  <a:close/>
                </a:path>
                <a:path w="739775" h="792480">
                  <a:moveTo>
                    <a:pt x="33362" y="491007"/>
                  </a:moveTo>
                  <a:lnTo>
                    <a:pt x="33096" y="490448"/>
                  </a:lnTo>
                  <a:lnTo>
                    <a:pt x="32550" y="490347"/>
                  </a:lnTo>
                  <a:lnTo>
                    <a:pt x="32181" y="490169"/>
                  </a:lnTo>
                  <a:lnTo>
                    <a:pt x="31686" y="491236"/>
                  </a:lnTo>
                  <a:lnTo>
                    <a:pt x="32791" y="491782"/>
                  </a:lnTo>
                  <a:lnTo>
                    <a:pt x="32956" y="491426"/>
                  </a:lnTo>
                  <a:lnTo>
                    <a:pt x="33362" y="491007"/>
                  </a:lnTo>
                  <a:close/>
                </a:path>
                <a:path w="739775" h="792480">
                  <a:moveTo>
                    <a:pt x="58394" y="687222"/>
                  </a:moveTo>
                  <a:lnTo>
                    <a:pt x="58369" y="686777"/>
                  </a:lnTo>
                  <a:lnTo>
                    <a:pt x="58166" y="685495"/>
                  </a:lnTo>
                  <a:lnTo>
                    <a:pt x="57772" y="684276"/>
                  </a:lnTo>
                  <a:lnTo>
                    <a:pt x="57175" y="683133"/>
                  </a:lnTo>
                  <a:lnTo>
                    <a:pt x="56400" y="683844"/>
                  </a:lnTo>
                  <a:lnTo>
                    <a:pt x="55232" y="684542"/>
                  </a:lnTo>
                  <a:lnTo>
                    <a:pt x="54698" y="686117"/>
                  </a:lnTo>
                  <a:lnTo>
                    <a:pt x="55460" y="687197"/>
                  </a:lnTo>
                  <a:lnTo>
                    <a:pt x="55778" y="688162"/>
                  </a:lnTo>
                  <a:lnTo>
                    <a:pt x="56692" y="687692"/>
                  </a:lnTo>
                  <a:lnTo>
                    <a:pt x="58394" y="687222"/>
                  </a:lnTo>
                  <a:close/>
                </a:path>
                <a:path w="739775" h="792480">
                  <a:moveTo>
                    <a:pt x="81661" y="694156"/>
                  </a:moveTo>
                  <a:lnTo>
                    <a:pt x="81203" y="693839"/>
                  </a:lnTo>
                  <a:lnTo>
                    <a:pt x="80772" y="693280"/>
                  </a:lnTo>
                  <a:lnTo>
                    <a:pt x="78384" y="693242"/>
                  </a:lnTo>
                  <a:lnTo>
                    <a:pt x="76454" y="693356"/>
                  </a:lnTo>
                  <a:lnTo>
                    <a:pt x="74523" y="693432"/>
                  </a:lnTo>
                  <a:lnTo>
                    <a:pt x="74460" y="695769"/>
                  </a:lnTo>
                  <a:lnTo>
                    <a:pt x="76365" y="696023"/>
                  </a:lnTo>
                  <a:lnTo>
                    <a:pt x="78295" y="696137"/>
                  </a:lnTo>
                  <a:lnTo>
                    <a:pt x="80225" y="696137"/>
                  </a:lnTo>
                  <a:lnTo>
                    <a:pt x="80746" y="696112"/>
                  </a:lnTo>
                  <a:lnTo>
                    <a:pt x="81178" y="694842"/>
                  </a:lnTo>
                  <a:lnTo>
                    <a:pt x="81661" y="694156"/>
                  </a:lnTo>
                  <a:close/>
                </a:path>
                <a:path w="739775" h="792480">
                  <a:moveTo>
                    <a:pt x="82156" y="684885"/>
                  </a:moveTo>
                  <a:lnTo>
                    <a:pt x="82016" y="684542"/>
                  </a:lnTo>
                  <a:lnTo>
                    <a:pt x="82016" y="683958"/>
                  </a:lnTo>
                  <a:lnTo>
                    <a:pt x="81838" y="683933"/>
                  </a:lnTo>
                  <a:lnTo>
                    <a:pt x="81419" y="683945"/>
                  </a:lnTo>
                  <a:lnTo>
                    <a:pt x="81026" y="684022"/>
                  </a:lnTo>
                  <a:lnTo>
                    <a:pt x="80632" y="684187"/>
                  </a:lnTo>
                  <a:lnTo>
                    <a:pt x="80733" y="684517"/>
                  </a:lnTo>
                  <a:lnTo>
                    <a:pt x="80810" y="685152"/>
                  </a:lnTo>
                  <a:lnTo>
                    <a:pt x="80949" y="685152"/>
                  </a:lnTo>
                  <a:lnTo>
                    <a:pt x="81368" y="685139"/>
                  </a:lnTo>
                  <a:lnTo>
                    <a:pt x="81762" y="685050"/>
                  </a:lnTo>
                  <a:lnTo>
                    <a:pt x="82156" y="684885"/>
                  </a:lnTo>
                  <a:close/>
                </a:path>
                <a:path w="739775" h="792480">
                  <a:moveTo>
                    <a:pt x="86182" y="373113"/>
                  </a:moveTo>
                  <a:lnTo>
                    <a:pt x="74574" y="371398"/>
                  </a:lnTo>
                  <a:lnTo>
                    <a:pt x="81661" y="362902"/>
                  </a:lnTo>
                  <a:lnTo>
                    <a:pt x="72580" y="356082"/>
                  </a:lnTo>
                  <a:lnTo>
                    <a:pt x="72059" y="356908"/>
                  </a:lnTo>
                  <a:lnTo>
                    <a:pt x="71615" y="357771"/>
                  </a:lnTo>
                  <a:lnTo>
                    <a:pt x="71234" y="358673"/>
                  </a:lnTo>
                  <a:lnTo>
                    <a:pt x="70345" y="362292"/>
                  </a:lnTo>
                  <a:lnTo>
                    <a:pt x="72364" y="366458"/>
                  </a:lnTo>
                  <a:lnTo>
                    <a:pt x="63893" y="373189"/>
                  </a:lnTo>
                  <a:lnTo>
                    <a:pt x="74091" y="376237"/>
                  </a:lnTo>
                  <a:lnTo>
                    <a:pt x="69202" y="380314"/>
                  </a:lnTo>
                  <a:lnTo>
                    <a:pt x="70840" y="380619"/>
                  </a:lnTo>
                  <a:lnTo>
                    <a:pt x="72136" y="381457"/>
                  </a:lnTo>
                  <a:lnTo>
                    <a:pt x="74066" y="384175"/>
                  </a:lnTo>
                  <a:lnTo>
                    <a:pt x="74422" y="385686"/>
                  </a:lnTo>
                  <a:lnTo>
                    <a:pt x="74180" y="387337"/>
                  </a:lnTo>
                  <a:lnTo>
                    <a:pt x="75145" y="384657"/>
                  </a:lnTo>
                  <a:lnTo>
                    <a:pt x="76415" y="382130"/>
                  </a:lnTo>
                  <a:lnTo>
                    <a:pt x="77978" y="379755"/>
                  </a:lnTo>
                  <a:lnTo>
                    <a:pt x="80505" y="377291"/>
                  </a:lnTo>
                  <a:lnTo>
                    <a:pt x="83235" y="375069"/>
                  </a:lnTo>
                  <a:lnTo>
                    <a:pt x="86182" y="373113"/>
                  </a:lnTo>
                  <a:close/>
                </a:path>
                <a:path w="739775" h="792480">
                  <a:moveTo>
                    <a:pt x="153619" y="421563"/>
                  </a:moveTo>
                  <a:lnTo>
                    <a:pt x="153149" y="421563"/>
                  </a:lnTo>
                  <a:lnTo>
                    <a:pt x="153479" y="421919"/>
                  </a:lnTo>
                  <a:lnTo>
                    <a:pt x="153619" y="421563"/>
                  </a:lnTo>
                  <a:close/>
                </a:path>
                <a:path w="739775" h="792480">
                  <a:moveTo>
                    <a:pt x="156679" y="0"/>
                  </a:moveTo>
                  <a:lnTo>
                    <a:pt x="154978" y="0"/>
                  </a:lnTo>
                  <a:lnTo>
                    <a:pt x="154355" y="279"/>
                  </a:lnTo>
                  <a:lnTo>
                    <a:pt x="153619" y="673"/>
                  </a:lnTo>
                  <a:lnTo>
                    <a:pt x="152819" y="1168"/>
                  </a:lnTo>
                  <a:lnTo>
                    <a:pt x="155930" y="1168"/>
                  </a:lnTo>
                  <a:lnTo>
                    <a:pt x="156019" y="952"/>
                  </a:lnTo>
                  <a:lnTo>
                    <a:pt x="156133" y="673"/>
                  </a:lnTo>
                  <a:lnTo>
                    <a:pt x="156679" y="0"/>
                  </a:lnTo>
                  <a:close/>
                </a:path>
                <a:path w="739775" h="792480">
                  <a:moveTo>
                    <a:pt x="157429" y="417703"/>
                  </a:moveTo>
                  <a:lnTo>
                    <a:pt x="156591" y="417372"/>
                  </a:lnTo>
                  <a:lnTo>
                    <a:pt x="155689" y="417372"/>
                  </a:lnTo>
                  <a:lnTo>
                    <a:pt x="155486" y="417703"/>
                  </a:lnTo>
                  <a:lnTo>
                    <a:pt x="157429" y="417703"/>
                  </a:lnTo>
                  <a:close/>
                </a:path>
                <a:path w="739775" h="792480">
                  <a:moveTo>
                    <a:pt x="158356" y="417918"/>
                  </a:moveTo>
                  <a:lnTo>
                    <a:pt x="155359" y="417918"/>
                  </a:lnTo>
                  <a:lnTo>
                    <a:pt x="154825" y="418820"/>
                  </a:lnTo>
                  <a:lnTo>
                    <a:pt x="154127" y="420268"/>
                  </a:lnTo>
                  <a:lnTo>
                    <a:pt x="153720" y="421309"/>
                  </a:lnTo>
                  <a:lnTo>
                    <a:pt x="154711" y="420865"/>
                  </a:lnTo>
                  <a:lnTo>
                    <a:pt x="156298" y="420268"/>
                  </a:lnTo>
                  <a:lnTo>
                    <a:pt x="158140" y="419252"/>
                  </a:lnTo>
                  <a:lnTo>
                    <a:pt x="158178" y="418439"/>
                  </a:lnTo>
                  <a:lnTo>
                    <a:pt x="158356" y="417918"/>
                  </a:lnTo>
                  <a:close/>
                </a:path>
                <a:path w="739775" h="792480">
                  <a:moveTo>
                    <a:pt x="160185" y="382866"/>
                  </a:moveTo>
                  <a:lnTo>
                    <a:pt x="158330" y="383679"/>
                  </a:lnTo>
                  <a:lnTo>
                    <a:pt x="158546" y="384035"/>
                  </a:lnTo>
                  <a:lnTo>
                    <a:pt x="158635" y="384619"/>
                  </a:lnTo>
                  <a:lnTo>
                    <a:pt x="159321" y="384708"/>
                  </a:lnTo>
                  <a:lnTo>
                    <a:pt x="159753" y="384314"/>
                  </a:lnTo>
                  <a:lnTo>
                    <a:pt x="160134" y="384111"/>
                  </a:lnTo>
                  <a:lnTo>
                    <a:pt x="160185" y="382866"/>
                  </a:lnTo>
                  <a:close/>
                </a:path>
                <a:path w="739775" h="792480">
                  <a:moveTo>
                    <a:pt x="167259" y="466090"/>
                  </a:moveTo>
                  <a:lnTo>
                    <a:pt x="166751" y="466090"/>
                  </a:lnTo>
                  <a:lnTo>
                    <a:pt x="167246" y="466483"/>
                  </a:lnTo>
                  <a:lnTo>
                    <a:pt x="167259" y="466090"/>
                  </a:lnTo>
                  <a:close/>
                </a:path>
                <a:path w="739775" h="792480">
                  <a:moveTo>
                    <a:pt x="171018" y="464451"/>
                  </a:moveTo>
                  <a:lnTo>
                    <a:pt x="167411" y="464451"/>
                  </a:lnTo>
                  <a:lnTo>
                    <a:pt x="167309" y="465074"/>
                  </a:lnTo>
                  <a:lnTo>
                    <a:pt x="167259" y="465950"/>
                  </a:lnTo>
                  <a:lnTo>
                    <a:pt x="167982" y="465950"/>
                  </a:lnTo>
                  <a:lnTo>
                    <a:pt x="169062" y="465594"/>
                  </a:lnTo>
                  <a:lnTo>
                    <a:pt x="170103" y="465074"/>
                  </a:lnTo>
                  <a:lnTo>
                    <a:pt x="171018" y="464451"/>
                  </a:lnTo>
                  <a:close/>
                </a:path>
                <a:path w="739775" h="792480">
                  <a:moveTo>
                    <a:pt x="171881" y="462013"/>
                  </a:moveTo>
                  <a:lnTo>
                    <a:pt x="170484" y="460895"/>
                  </a:lnTo>
                  <a:lnTo>
                    <a:pt x="169773" y="460895"/>
                  </a:lnTo>
                  <a:lnTo>
                    <a:pt x="167449" y="464197"/>
                  </a:lnTo>
                  <a:lnTo>
                    <a:pt x="171183" y="464197"/>
                  </a:lnTo>
                  <a:lnTo>
                    <a:pt x="171589" y="463600"/>
                  </a:lnTo>
                  <a:lnTo>
                    <a:pt x="171691" y="463092"/>
                  </a:lnTo>
                  <a:lnTo>
                    <a:pt x="171818" y="462521"/>
                  </a:lnTo>
                  <a:lnTo>
                    <a:pt x="171881" y="462013"/>
                  </a:lnTo>
                  <a:close/>
                </a:path>
                <a:path w="739775" h="792480">
                  <a:moveTo>
                    <a:pt x="183197" y="450748"/>
                  </a:moveTo>
                  <a:lnTo>
                    <a:pt x="182384" y="450088"/>
                  </a:lnTo>
                  <a:lnTo>
                    <a:pt x="181305" y="450088"/>
                  </a:lnTo>
                  <a:lnTo>
                    <a:pt x="181419" y="450748"/>
                  </a:lnTo>
                  <a:lnTo>
                    <a:pt x="181470" y="451104"/>
                  </a:lnTo>
                  <a:lnTo>
                    <a:pt x="183197" y="450748"/>
                  </a:lnTo>
                  <a:close/>
                </a:path>
                <a:path w="739775" h="792480">
                  <a:moveTo>
                    <a:pt x="184467" y="455764"/>
                  </a:moveTo>
                  <a:lnTo>
                    <a:pt x="184086" y="455764"/>
                  </a:lnTo>
                  <a:lnTo>
                    <a:pt x="184416" y="456082"/>
                  </a:lnTo>
                  <a:lnTo>
                    <a:pt x="184467" y="455764"/>
                  </a:lnTo>
                  <a:close/>
                </a:path>
                <a:path w="739775" h="792480">
                  <a:moveTo>
                    <a:pt x="191223" y="451739"/>
                  </a:moveTo>
                  <a:lnTo>
                    <a:pt x="190906" y="450100"/>
                  </a:lnTo>
                  <a:lnTo>
                    <a:pt x="190906" y="449211"/>
                  </a:lnTo>
                  <a:lnTo>
                    <a:pt x="190042" y="449211"/>
                  </a:lnTo>
                  <a:lnTo>
                    <a:pt x="188988" y="448830"/>
                  </a:lnTo>
                  <a:lnTo>
                    <a:pt x="188366" y="449211"/>
                  </a:lnTo>
                  <a:lnTo>
                    <a:pt x="187071" y="450100"/>
                  </a:lnTo>
                  <a:lnTo>
                    <a:pt x="185851" y="451091"/>
                  </a:lnTo>
                  <a:lnTo>
                    <a:pt x="185051" y="451866"/>
                  </a:lnTo>
                  <a:lnTo>
                    <a:pt x="185026" y="452069"/>
                  </a:lnTo>
                  <a:lnTo>
                    <a:pt x="184492" y="455574"/>
                  </a:lnTo>
                  <a:lnTo>
                    <a:pt x="186372" y="454647"/>
                  </a:lnTo>
                  <a:lnTo>
                    <a:pt x="188595" y="453415"/>
                  </a:lnTo>
                  <a:lnTo>
                    <a:pt x="190741" y="452069"/>
                  </a:lnTo>
                  <a:lnTo>
                    <a:pt x="191223" y="451739"/>
                  </a:lnTo>
                  <a:close/>
                </a:path>
                <a:path w="739775" h="792480">
                  <a:moveTo>
                    <a:pt x="227012" y="417372"/>
                  </a:moveTo>
                  <a:lnTo>
                    <a:pt x="226199" y="416166"/>
                  </a:lnTo>
                  <a:lnTo>
                    <a:pt x="225475" y="416648"/>
                  </a:lnTo>
                  <a:lnTo>
                    <a:pt x="224790" y="417169"/>
                  </a:lnTo>
                  <a:lnTo>
                    <a:pt x="224129" y="417741"/>
                  </a:lnTo>
                  <a:lnTo>
                    <a:pt x="224370" y="418160"/>
                  </a:lnTo>
                  <a:lnTo>
                    <a:pt x="224637" y="418541"/>
                  </a:lnTo>
                  <a:lnTo>
                    <a:pt x="224942" y="418909"/>
                  </a:lnTo>
                  <a:lnTo>
                    <a:pt x="227012" y="417372"/>
                  </a:lnTo>
                  <a:close/>
                </a:path>
                <a:path w="739775" h="792480">
                  <a:moveTo>
                    <a:pt x="256108" y="564857"/>
                  </a:moveTo>
                  <a:lnTo>
                    <a:pt x="255816" y="564565"/>
                  </a:lnTo>
                  <a:lnTo>
                    <a:pt x="254800" y="563410"/>
                  </a:lnTo>
                  <a:lnTo>
                    <a:pt x="253822" y="562533"/>
                  </a:lnTo>
                  <a:lnTo>
                    <a:pt x="252285" y="562533"/>
                  </a:lnTo>
                  <a:lnTo>
                    <a:pt x="252425" y="563410"/>
                  </a:lnTo>
                  <a:lnTo>
                    <a:pt x="252310" y="564857"/>
                  </a:lnTo>
                  <a:lnTo>
                    <a:pt x="256108" y="564857"/>
                  </a:lnTo>
                  <a:close/>
                </a:path>
                <a:path w="739775" h="792480">
                  <a:moveTo>
                    <a:pt x="257340" y="565150"/>
                  </a:moveTo>
                  <a:lnTo>
                    <a:pt x="256400" y="565150"/>
                  </a:lnTo>
                  <a:lnTo>
                    <a:pt x="256870" y="565632"/>
                  </a:lnTo>
                  <a:lnTo>
                    <a:pt x="257340" y="565150"/>
                  </a:lnTo>
                  <a:close/>
                </a:path>
                <a:path w="739775" h="792480">
                  <a:moveTo>
                    <a:pt x="286385" y="563727"/>
                  </a:moveTo>
                  <a:lnTo>
                    <a:pt x="285826" y="562444"/>
                  </a:lnTo>
                  <a:lnTo>
                    <a:pt x="285178" y="563689"/>
                  </a:lnTo>
                  <a:lnTo>
                    <a:pt x="286385" y="563727"/>
                  </a:lnTo>
                  <a:close/>
                </a:path>
                <a:path w="739775" h="792480">
                  <a:moveTo>
                    <a:pt x="291820" y="334772"/>
                  </a:moveTo>
                  <a:lnTo>
                    <a:pt x="291147" y="334772"/>
                  </a:lnTo>
                  <a:lnTo>
                    <a:pt x="290309" y="333870"/>
                  </a:lnTo>
                  <a:lnTo>
                    <a:pt x="289064" y="332752"/>
                  </a:lnTo>
                  <a:lnTo>
                    <a:pt x="287718" y="331749"/>
                  </a:lnTo>
                  <a:lnTo>
                    <a:pt x="283819" y="329412"/>
                  </a:lnTo>
                  <a:lnTo>
                    <a:pt x="283616" y="329603"/>
                  </a:lnTo>
                  <a:lnTo>
                    <a:pt x="281825" y="336067"/>
                  </a:lnTo>
                  <a:lnTo>
                    <a:pt x="291211" y="334860"/>
                  </a:lnTo>
                  <a:lnTo>
                    <a:pt x="291452" y="335102"/>
                  </a:lnTo>
                  <a:lnTo>
                    <a:pt x="291820" y="334772"/>
                  </a:lnTo>
                  <a:close/>
                </a:path>
                <a:path w="739775" h="792480">
                  <a:moveTo>
                    <a:pt x="302628" y="388289"/>
                  </a:moveTo>
                  <a:lnTo>
                    <a:pt x="300875" y="387959"/>
                  </a:lnTo>
                  <a:lnTo>
                    <a:pt x="299110" y="387858"/>
                  </a:lnTo>
                  <a:lnTo>
                    <a:pt x="297332" y="387959"/>
                  </a:lnTo>
                  <a:lnTo>
                    <a:pt x="296684" y="388086"/>
                  </a:lnTo>
                  <a:lnTo>
                    <a:pt x="296303" y="389521"/>
                  </a:lnTo>
                  <a:lnTo>
                    <a:pt x="295795" y="390334"/>
                  </a:lnTo>
                  <a:lnTo>
                    <a:pt x="296926" y="390969"/>
                  </a:lnTo>
                  <a:lnTo>
                    <a:pt x="298259" y="392315"/>
                  </a:lnTo>
                  <a:lnTo>
                    <a:pt x="300253" y="391731"/>
                  </a:lnTo>
                  <a:lnTo>
                    <a:pt x="300990" y="390131"/>
                  </a:lnTo>
                  <a:lnTo>
                    <a:pt x="302628" y="388289"/>
                  </a:lnTo>
                  <a:close/>
                </a:path>
                <a:path w="739775" h="792480">
                  <a:moveTo>
                    <a:pt x="307848" y="792060"/>
                  </a:moveTo>
                  <a:lnTo>
                    <a:pt x="307746" y="791108"/>
                  </a:lnTo>
                  <a:lnTo>
                    <a:pt x="307644" y="790562"/>
                  </a:lnTo>
                  <a:lnTo>
                    <a:pt x="307530" y="789901"/>
                  </a:lnTo>
                  <a:lnTo>
                    <a:pt x="307086" y="788428"/>
                  </a:lnTo>
                  <a:lnTo>
                    <a:pt x="306832" y="787819"/>
                  </a:lnTo>
                  <a:lnTo>
                    <a:pt x="304482" y="787819"/>
                  </a:lnTo>
                  <a:lnTo>
                    <a:pt x="304393" y="788428"/>
                  </a:lnTo>
                  <a:lnTo>
                    <a:pt x="304355" y="788670"/>
                  </a:lnTo>
                  <a:lnTo>
                    <a:pt x="303517" y="790562"/>
                  </a:lnTo>
                  <a:lnTo>
                    <a:pt x="304965" y="792060"/>
                  </a:lnTo>
                  <a:lnTo>
                    <a:pt x="307848" y="792060"/>
                  </a:lnTo>
                  <a:close/>
                </a:path>
                <a:path w="739775" h="792480">
                  <a:moveTo>
                    <a:pt x="311848" y="606755"/>
                  </a:moveTo>
                  <a:lnTo>
                    <a:pt x="311315" y="606755"/>
                  </a:lnTo>
                  <a:lnTo>
                    <a:pt x="311581" y="607110"/>
                  </a:lnTo>
                  <a:lnTo>
                    <a:pt x="311848" y="606755"/>
                  </a:lnTo>
                  <a:close/>
                </a:path>
                <a:path w="739775" h="792480">
                  <a:moveTo>
                    <a:pt x="316712" y="401802"/>
                  </a:moveTo>
                  <a:lnTo>
                    <a:pt x="313550" y="400519"/>
                  </a:lnTo>
                  <a:lnTo>
                    <a:pt x="310324" y="399402"/>
                  </a:lnTo>
                  <a:lnTo>
                    <a:pt x="307035" y="398462"/>
                  </a:lnTo>
                  <a:lnTo>
                    <a:pt x="306666" y="398399"/>
                  </a:lnTo>
                  <a:lnTo>
                    <a:pt x="305473" y="400100"/>
                  </a:lnTo>
                  <a:lnTo>
                    <a:pt x="305473" y="400989"/>
                  </a:lnTo>
                  <a:lnTo>
                    <a:pt x="305320" y="402183"/>
                  </a:lnTo>
                  <a:lnTo>
                    <a:pt x="305689" y="403186"/>
                  </a:lnTo>
                  <a:lnTo>
                    <a:pt x="307492" y="404812"/>
                  </a:lnTo>
                  <a:lnTo>
                    <a:pt x="308521" y="405079"/>
                  </a:lnTo>
                  <a:lnTo>
                    <a:pt x="309702" y="404799"/>
                  </a:lnTo>
                  <a:lnTo>
                    <a:pt x="312140" y="404037"/>
                  </a:lnTo>
                  <a:lnTo>
                    <a:pt x="314477" y="403034"/>
                  </a:lnTo>
                  <a:lnTo>
                    <a:pt x="316712" y="401802"/>
                  </a:lnTo>
                  <a:close/>
                </a:path>
                <a:path w="739775" h="792480">
                  <a:moveTo>
                    <a:pt x="318211" y="530720"/>
                  </a:moveTo>
                  <a:lnTo>
                    <a:pt x="317652" y="530491"/>
                  </a:lnTo>
                  <a:lnTo>
                    <a:pt x="317601" y="533209"/>
                  </a:lnTo>
                  <a:lnTo>
                    <a:pt x="317728" y="532396"/>
                  </a:lnTo>
                  <a:lnTo>
                    <a:pt x="317855" y="531634"/>
                  </a:lnTo>
                  <a:lnTo>
                    <a:pt x="317944" y="530821"/>
                  </a:lnTo>
                  <a:lnTo>
                    <a:pt x="318211" y="530720"/>
                  </a:lnTo>
                  <a:close/>
                </a:path>
                <a:path w="739775" h="792480">
                  <a:moveTo>
                    <a:pt x="332359" y="173926"/>
                  </a:moveTo>
                  <a:lnTo>
                    <a:pt x="325501" y="168516"/>
                  </a:lnTo>
                  <a:lnTo>
                    <a:pt x="324205" y="168529"/>
                  </a:lnTo>
                  <a:lnTo>
                    <a:pt x="321614" y="169214"/>
                  </a:lnTo>
                  <a:lnTo>
                    <a:pt x="320484" y="169837"/>
                  </a:lnTo>
                  <a:lnTo>
                    <a:pt x="319506" y="170764"/>
                  </a:lnTo>
                  <a:lnTo>
                    <a:pt x="318147" y="180873"/>
                  </a:lnTo>
                  <a:lnTo>
                    <a:pt x="325348" y="180949"/>
                  </a:lnTo>
                  <a:lnTo>
                    <a:pt x="332359" y="173926"/>
                  </a:lnTo>
                  <a:close/>
                </a:path>
                <a:path w="739775" h="792480">
                  <a:moveTo>
                    <a:pt x="336816" y="524662"/>
                  </a:moveTo>
                  <a:lnTo>
                    <a:pt x="318211" y="530720"/>
                  </a:lnTo>
                  <a:lnTo>
                    <a:pt x="330301" y="535597"/>
                  </a:lnTo>
                  <a:lnTo>
                    <a:pt x="336816" y="524662"/>
                  </a:lnTo>
                  <a:close/>
                </a:path>
                <a:path w="739775" h="792480">
                  <a:moveTo>
                    <a:pt x="348132" y="284340"/>
                  </a:moveTo>
                  <a:lnTo>
                    <a:pt x="347218" y="284340"/>
                  </a:lnTo>
                  <a:lnTo>
                    <a:pt x="347700" y="285305"/>
                  </a:lnTo>
                  <a:lnTo>
                    <a:pt x="348132" y="284340"/>
                  </a:lnTo>
                  <a:close/>
                </a:path>
                <a:path w="739775" h="792480">
                  <a:moveTo>
                    <a:pt x="349186" y="752589"/>
                  </a:moveTo>
                  <a:lnTo>
                    <a:pt x="347840" y="752589"/>
                  </a:lnTo>
                  <a:lnTo>
                    <a:pt x="347052" y="753300"/>
                  </a:lnTo>
                  <a:lnTo>
                    <a:pt x="346290" y="754087"/>
                  </a:lnTo>
                  <a:lnTo>
                    <a:pt x="348830" y="754087"/>
                  </a:lnTo>
                  <a:lnTo>
                    <a:pt x="348805" y="754468"/>
                  </a:lnTo>
                  <a:lnTo>
                    <a:pt x="348843" y="754087"/>
                  </a:lnTo>
                  <a:lnTo>
                    <a:pt x="348919" y="753300"/>
                  </a:lnTo>
                  <a:lnTo>
                    <a:pt x="349186" y="752589"/>
                  </a:lnTo>
                  <a:close/>
                </a:path>
                <a:path w="739775" h="792480">
                  <a:moveTo>
                    <a:pt x="360324" y="552881"/>
                  </a:moveTo>
                  <a:lnTo>
                    <a:pt x="360172" y="552538"/>
                  </a:lnTo>
                  <a:lnTo>
                    <a:pt x="359968" y="552538"/>
                  </a:lnTo>
                  <a:lnTo>
                    <a:pt x="360324" y="552881"/>
                  </a:lnTo>
                  <a:close/>
                </a:path>
                <a:path w="739775" h="792480">
                  <a:moveTo>
                    <a:pt x="363601" y="528586"/>
                  </a:moveTo>
                  <a:lnTo>
                    <a:pt x="362762" y="527939"/>
                  </a:lnTo>
                  <a:lnTo>
                    <a:pt x="362381" y="528281"/>
                  </a:lnTo>
                  <a:lnTo>
                    <a:pt x="363601" y="528586"/>
                  </a:lnTo>
                  <a:close/>
                </a:path>
                <a:path w="739775" h="792480">
                  <a:moveTo>
                    <a:pt x="367131" y="549173"/>
                  </a:moveTo>
                  <a:lnTo>
                    <a:pt x="367030" y="546379"/>
                  </a:lnTo>
                  <a:lnTo>
                    <a:pt x="366890" y="543026"/>
                  </a:lnTo>
                  <a:lnTo>
                    <a:pt x="364337" y="542505"/>
                  </a:lnTo>
                  <a:lnTo>
                    <a:pt x="362305" y="542505"/>
                  </a:lnTo>
                  <a:lnTo>
                    <a:pt x="360006" y="542861"/>
                  </a:lnTo>
                  <a:lnTo>
                    <a:pt x="359473" y="543026"/>
                  </a:lnTo>
                  <a:lnTo>
                    <a:pt x="359168" y="543026"/>
                  </a:lnTo>
                  <a:lnTo>
                    <a:pt x="358940" y="546379"/>
                  </a:lnTo>
                  <a:lnTo>
                    <a:pt x="358990" y="548259"/>
                  </a:lnTo>
                  <a:lnTo>
                    <a:pt x="359232" y="549859"/>
                  </a:lnTo>
                  <a:lnTo>
                    <a:pt x="359676" y="551408"/>
                  </a:lnTo>
                  <a:lnTo>
                    <a:pt x="360095" y="552373"/>
                  </a:lnTo>
                  <a:lnTo>
                    <a:pt x="360845" y="551408"/>
                  </a:lnTo>
                  <a:lnTo>
                    <a:pt x="362165" y="549694"/>
                  </a:lnTo>
                  <a:lnTo>
                    <a:pt x="367131" y="549173"/>
                  </a:lnTo>
                  <a:close/>
                </a:path>
                <a:path w="739775" h="792480">
                  <a:moveTo>
                    <a:pt x="369366" y="534454"/>
                  </a:moveTo>
                  <a:lnTo>
                    <a:pt x="368414" y="532599"/>
                  </a:lnTo>
                  <a:lnTo>
                    <a:pt x="368020" y="530961"/>
                  </a:lnTo>
                  <a:lnTo>
                    <a:pt x="366979" y="530148"/>
                  </a:lnTo>
                  <a:lnTo>
                    <a:pt x="365531" y="529297"/>
                  </a:lnTo>
                  <a:lnTo>
                    <a:pt x="363766" y="528586"/>
                  </a:lnTo>
                  <a:lnTo>
                    <a:pt x="363601" y="528586"/>
                  </a:lnTo>
                  <a:lnTo>
                    <a:pt x="365061" y="529691"/>
                  </a:lnTo>
                  <a:lnTo>
                    <a:pt x="364972" y="530148"/>
                  </a:lnTo>
                  <a:lnTo>
                    <a:pt x="364172" y="534454"/>
                  </a:lnTo>
                  <a:lnTo>
                    <a:pt x="369366" y="534454"/>
                  </a:lnTo>
                  <a:close/>
                </a:path>
                <a:path w="739775" h="792480">
                  <a:moveTo>
                    <a:pt x="371360" y="745718"/>
                  </a:moveTo>
                  <a:lnTo>
                    <a:pt x="370636" y="740791"/>
                  </a:lnTo>
                  <a:lnTo>
                    <a:pt x="370192" y="738212"/>
                  </a:lnTo>
                  <a:lnTo>
                    <a:pt x="366369" y="736244"/>
                  </a:lnTo>
                  <a:lnTo>
                    <a:pt x="363308" y="733272"/>
                  </a:lnTo>
                  <a:lnTo>
                    <a:pt x="358482" y="739902"/>
                  </a:lnTo>
                  <a:lnTo>
                    <a:pt x="358178" y="746086"/>
                  </a:lnTo>
                  <a:lnTo>
                    <a:pt x="360083" y="752221"/>
                  </a:lnTo>
                  <a:lnTo>
                    <a:pt x="361848" y="758647"/>
                  </a:lnTo>
                  <a:lnTo>
                    <a:pt x="365442" y="757250"/>
                  </a:lnTo>
                  <a:lnTo>
                    <a:pt x="369519" y="756754"/>
                  </a:lnTo>
                  <a:lnTo>
                    <a:pt x="369824" y="755383"/>
                  </a:lnTo>
                  <a:lnTo>
                    <a:pt x="371081" y="750570"/>
                  </a:lnTo>
                  <a:lnTo>
                    <a:pt x="371360" y="745718"/>
                  </a:lnTo>
                  <a:close/>
                </a:path>
                <a:path w="739775" h="792480">
                  <a:moveTo>
                    <a:pt x="373672" y="393852"/>
                  </a:moveTo>
                  <a:lnTo>
                    <a:pt x="366255" y="393788"/>
                  </a:lnTo>
                  <a:lnTo>
                    <a:pt x="368681" y="398043"/>
                  </a:lnTo>
                  <a:lnTo>
                    <a:pt x="371182" y="395516"/>
                  </a:lnTo>
                  <a:lnTo>
                    <a:pt x="373672" y="393852"/>
                  </a:lnTo>
                  <a:close/>
                </a:path>
                <a:path w="739775" h="792480">
                  <a:moveTo>
                    <a:pt x="375589" y="355460"/>
                  </a:moveTo>
                  <a:lnTo>
                    <a:pt x="374091" y="354584"/>
                  </a:lnTo>
                  <a:lnTo>
                    <a:pt x="372732" y="353428"/>
                  </a:lnTo>
                  <a:lnTo>
                    <a:pt x="372402" y="353682"/>
                  </a:lnTo>
                  <a:lnTo>
                    <a:pt x="371322" y="354672"/>
                  </a:lnTo>
                  <a:lnTo>
                    <a:pt x="370395" y="355777"/>
                  </a:lnTo>
                  <a:lnTo>
                    <a:pt x="369595" y="356997"/>
                  </a:lnTo>
                  <a:lnTo>
                    <a:pt x="370484" y="357505"/>
                  </a:lnTo>
                  <a:lnTo>
                    <a:pt x="371665" y="358648"/>
                  </a:lnTo>
                  <a:lnTo>
                    <a:pt x="372211" y="358406"/>
                  </a:lnTo>
                  <a:lnTo>
                    <a:pt x="373468" y="357581"/>
                  </a:lnTo>
                  <a:lnTo>
                    <a:pt x="374599" y="356603"/>
                  </a:lnTo>
                  <a:lnTo>
                    <a:pt x="375589" y="355460"/>
                  </a:lnTo>
                  <a:close/>
                </a:path>
                <a:path w="739775" h="792480">
                  <a:moveTo>
                    <a:pt x="401104" y="545782"/>
                  </a:moveTo>
                  <a:lnTo>
                    <a:pt x="398576" y="543623"/>
                  </a:lnTo>
                  <a:lnTo>
                    <a:pt x="397484" y="541997"/>
                  </a:lnTo>
                  <a:lnTo>
                    <a:pt x="394944" y="541896"/>
                  </a:lnTo>
                  <a:lnTo>
                    <a:pt x="393496" y="543191"/>
                  </a:lnTo>
                  <a:lnTo>
                    <a:pt x="392061" y="543902"/>
                  </a:lnTo>
                  <a:lnTo>
                    <a:pt x="392722" y="545134"/>
                  </a:lnTo>
                  <a:lnTo>
                    <a:pt x="393306" y="547408"/>
                  </a:lnTo>
                  <a:lnTo>
                    <a:pt x="394042" y="547408"/>
                  </a:lnTo>
                  <a:lnTo>
                    <a:pt x="396455" y="547179"/>
                  </a:lnTo>
                  <a:lnTo>
                    <a:pt x="398818" y="546633"/>
                  </a:lnTo>
                  <a:lnTo>
                    <a:pt x="401104" y="545782"/>
                  </a:lnTo>
                  <a:close/>
                </a:path>
                <a:path w="739775" h="792480">
                  <a:moveTo>
                    <a:pt x="409346" y="378980"/>
                  </a:moveTo>
                  <a:lnTo>
                    <a:pt x="409041" y="378802"/>
                  </a:lnTo>
                  <a:lnTo>
                    <a:pt x="409206" y="378980"/>
                  </a:lnTo>
                  <a:lnTo>
                    <a:pt x="409346" y="378980"/>
                  </a:lnTo>
                  <a:close/>
                </a:path>
                <a:path w="739775" h="792480">
                  <a:moveTo>
                    <a:pt x="414553" y="384911"/>
                  </a:moveTo>
                  <a:lnTo>
                    <a:pt x="409282" y="379082"/>
                  </a:lnTo>
                  <a:lnTo>
                    <a:pt x="407860" y="381558"/>
                  </a:lnTo>
                  <a:lnTo>
                    <a:pt x="406285" y="384136"/>
                  </a:lnTo>
                  <a:lnTo>
                    <a:pt x="403834" y="388200"/>
                  </a:lnTo>
                  <a:lnTo>
                    <a:pt x="414553" y="384911"/>
                  </a:lnTo>
                  <a:close/>
                </a:path>
                <a:path w="739775" h="792480">
                  <a:moveTo>
                    <a:pt x="435254" y="490931"/>
                  </a:moveTo>
                  <a:lnTo>
                    <a:pt x="435229" y="490474"/>
                  </a:lnTo>
                  <a:lnTo>
                    <a:pt x="432727" y="490474"/>
                  </a:lnTo>
                  <a:lnTo>
                    <a:pt x="431888" y="490931"/>
                  </a:lnTo>
                  <a:lnTo>
                    <a:pt x="435254" y="490931"/>
                  </a:lnTo>
                  <a:close/>
                </a:path>
                <a:path w="739775" h="792480">
                  <a:moveTo>
                    <a:pt x="435279" y="491197"/>
                  </a:moveTo>
                  <a:lnTo>
                    <a:pt x="431838" y="491197"/>
                  </a:lnTo>
                  <a:lnTo>
                    <a:pt x="431380" y="493395"/>
                  </a:lnTo>
                  <a:lnTo>
                    <a:pt x="431736" y="493814"/>
                  </a:lnTo>
                  <a:lnTo>
                    <a:pt x="434428" y="493814"/>
                  </a:lnTo>
                  <a:lnTo>
                    <a:pt x="434809" y="493179"/>
                  </a:lnTo>
                  <a:lnTo>
                    <a:pt x="435140" y="492201"/>
                  </a:lnTo>
                  <a:lnTo>
                    <a:pt x="435279" y="491197"/>
                  </a:lnTo>
                  <a:close/>
                </a:path>
                <a:path w="739775" h="792480">
                  <a:moveTo>
                    <a:pt x="435851" y="770026"/>
                  </a:moveTo>
                  <a:lnTo>
                    <a:pt x="434809" y="770458"/>
                  </a:lnTo>
                  <a:lnTo>
                    <a:pt x="435851" y="770928"/>
                  </a:lnTo>
                  <a:lnTo>
                    <a:pt x="435851" y="770026"/>
                  </a:lnTo>
                  <a:close/>
                </a:path>
                <a:path w="739775" h="792480">
                  <a:moveTo>
                    <a:pt x="451637" y="461010"/>
                  </a:moveTo>
                  <a:lnTo>
                    <a:pt x="451434" y="461010"/>
                  </a:lnTo>
                  <a:lnTo>
                    <a:pt x="450684" y="460324"/>
                  </a:lnTo>
                  <a:lnTo>
                    <a:pt x="449745" y="459600"/>
                  </a:lnTo>
                  <a:lnTo>
                    <a:pt x="450723" y="461822"/>
                  </a:lnTo>
                  <a:lnTo>
                    <a:pt x="451116" y="461822"/>
                  </a:lnTo>
                  <a:lnTo>
                    <a:pt x="451637" y="461010"/>
                  </a:lnTo>
                  <a:close/>
                </a:path>
                <a:path w="739775" h="792480">
                  <a:moveTo>
                    <a:pt x="491667" y="724852"/>
                  </a:moveTo>
                  <a:lnTo>
                    <a:pt x="491426" y="724738"/>
                  </a:lnTo>
                  <a:lnTo>
                    <a:pt x="491236" y="724738"/>
                  </a:lnTo>
                  <a:lnTo>
                    <a:pt x="491667" y="724852"/>
                  </a:lnTo>
                  <a:close/>
                </a:path>
                <a:path w="739775" h="792480">
                  <a:moveTo>
                    <a:pt x="550748" y="691515"/>
                  </a:moveTo>
                  <a:lnTo>
                    <a:pt x="549630" y="691515"/>
                  </a:lnTo>
                  <a:lnTo>
                    <a:pt x="550062" y="691845"/>
                  </a:lnTo>
                  <a:lnTo>
                    <a:pt x="550367" y="691845"/>
                  </a:lnTo>
                  <a:lnTo>
                    <a:pt x="550748" y="691515"/>
                  </a:lnTo>
                  <a:close/>
                </a:path>
                <a:path w="739775" h="792480">
                  <a:moveTo>
                    <a:pt x="551853" y="690524"/>
                  </a:moveTo>
                  <a:lnTo>
                    <a:pt x="551649" y="690524"/>
                  </a:lnTo>
                  <a:lnTo>
                    <a:pt x="549617" y="691210"/>
                  </a:lnTo>
                  <a:lnTo>
                    <a:pt x="551129" y="691210"/>
                  </a:lnTo>
                  <a:lnTo>
                    <a:pt x="551853" y="690524"/>
                  </a:lnTo>
                  <a:close/>
                </a:path>
                <a:path w="739775" h="792480">
                  <a:moveTo>
                    <a:pt x="561289" y="663054"/>
                  </a:moveTo>
                  <a:lnTo>
                    <a:pt x="558838" y="662063"/>
                  </a:lnTo>
                  <a:lnTo>
                    <a:pt x="558546" y="662393"/>
                  </a:lnTo>
                  <a:lnTo>
                    <a:pt x="561289" y="663054"/>
                  </a:lnTo>
                  <a:close/>
                </a:path>
                <a:path w="739775" h="792480">
                  <a:moveTo>
                    <a:pt x="581888" y="189064"/>
                  </a:moveTo>
                  <a:lnTo>
                    <a:pt x="579348" y="190754"/>
                  </a:lnTo>
                  <a:lnTo>
                    <a:pt x="579589" y="191058"/>
                  </a:lnTo>
                  <a:lnTo>
                    <a:pt x="581888" y="189064"/>
                  </a:lnTo>
                  <a:close/>
                </a:path>
                <a:path w="739775" h="792480">
                  <a:moveTo>
                    <a:pt x="615149" y="646137"/>
                  </a:moveTo>
                  <a:lnTo>
                    <a:pt x="614934" y="643267"/>
                  </a:lnTo>
                  <a:lnTo>
                    <a:pt x="614997" y="644588"/>
                  </a:lnTo>
                  <a:lnTo>
                    <a:pt x="615086" y="645655"/>
                  </a:lnTo>
                  <a:lnTo>
                    <a:pt x="615149" y="646137"/>
                  </a:lnTo>
                  <a:close/>
                </a:path>
                <a:path w="739775" h="792480">
                  <a:moveTo>
                    <a:pt x="709066" y="552221"/>
                  </a:moveTo>
                  <a:lnTo>
                    <a:pt x="708037" y="552094"/>
                  </a:lnTo>
                  <a:lnTo>
                    <a:pt x="708444" y="553237"/>
                  </a:lnTo>
                  <a:lnTo>
                    <a:pt x="709066" y="552221"/>
                  </a:lnTo>
                  <a:close/>
                </a:path>
                <a:path w="739775" h="792480">
                  <a:moveTo>
                    <a:pt x="710590" y="538200"/>
                  </a:moveTo>
                  <a:lnTo>
                    <a:pt x="707885" y="538949"/>
                  </a:lnTo>
                  <a:lnTo>
                    <a:pt x="705129" y="539369"/>
                  </a:lnTo>
                  <a:lnTo>
                    <a:pt x="702335" y="539457"/>
                  </a:lnTo>
                  <a:lnTo>
                    <a:pt x="699249" y="539216"/>
                  </a:lnTo>
                  <a:lnTo>
                    <a:pt x="697687" y="536917"/>
                  </a:lnTo>
                  <a:lnTo>
                    <a:pt x="697699" y="532053"/>
                  </a:lnTo>
                  <a:lnTo>
                    <a:pt x="701700" y="530466"/>
                  </a:lnTo>
                  <a:lnTo>
                    <a:pt x="697077" y="528624"/>
                  </a:lnTo>
                  <a:lnTo>
                    <a:pt x="691908" y="533222"/>
                  </a:lnTo>
                  <a:lnTo>
                    <a:pt x="688060" y="538073"/>
                  </a:lnTo>
                  <a:lnTo>
                    <a:pt x="691667" y="545795"/>
                  </a:lnTo>
                  <a:lnTo>
                    <a:pt x="692378" y="547916"/>
                  </a:lnTo>
                  <a:lnTo>
                    <a:pt x="692823" y="550087"/>
                  </a:lnTo>
                  <a:lnTo>
                    <a:pt x="693013" y="552323"/>
                  </a:lnTo>
                  <a:lnTo>
                    <a:pt x="710590" y="538200"/>
                  </a:lnTo>
                  <a:close/>
                </a:path>
                <a:path w="739775" h="792480">
                  <a:moveTo>
                    <a:pt x="724306" y="669150"/>
                  </a:moveTo>
                  <a:lnTo>
                    <a:pt x="721893" y="660717"/>
                  </a:lnTo>
                  <a:lnTo>
                    <a:pt x="713587" y="662000"/>
                  </a:lnTo>
                  <a:lnTo>
                    <a:pt x="713740" y="663232"/>
                  </a:lnTo>
                  <a:lnTo>
                    <a:pt x="721906" y="669544"/>
                  </a:lnTo>
                  <a:lnTo>
                    <a:pt x="723112" y="669467"/>
                  </a:lnTo>
                  <a:lnTo>
                    <a:pt x="724306" y="669150"/>
                  </a:lnTo>
                  <a:close/>
                </a:path>
                <a:path w="739775" h="792480">
                  <a:moveTo>
                    <a:pt x="739292" y="419823"/>
                  </a:moveTo>
                  <a:lnTo>
                    <a:pt x="736155" y="414350"/>
                  </a:lnTo>
                  <a:lnTo>
                    <a:pt x="731443" y="415163"/>
                  </a:lnTo>
                  <a:lnTo>
                    <a:pt x="727367" y="414350"/>
                  </a:lnTo>
                  <a:lnTo>
                    <a:pt x="727367" y="421576"/>
                  </a:lnTo>
                  <a:lnTo>
                    <a:pt x="731545" y="422414"/>
                  </a:lnTo>
                  <a:lnTo>
                    <a:pt x="735520" y="421843"/>
                  </a:lnTo>
                  <a:lnTo>
                    <a:pt x="739292" y="419823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0"/>
            <a:ext cx="7416800" cy="791845"/>
          </a:xfrm>
          <a:custGeom>
            <a:avLst/>
            <a:gdLst/>
            <a:ahLst/>
            <a:cxnLst/>
            <a:rect l="l" t="t" r="r" b="b"/>
            <a:pathLst>
              <a:path w="7416800" h="791845">
                <a:moveTo>
                  <a:pt x="5153459" y="639132"/>
                </a:moveTo>
                <a:lnTo>
                  <a:pt x="737212" y="639132"/>
                </a:lnTo>
                <a:lnTo>
                  <a:pt x="625565" y="613732"/>
                </a:lnTo>
                <a:lnTo>
                  <a:pt x="570472" y="613732"/>
                </a:lnTo>
                <a:lnTo>
                  <a:pt x="302578" y="550232"/>
                </a:lnTo>
                <a:lnTo>
                  <a:pt x="250558" y="550232"/>
                </a:lnTo>
                <a:lnTo>
                  <a:pt x="0" y="486733"/>
                </a:lnTo>
                <a:lnTo>
                  <a:pt x="0" y="0"/>
                </a:lnTo>
                <a:lnTo>
                  <a:pt x="7416780" y="0"/>
                </a:lnTo>
                <a:lnTo>
                  <a:pt x="7393003" y="16832"/>
                </a:lnTo>
                <a:lnTo>
                  <a:pt x="7319165" y="42232"/>
                </a:lnTo>
                <a:lnTo>
                  <a:pt x="7281217" y="67632"/>
                </a:lnTo>
                <a:lnTo>
                  <a:pt x="7203293" y="93032"/>
                </a:lnTo>
                <a:lnTo>
                  <a:pt x="7163330" y="118432"/>
                </a:lnTo>
                <a:lnTo>
                  <a:pt x="7081435" y="143832"/>
                </a:lnTo>
                <a:lnTo>
                  <a:pt x="7039515" y="169232"/>
                </a:lnTo>
                <a:lnTo>
                  <a:pt x="6909942" y="207332"/>
                </a:lnTo>
                <a:lnTo>
                  <a:pt x="6865501" y="232732"/>
                </a:lnTo>
                <a:lnTo>
                  <a:pt x="6728516" y="270832"/>
                </a:lnTo>
                <a:lnTo>
                  <a:pt x="6681655" y="296232"/>
                </a:lnTo>
                <a:lnTo>
                  <a:pt x="6388338" y="372432"/>
                </a:lnTo>
                <a:lnTo>
                  <a:pt x="6337486" y="397832"/>
                </a:lnTo>
                <a:lnTo>
                  <a:pt x="6234153" y="423232"/>
                </a:lnTo>
                <a:lnTo>
                  <a:pt x="5806863" y="523235"/>
                </a:lnTo>
                <a:lnTo>
                  <a:pt x="5743539" y="524832"/>
                </a:lnTo>
                <a:lnTo>
                  <a:pt x="5402581" y="599330"/>
                </a:lnTo>
                <a:lnTo>
                  <a:pt x="5335097" y="601032"/>
                </a:lnTo>
                <a:lnTo>
                  <a:pt x="5153459" y="639132"/>
                </a:lnTo>
                <a:close/>
              </a:path>
              <a:path w="7416800" h="791845">
                <a:moveTo>
                  <a:pt x="4779226" y="689932"/>
                </a:moveTo>
                <a:lnTo>
                  <a:pt x="1083388" y="689932"/>
                </a:lnTo>
                <a:lnTo>
                  <a:pt x="1024559" y="677232"/>
                </a:lnTo>
                <a:lnTo>
                  <a:pt x="966175" y="677232"/>
                </a:lnTo>
                <a:lnTo>
                  <a:pt x="793754" y="639132"/>
                </a:lnTo>
                <a:lnTo>
                  <a:pt x="5092080" y="639132"/>
                </a:lnTo>
                <a:lnTo>
                  <a:pt x="4976898" y="662732"/>
                </a:lnTo>
                <a:lnTo>
                  <a:pt x="4905534" y="664532"/>
                </a:lnTo>
                <a:lnTo>
                  <a:pt x="4779226" y="689932"/>
                </a:lnTo>
                <a:close/>
              </a:path>
              <a:path w="7416800" h="791845">
                <a:moveTo>
                  <a:pt x="5800037" y="524832"/>
                </a:moveTo>
                <a:lnTo>
                  <a:pt x="5743539" y="524832"/>
                </a:lnTo>
                <a:lnTo>
                  <a:pt x="5806863" y="523235"/>
                </a:lnTo>
                <a:lnTo>
                  <a:pt x="5800037" y="524832"/>
                </a:lnTo>
                <a:close/>
              </a:path>
              <a:path w="7416800" h="791845">
                <a:moveTo>
                  <a:pt x="4651422" y="702632"/>
                </a:moveTo>
                <a:lnTo>
                  <a:pt x="1202354" y="702632"/>
                </a:lnTo>
                <a:lnTo>
                  <a:pt x="1142655" y="689932"/>
                </a:lnTo>
                <a:lnTo>
                  <a:pt x="4715508" y="689932"/>
                </a:lnTo>
                <a:lnTo>
                  <a:pt x="4651422" y="702632"/>
                </a:lnTo>
                <a:close/>
              </a:path>
              <a:path w="7416800" h="791845">
                <a:moveTo>
                  <a:pt x="4391527" y="728032"/>
                </a:moveTo>
                <a:lnTo>
                  <a:pt x="1383976" y="728032"/>
                </a:lnTo>
                <a:lnTo>
                  <a:pt x="1262478" y="702632"/>
                </a:lnTo>
                <a:lnTo>
                  <a:pt x="4586975" y="702632"/>
                </a:lnTo>
                <a:lnTo>
                  <a:pt x="4531798" y="713446"/>
                </a:lnTo>
                <a:lnTo>
                  <a:pt x="4457021" y="715332"/>
                </a:lnTo>
                <a:lnTo>
                  <a:pt x="4391527" y="728032"/>
                </a:lnTo>
                <a:close/>
              </a:path>
              <a:path w="7416800" h="791845">
                <a:moveTo>
                  <a:pt x="5394790" y="601032"/>
                </a:moveTo>
                <a:lnTo>
                  <a:pt x="5335097" y="601032"/>
                </a:lnTo>
                <a:lnTo>
                  <a:pt x="5402581" y="599330"/>
                </a:lnTo>
                <a:lnTo>
                  <a:pt x="5394790" y="601032"/>
                </a:lnTo>
                <a:close/>
              </a:path>
              <a:path w="7416800" h="791845">
                <a:moveTo>
                  <a:pt x="4259537" y="740732"/>
                </a:moveTo>
                <a:lnTo>
                  <a:pt x="1569252" y="740732"/>
                </a:lnTo>
                <a:lnTo>
                  <a:pt x="1507098" y="728032"/>
                </a:lnTo>
                <a:lnTo>
                  <a:pt x="4325697" y="728032"/>
                </a:lnTo>
                <a:lnTo>
                  <a:pt x="4259537" y="740732"/>
                </a:lnTo>
                <a:close/>
              </a:path>
              <a:path w="7416800" h="791845">
                <a:moveTo>
                  <a:pt x="4126253" y="753432"/>
                </a:moveTo>
                <a:lnTo>
                  <a:pt x="1694714" y="753432"/>
                </a:lnTo>
                <a:lnTo>
                  <a:pt x="1631793" y="740732"/>
                </a:lnTo>
                <a:lnTo>
                  <a:pt x="4193053" y="740732"/>
                </a:lnTo>
                <a:lnTo>
                  <a:pt x="4126253" y="753432"/>
                </a:lnTo>
                <a:close/>
              </a:path>
              <a:path w="7416800" h="791845">
                <a:moveTo>
                  <a:pt x="4968111" y="664532"/>
                </a:moveTo>
                <a:lnTo>
                  <a:pt x="4905534" y="664532"/>
                </a:lnTo>
                <a:lnTo>
                  <a:pt x="4976898" y="662732"/>
                </a:lnTo>
                <a:lnTo>
                  <a:pt x="4968111" y="664532"/>
                </a:lnTo>
                <a:close/>
              </a:path>
              <a:path w="7416800" h="791845">
                <a:moveTo>
                  <a:pt x="3991725" y="766132"/>
                </a:moveTo>
                <a:lnTo>
                  <a:pt x="1821672" y="766132"/>
                </a:lnTo>
                <a:lnTo>
                  <a:pt x="1758009" y="753432"/>
                </a:lnTo>
                <a:lnTo>
                  <a:pt x="4059141" y="753432"/>
                </a:lnTo>
                <a:lnTo>
                  <a:pt x="3991725" y="766132"/>
                </a:lnTo>
                <a:close/>
              </a:path>
              <a:path w="7416800" h="791845">
                <a:moveTo>
                  <a:pt x="3816264" y="773523"/>
                </a:moveTo>
                <a:lnTo>
                  <a:pt x="3605796" y="778832"/>
                </a:lnTo>
                <a:lnTo>
                  <a:pt x="2014800" y="778832"/>
                </a:lnTo>
                <a:lnTo>
                  <a:pt x="1950073" y="766132"/>
                </a:lnTo>
                <a:lnTo>
                  <a:pt x="3856005" y="766132"/>
                </a:lnTo>
                <a:lnTo>
                  <a:pt x="3816264" y="773523"/>
                </a:lnTo>
                <a:close/>
              </a:path>
              <a:path w="7416800" h="791845">
                <a:moveTo>
                  <a:pt x="4522172" y="715332"/>
                </a:moveTo>
                <a:lnTo>
                  <a:pt x="4457021" y="715332"/>
                </a:lnTo>
                <a:lnTo>
                  <a:pt x="4531798" y="713446"/>
                </a:lnTo>
                <a:lnTo>
                  <a:pt x="4522172" y="715332"/>
                </a:lnTo>
                <a:close/>
              </a:path>
              <a:path w="7416800" h="791845">
                <a:moveTo>
                  <a:pt x="3577256" y="779552"/>
                </a:moveTo>
                <a:lnTo>
                  <a:pt x="3102372" y="791532"/>
                </a:lnTo>
                <a:lnTo>
                  <a:pt x="2277058" y="791532"/>
                </a:lnTo>
                <a:lnTo>
                  <a:pt x="2211003" y="778832"/>
                </a:lnTo>
                <a:lnTo>
                  <a:pt x="3581186" y="778832"/>
                </a:lnTo>
                <a:lnTo>
                  <a:pt x="3577256" y="779552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57430" y="1828064"/>
            <a:ext cx="4371975" cy="10217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066165" marR="5080" indent="-1054100">
              <a:lnSpc>
                <a:spcPts val="3879"/>
              </a:lnSpc>
              <a:spcBef>
                <a:spcPts val="280"/>
              </a:spcBef>
            </a:pPr>
            <a:r>
              <a:rPr sz="3300" b="1" i="1" spc="-185" dirty="0">
                <a:solidFill>
                  <a:srgbClr val="FDF6F1"/>
                </a:solidFill>
                <a:latin typeface="Times New Roman"/>
                <a:cs typeface="Times New Roman"/>
              </a:rPr>
              <a:t>MOBILE</a:t>
            </a:r>
            <a:r>
              <a:rPr sz="3300" b="1" i="1" spc="-85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FDF6F1"/>
                </a:solidFill>
                <a:latin typeface="Times New Roman"/>
                <a:cs typeface="Times New Roman"/>
              </a:rPr>
              <a:t>APPLICATION </a:t>
            </a:r>
            <a:r>
              <a:rPr sz="3300" b="1" i="1" dirty="0">
                <a:solidFill>
                  <a:srgbClr val="FDF6F1"/>
                </a:solidFill>
                <a:latin typeface="Times New Roman"/>
                <a:cs typeface="Times New Roman"/>
              </a:rPr>
              <a:t>WITH</a:t>
            </a:r>
            <a:r>
              <a:rPr sz="3300" b="1" i="1" spc="-95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r>
              <a:rPr sz="3300" b="1" i="1" spc="-20" dirty="0">
                <a:solidFill>
                  <a:srgbClr val="FDF6F1"/>
                </a:solidFill>
                <a:latin typeface="Times New Roman"/>
                <a:cs typeface="Times New Roman"/>
              </a:rPr>
              <a:t>JAVA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3648" y="0"/>
            <a:ext cx="6863492" cy="185883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98144" y="4609490"/>
            <a:ext cx="5332338" cy="38222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J. </a:t>
            </a:r>
            <a:r>
              <a:rPr lang="en-IN" sz="3200" b="1" i="1" spc="-10">
                <a:solidFill>
                  <a:srgbClr val="FDF6F1"/>
                </a:solidFill>
                <a:latin typeface="Times New Roman"/>
                <a:cs typeface="Times New Roman"/>
              </a:rPr>
              <a:t>Vidya Sai </a:t>
            </a: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Sankar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CNV </a:t>
            </a:r>
            <a:r>
              <a:rPr lang="en-IN" sz="3200" b="1" i="1" spc="-10" dirty="0" err="1">
                <a:solidFill>
                  <a:srgbClr val="FDF6F1"/>
                </a:solidFill>
                <a:latin typeface="Times New Roman"/>
                <a:cs typeface="Times New Roman"/>
              </a:rPr>
              <a:t>Tharuna</a:t>
            </a: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 Sree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Y.Sai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Chandana Sri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M.Jyothi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Sree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E.Shiva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Krishna</a:t>
            </a:r>
            <a:endParaRPr sz="4400" baseline="1133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20272" y="4618175"/>
            <a:ext cx="4639310" cy="38222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AP22110011317</a:t>
            </a: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AP22110011316</a:t>
            </a:r>
            <a:r>
              <a:rPr sz="7350" b="1" i="1" spc="27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endParaRPr lang="en-IN" sz="4900" b="1" i="1" spc="180" dirty="0">
              <a:solidFill>
                <a:srgbClr val="FDF6F1"/>
              </a:solidFill>
              <a:latin typeface="Times New Roman"/>
              <a:cs typeface="Times New Roman"/>
            </a:endParaRP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AP22110011323</a:t>
            </a:r>
            <a:r>
              <a:rPr sz="7350" b="1" i="1" spc="27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endParaRPr lang="en-IN" sz="4900" b="1" i="1" spc="180" baseline="1133" dirty="0">
              <a:solidFill>
                <a:srgbClr val="FDF6F1"/>
              </a:solidFill>
              <a:latin typeface="Times New Roman"/>
              <a:cs typeface="Times New Roman"/>
            </a:endParaRP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AP22110011333</a:t>
            </a: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AP22110011233</a:t>
            </a:r>
            <a:endParaRPr sz="7350" baseline="1133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37767"/>
            <a:ext cx="4737637" cy="55492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1801" y="5"/>
            <a:ext cx="6866724" cy="21129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470394" y="180560"/>
            <a:ext cx="817880" cy="2889250"/>
          </a:xfrm>
          <a:custGeom>
            <a:avLst/>
            <a:gdLst/>
            <a:ahLst/>
            <a:cxnLst/>
            <a:rect l="l" t="t" r="r" b="b"/>
            <a:pathLst>
              <a:path w="817880" h="2889250">
                <a:moveTo>
                  <a:pt x="817605" y="2888703"/>
                </a:moveTo>
                <a:lnTo>
                  <a:pt x="817605" y="2795200"/>
                </a:lnTo>
                <a:lnTo>
                  <a:pt x="789066" y="2780952"/>
                </a:lnTo>
                <a:lnTo>
                  <a:pt x="744363" y="2757296"/>
                </a:lnTo>
                <a:lnTo>
                  <a:pt x="700150" y="2732545"/>
                </a:lnTo>
                <a:lnTo>
                  <a:pt x="656545" y="2706758"/>
                </a:lnTo>
                <a:lnTo>
                  <a:pt x="613670" y="2679992"/>
                </a:lnTo>
                <a:lnTo>
                  <a:pt x="571643" y="2652306"/>
                </a:lnTo>
                <a:lnTo>
                  <a:pt x="530584" y="2623758"/>
                </a:lnTo>
                <a:lnTo>
                  <a:pt x="490614" y="2594406"/>
                </a:lnTo>
                <a:lnTo>
                  <a:pt x="451851" y="2564309"/>
                </a:lnTo>
                <a:lnTo>
                  <a:pt x="408338" y="2528325"/>
                </a:lnTo>
                <a:lnTo>
                  <a:pt x="366853" y="2491505"/>
                </a:lnTo>
                <a:lnTo>
                  <a:pt x="327561" y="2453965"/>
                </a:lnTo>
                <a:lnTo>
                  <a:pt x="290628" y="2415824"/>
                </a:lnTo>
                <a:lnTo>
                  <a:pt x="256221" y="2377200"/>
                </a:lnTo>
                <a:lnTo>
                  <a:pt x="224504" y="2338211"/>
                </a:lnTo>
                <a:lnTo>
                  <a:pt x="195644" y="2298974"/>
                </a:lnTo>
                <a:lnTo>
                  <a:pt x="169807" y="2259608"/>
                </a:lnTo>
                <a:lnTo>
                  <a:pt x="147158" y="2220231"/>
                </a:lnTo>
                <a:lnTo>
                  <a:pt x="127864" y="2180960"/>
                </a:lnTo>
                <a:lnTo>
                  <a:pt x="112089" y="2141913"/>
                </a:lnTo>
                <a:lnTo>
                  <a:pt x="100000" y="2103209"/>
                </a:lnTo>
                <a:lnTo>
                  <a:pt x="87238" y="2041434"/>
                </a:lnTo>
                <a:lnTo>
                  <a:pt x="82699" y="1985151"/>
                </a:lnTo>
                <a:lnTo>
                  <a:pt x="85585" y="1933705"/>
                </a:lnTo>
                <a:lnTo>
                  <a:pt x="95099" y="1886444"/>
                </a:lnTo>
                <a:lnTo>
                  <a:pt x="110444" y="1842711"/>
                </a:lnTo>
                <a:lnTo>
                  <a:pt x="130823" y="1801855"/>
                </a:lnTo>
                <a:lnTo>
                  <a:pt x="155438" y="1763220"/>
                </a:lnTo>
                <a:lnTo>
                  <a:pt x="183688" y="1726442"/>
                </a:lnTo>
                <a:lnTo>
                  <a:pt x="214951" y="1691353"/>
                </a:lnTo>
                <a:lnTo>
                  <a:pt x="248392" y="1657599"/>
                </a:lnTo>
                <a:lnTo>
                  <a:pt x="283178" y="1624822"/>
                </a:lnTo>
                <a:lnTo>
                  <a:pt x="353448" y="1560783"/>
                </a:lnTo>
                <a:lnTo>
                  <a:pt x="387265" y="1528810"/>
                </a:lnTo>
                <a:lnTo>
                  <a:pt x="415278" y="1500375"/>
                </a:lnTo>
                <a:lnTo>
                  <a:pt x="441144" y="1470980"/>
                </a:lnTo>
                <a:lnTo>
                  <a:pt x="464124" y="1440132"/>
                </a:lnTo>
                <a:lnTo>
                  <a:pt x="498159" y="1372020"/>
                </a:lnTo>
                <a:lnTo>
                  <a:pt x="507009" y="1334244"/>
                </a:lnTo>
                <a:lnTo>
                  <a:pt x="509124" y="1294488"/>
                </a:lnTo>
                <a:lnTo>
                  <a:pt x="503597" y="1253228"/>
                </a:lnTo>
                <a:lnTo>
                  <a:pt x="481597" y="1191629"/>
                </a:lnTo>
                <a:lnTo>
                  <a:pt x="442682" y="1127709"/>
                </a:lnTo>
                <a:lnTo>
                  <a:pt x="416421" y="1094468"/>
                </a:lnTo>
                <a:lnTo>
                  <a:pt x="385378" y="1060153"/>
                </a:lnTo>
                <a:lnTo>
                  <a:pt x="349369" y="1024600"/>
                </a:lnTo>
                <a:lnTo>
                  <a:pt x="308209" y="987644"/>
                </a:lnTo>
                <a:lnTo>
                  <a:pt x="261715" y="949121"/>
                </a:lnTo>
                <a:lnTo>
                  <a:pt x="209702" y="908866"/>
                </a:lnTo>
                <a:lnTo>
                  <a:pt x="151985" y="866715"/>
                </a:lnTo>
                <a:lnTo>
                  <a:pt x="135176" y="852593"/>
                </a:lnTo>
                <a:lnTo>
                  <a:pt x="123596" y="837846"/>
                </a:lnTo>
                <a:lnTo>
                  <a:pt x="116386" y="821808"/>
                </a:lnTo>
                <a:lnTo>
                  <a:pt x="112685" y="803817"/>
                </a:lnTo>
                <a:lnTo>
                  <a:pt x="112311" y="783035"/>
                </a:lnTo>
                <a:lnTo>
                  <a:pt x="115781" y="759252"/>
                </a:lnTo>
                <a:lnTo>
                  <a:pt x="135011" y="703771"/>
                </a:lnTo>
                <a:lnTo>
                  <a:pt x="153616" y="668216"/>
                </a:lnTo>
                <a:lnTo>
                  <a:pt x="177402" y="630616"/>
                </a:lnTo>
                <a:lnTo>
                  <a:pt x="205989" y="591350"/>
                </a:lnTo>
                <a:lnTo>
                  <a:pt x="238996" y="550800"/>
                </a:lnTo>
                <a:lnTo>
                  <a:pt x="276043" y="509345"/>
                </a:lnTo>
                <a:lnTo>
                  <a:pt x="316750" y="467365"/>
                </a:lnTo>
                <a:lnTo>
                  <a:pt x="360737" y="425239"/>
                </a:lnTo>
                <a:lnTo>
                  <a:pt x="398404" y="391328"/>
                </a:lnTo>
                <a:lnTo>
                  <a:pt x="437766" y="357647"/>
                </a:lnTo>
                <a:lnTo>
                  <a:pt x="478608" y="324337"/>
                </a:lnTo>
                <a:lnTo>
                  <a:pt x="520717" y="291537"/>
                </a:lnTo>
                <a:lnTo>
                  <a:pt x="563880" y="259387"/>
                </a:lnTo>
                <a:lnTo>
                  <a:pt x="607884" y="228025"/>
                </a:lnTo>
                <a:lnTo>
                  <a:pt x="652515" y="197592"/>
                </a:lnTo>
                <a:lnTo>
                  <a:pt x="697560" y="168226"/>
                </a:lnTo>
                <a:lnTo>
                  <a:pt x="742807" y="140068"/>
                </a:lnTo>
                <a:lnTo>
                  <a:pt x="788040" y="113256"/>
                </a:lnTo>
                <a:lnTo>
                  <a:pt x="817605" y="96621"/>
                </a:lnTo>
                <a:lnTo>
                  <a:pt x="817605" y="0"/>
                </a:lnTo>
                <a:lnTo>
                  <a:pt x="754896" y="34284"/>
                </a:lnTo>
                <a:lnTo>
                  <a:pt x="711399" y="59729"/>
                </a:lnTo>
                <a:lnTo>
                  <a:pt x="667959" y="86384"/>
                </a:lnTo>
                <a:lnTo>
                  <a:pt x="624722" y="114144"/>
                </a:lnTo>
                <a:lnTo>
                  <a:pt x="581833" y="142906"/>
                </a:lnTo>
                <a:lnTo>
                  <a:pt x="539439" y="172564"/>
                </a:lnTo>
                <a:lnTo>
                  <a:pt x="497685" y="203015"/>
                </a:lnTo>
                <a:lnTo>
                  <a:pt x="456717" y="234155"/>
                </a:lnTo>
                <a:lnTo>
                  <a:pt x="416680" y="265878"/>
                </a:lnTo>
                <a:lnTo>
                  <a:pt x="377720" y="298082"/>
                </a:lnTo>
                <a:lnTo>
                  <a:pt x="339983" y="330660"/>
                </a:lnTo>
                <a:lnTo>
                  <a:pt x="303615" y="363511"/>
                </a:lnTo>
                <a:lnTo>
                  <a:pt x="263120" y="402016"/>
                </a:lnTo>
                <a:lnTo>
                  <a:pt x="224950" y="440588"/>
                </a:lnTo>
                <a:lnTo>
                  <a:pt x="189353" y="479140"/>
                </a:lnTo>
                <a:lnTo>
                  <a:pt x="156577" y="517583"/>
                </a:lnTo>
                <a:lnTo>
                  <a:pt x="126870" y="555831"/>
                </a:lnTo>
                <a:lnTo>
                  <a:pt x="100478" y="593796"/>
                </a:lnTo>
                <a:lnTo>
                  <a:pt x="77651" y="631389"/>
                </a:lnTo>
                <a:lnTo>
                  <a:pt x="58635" y="668525"/>
                </a:lnTo>
                <a:lnTo>
                  <a:pt x="43673" y="705282"/>
                </a:lnTo>
                <a:lnTo>
                  <a:pt x="28225" y="777858"/>
                </a:lnTo>
                <a:lnTo>
                  <a:pt x="29127" y="813533"/>
                </a:lnTo>
                <a:lnTo>
                  <a:pt x="52249" y="880737"/>
                </a:lnTo>
                <a:lnTo>
                  <a:pt x="103215" y="935261"/>
                </a:lnTo>
                <a:lnTo>
                  <a:pt x="170454" y="984886"/>
                </a:lnTo>
                <a:lnTo>
                  <a:pt x="228548" y="1031330"/>
                </a:lnTo>
                <a:lnTo>
                  <a:pt x="278003" y="1074651"/>
                </a:lnTo>
                <a:lnTo>
                  <a:pt x="319326" y="1114905"/>
                </a:lnTo>
                <a:lnTo>
                  <a:pt x="353022" y="1152148"/>
                </a:lnTo>
                <a:lnTo>
                  <a:pt x="379598" y="1186436"/>
                </a:lnTo>
                <a:lnTo>
                  <a:pt x="413416" y="1246375"/>
                </a:lnTo>
                <a:lnTo>
                  <a:pt x="425444" y="1298290"/>
                </a:lnTo>
                <a:lnTo>
                  <a:pt x="424312" y="1322525"/>
                </a:lnTo>
                <a:lnTo>
                  <a:pt x="408542" y="1369187"/>
                </a:lnTo>
                <a:lnTo>
                  <a:pt x="375838" y="1417740"/>
                </a:lnTo>
                <a:lnTo>
                  <a:pt x="328545" y="1468590"/>
                </a:lnTo>
                <a:lnTo>
                  <a:pt x="296516" y="1498693"/>
                </a:lnTo>
                <a:lnTo>
                  <a:pt x="226085" y="1562371"/>
                </a:lnTo>
                <a:lnTo>
                  <a:pt x="189857" y="1596512"/>
                </a:lnTo>
                <a:lnTo>
                  <a:pt x="153544" y="1633374"/>
                </a:lnTo>
                <a:lnTo>
                  <a:pt x="118877" y="1672632"/>
                </a:lnTo>
                <a:lnTo>
                  <a:pt x="86558" y="1714935"/>
                </a:lnTo>
                <a:lnTo>
                  <a:pt x="63782" y="1750321"/>
                </a:lnTo>
                <a:lnTo>
                  <a:pt x="43720" y="1788130"/>
                </a:lnTo>
                <a:lnTo>
                  <a:pt x="26842" y="1828411"/>
                </a:lnTo>
                <a:lnTo>
                  <a:pt x="13616" y="1871213"/>
                </a:lnTo>
                <a:lnTo>
                  <a:pt x="4512" y="1916584"/>
                </a:lnTo>
                <a:lnTo>
                  <a:pt x="0" y="1964572"/>
                </a:lnTo>
                <a:lnTo>
                  <a:pt x="547" y="2015226"/>
                </a:lnTo>
                <a:lnTo>
                  <a:pt x="6623" y="2068595"/>
                </a:lnTo>
                <a:lnTo>
                  <a:pt x="18698" y="2124728"/>
                </a:lnTo>
                <a:lnTo>
                  <a:pt x="31553" y="2166679"/>
                </a:lnTo>
                <a:lnTo>
                  <a:pt x="47718" y="2208280"/>
                </a:lnTo>
                <a:lnTo>
                  <a:pt x="67036" y="2249487"/>
                </a:lnTo>
                <a:lnTo>
                  <a:pt x="89352" y="2290256"/>
                </a:lnTo>
                <a:lnTo>
                  <a:pt x="114509" y="2330540"/>
                </a:lnTo>
                <a:lnTo>
                  <a:pt x="142352" y="2370296"/>
                </a:lnTo>
                <a:lnTo>
                  <a:pt x="172724" y="2409478"/>
                </a:lnTo>
                <a:lnTo>
                  <a:pt x="205470" y="2448042"/>
                </a:lnTo>
                <a:lnTo>
                  <a:pt x="240432" y="2485943"/>
                </a:lnTo>
                <a:lnTo>
                  <a:pt x="277457" y="2523136"/>
                </a:lnTo>
                <a:lnTo>
                  <a:pt x="316386" y="2559576"/>
                </a:lnTo>
                <a:lnTo>
                  <a:pt x="357065" y="2595218"/>
                </a:lnTo>
                <a:lnTo>
                  <a:pt x="399337" y="2630018"/>
                </a:lnTo>
                <a:lnTo>
                  <a:pt x="439903" y="2661528"/>
                </a:lnTo>
                <a:lnTo>
                  <a:pt x="481640" y="2692205"/>
                </a:lnTo>
                <a:lnTo>
                  <a:pt x="524439" y="2721996"/>
                </a:lnTo>
                <a:lnTo>
                  <a:pt x="568191" y="2750849"/>
                </a:lnTo>
                <a:lnTo>
                  <a:pt x="612785" y="2778713"/>
                </a:lnTo>
                <a:lnTo>
                  <a:pt x="658114" y="2805535"/>
                </a:lnTo>
                <a:lnTo>
                  <a:pt x="704066" y="2831262"/>
                </a:lnTo>
                <a:lnTo>
                  <a:pt x="750534" y="2855844"/>
                </a:lnTo>
                <a:lnTo>
                  <a:pt x="797408" y="2879226"/>
                </a:lnTo>
                <a:lnTo>
                  <a:pt x="817605" y="2888703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8623" cy="10904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54797" y="7651794"/>
            <a:ext cx="4733202" cy="26352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8749" y="3445712"/>
            <a:ext cx="232939" cy="2156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336" y="3732499"/>
            <a:ext cx="220370" cy="2189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282" y="3349534"/>
            <a:ext cx="191131" cy="21223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476936" y="7558182"/>
            <a:ext cx="1776095" cy="1482725"/>
          </a:xfrm>
          <a:custGeom>
            <a:avLst/>
            <a:gdLst/>
            <a:ahLst/>
            <a:cxnLst/>
            <a:rect l="l" t="t" r="r" b="b"/>
            <a:pathLst>
              <a:path w="1776094" h="1482725">
                <a:moveTo>
                  <a:pt x="1762747" y="1482237"/>
                </a:moveTo>
                <a:lnTo>
                  <a:pt x="1741304" y="1472302"/>
                </a:lnTo>
                <a:lnTo>
                  <a:pt x="1719809" y="1462256"/>
                </a:lnTo>
                <a:lnTo>
                  <a:pt x="1698286" y="1452080"/>
                </a:lnTo>
                <a:lnTo>
                  <a:pt x="1676757" y="1441756"/>
                </a:lnTo>
                <a:lnTo>
                  <a:pt x="1690829" y="1413305"/>
                </a:lnTo>
                <a:lnTo>
                  <a:pt x="1712031" y="1423587"/>
                </a:lnTo>
                <a:lnTo>
                  <a:pt x="1733274" y="1433684"/>
                </a:lnTo>
                <a:lnTo>
                  <a:pt x="1754581" y="1443576"/>
                </a:lnTo>
                <a:lnTo>
                  <a:pt x="1775975" y="1453245"/>
                </a:lnTo>
                <a:lnTo>
                  <a:pt x="1762747" y="1482237"/>
                </a:lnTo>
                <a:close/>
              </a:path>
              <a:path w="1776094" h="1482725">
                <a:moveTo>
                  <a:pt x="1620101" y="1413415"/>
                </a:moveTo>
                <a:lnTo>
                  <a:pt x="1599109" y="1402740"/>
                </a:lnTo>
                <a:lnTo>
                  <a:pt x="1578126" y="1391791"/>
                </a:lnTo>
                <a:lnTo>
                  <a:pt x="1557123" y="1380630"/>
                </a:lnTo>
                <a:lnTo>
                  <a:pt x="1536074" y="1369315"/>
                </a:lnTo>
                <a:lnTo>
                  <a:pt x="1550988" y="1341404"/>
                </a:lnTo>
                <a:lnTo>
                  <a:pt x="1592836" y="1363690"/>
                </a:lnTo>
                <a:lnTo>
                  <a:pt x="1613724" y="1374670"/>
                </a:lnTo>
                <a:lnTo>
                  <a:pt x="1634570" y="1385456"/>
                </a:lnTo>
                <a:lnTo>
                  <a:pt x="1620101" y="1413415"/>
                </a:lnTo>
                <a:close/>
              </a:path>
              <a:path w="1776094" h="1482725">
                <a:moveTo>
                  <a:pt x="1479313" y="1339836"/>
                </a:moveTo>
                <a:lnTo>
                  <a:pt x="1458866" y="1328118"/>
                </a:lnTo>
                <a:lnTo>
                  <a:pt x="1397002" y="1292317"/>
                </a:lnTo>
                <a:lnTo>
                  <a:pt x="1413205" y="1264994"/>
                </a:lnTo>
                <a:lnTo>
                  <a:pt x="1433672" y="1277027"/>
                </a:lnTo>
                <a:lnTo>
                  <a:pt x="1454096" y="1288866"/>
                </a:lnTo>
                <a:lnTo>
                  <a:pt x="1494872" y="1312219"/>
                </a:lnTo>
                <a:lnTo>
                  <a:pt x="1479313" y="1339836"/>
                </a:lnTo>
                <a:close/>
              </a:path>
              <a:path w="1776094" h="1482725">
                <a:moveTo>
                  <a:pt x="1344081" y="1258518"/>
                </a:moveTo>
                <a:lnTo>
                  <a:pt x="1303848" y="1233505"/>
                </a:lnTo>
                <a:lnTo>
                  <a:pt x="1283545" y="1220958"/>
                </a:lnTo>
                <a:lnTo>
                  <a:pt x="1262946" y="1208421"/>
                </a:lnTo>
                <a:lnTo>
                  <a:pt x="1281423" y="1180891"/>
                </a:lnTo>
                <a:lnTo>
                  <a:pt x="1301908" y="1194136"/>
                </a:lnTo>
                <a:lnTo>
                  <a:pt x="1321945" y="1206638"/>
                </a:lnTo>
                <a:lnTo>
                  <a:pt x="1341905" y="1218666"/>
                </a:lnTo>
                <a:lnTo>
                  <a:pt x="1362161" y="1230494"/>
                </a:lnTo>
                <a:lnTo>
                  <a:pt x="1344081" y="1258518"/>
                </a:lnTo>
                <a:close/>
              </a:path>
              <a:path w="1776094" h="1482725">
                <a:moveTo>
                  <a:pt x="1212091" y="1172141"/>
                </a:moveTo>
                <a:lnTo>
                  <a:pt x="1192424" y="1158947"/>
                </a:lnTo>
                <a:lnTo>
                  <a:pt x="1172840" y="1145572"/>
                </a:lnTo>
                <a:lnTo>
                  <a:pt x="1153311" y="1132076"/>
                </a:lnTo>
                <a:lnTo>
                  <a:pt x="1133810" y="1118520"/>
                </a:lnTo>
                <a:lnTo>
                  <a:pt x="1152884" y="1091728"/>
                </a:lnTo>
                <a:lnTo>
                  <a:pt x="1172583" y="1105742"/>
                </a:lnTo>
                <a:lnTo>
                  <a:pt x="1191996" y="1119071"/>
                </a:lnTo>
                <a:lnTo>
                  <a:pt x="1211324" y="1132010"/>
                </a:lnTo>
                <a:lnTo>
                  <a:pt x="1230768" y="1144856"/>
                </a:lnTo>
                <a:lnTo>
                  <a:pt x="1212091" y="1172141"/>
                </a:lnTo>
                <a:close/>
              </a:path>
              <a:path w="1776094" h="1482725">
                <a:moveTo>
                  <a:pt x="1081827" y="1084371"/>
                </a:moveTo>
                <a:lnTo>
                  <a:pt x="1042380" y="1055417"/>
                </a:lnTo>
                <a:lnTo>
                  <a:pt x="1023074" y="1041079"/>
                </a:lnTo>
                <a:lnTo>
                  <a:pt x="1004418" y="1026790"/>
                </a:lnTo>
                <a:lnTo>
                  <a:pt x="1024089" y="1000737"/>
                </a:lnTo>
                <a:lnTo>
                  <a:pt x="1043295" y="1015283"/>
                </a:lnTo>
                <a:lnTo>
                  <a:pt x="1062285" y="1029277"/>
                </a:lnTo>
                <a:lnTo>
                  <a:pt x="1081181" y="1042965"/>
                </a:lnTo>
                <a:lnTo>
                  <a:pt x="1100105" y="1056594"/>
                </a:lnTo>
                <a:lnTo>
                  <a:pt x="1081827" y="1084371"/>
                </a:lnTo>
                <a:close/>
              </a:path>
              <a:path w="1776094" h="1482725">
                <a:moveTo>
                  <a:pt x="954000" y="988529"/>
                </a:moveTo>
                <a:lnTo>
                  <a:pt x="897894" y="944474"/>
                </a:lnTo>
                <a:lnTo>
                  <a:pt x="879207" y="929650"/>
                </a:lnTo>
                <a:lnTo>
                  <a:pt x="899674" y="904583"/>
                </a:lnTo>
                <a:lnTo>
                  <a:pt x="918358" y="919625"/>
                </a:lnTo>
                <a:lnTo>
                  <a:pt x="936879" y="934228"/>
                </a:lnTo>
                <a:lnTo>
                  <a:pt x="973822" y="963168"/>
                </a:lnTo>
                <a:lnTo>
                  <a:pt x="954000" y="988529"/>
                </a:lnTo>
                <a:close/>
              </a:path>
              <a:path w="1776094" h="1482725">
                <a:moveTo>
                  <a:pt x="830315" y="889750"/>
                </a:moveTo>
                <a:lnTo>
                  <a:pt x="812045" y="874583"/>
                </a:lnTo>
                <a:lnTo>
                  <a:pt x="793866" y="859342"/>
                </a:lnTo>
                <a:lnTo>
                  <a:pt x="775781" y="844026"/>
                </a:lnTo>
                <a:lnTo>
                  <a:pt x="757788" y="828636"/>
                </a:lnTo>
                <a:lnTo>
                  <a:pt x="778851" y="804309"/>
                </a:lnTo>
                <a:lnTo>
                  <a:pt x="797118" y="820038"/>
                </a:lnTo>
                <a:lnTo>
                  <a:pt x="815328" y="835508"/>
                </a:lnTo>
                <a:lnTo>
                  <a:pt x="833332" y="850534"/>
                </a:lnTo>
                <a:lnTo>
                  <a:pt x="850980" y="864930"/>
                </a:lnTo>
                <a:lnTo>
                  <a:pt x="830315" y="889750"/>
                </a:lnTo>
                <a:close/>
              </a:path>
              <a:path w="1776094" h="1482725">
                <a:moveTo>
                  <a:pt x="709976" y="787050"/>
                </a:moveTo>
                <a:lnTo>
                  <a:pt x="692001" y="771035"/>
                </a:lnTo>
                <a:lnTo>
                  <a:pt x="674163" y="754908"/>
                </a:lnTo>
                <a:lnTo>
                  <a:pt x="638720" y="722468"/>
                </a:lnTo>
                <a:lnTo>
                  <a:pt x="660380" y="698880"/>
                </a:lnTo>
                <a:lnTo>
                  <a:pt x="678014" y="714865"/>
                </a:lnTo>
                <a:lnTo>
                  <a:pt x="695610" y="730678"/>
                </a:lnTo>
                <a:lnTo>
                  <a:pt x="713169" y="746318"/>
                </a:lnTo>
                <a:lnTo>
                  <a:pt x="730689" y="761784"/>
                </a:lnTo>
                <a:lnTo>
                  <a:pt x="709976" y="787050"/>
                </a:lnTo>
                <a:close/>
              </a:path>
              <a:path w="1776094" h="1482725">
                <a:moveTo>
                  <a:pt x="593183" y="680674"/>
                </a:moveTo>
                <a:lnTo>
                  <a:pt x="575723" y="664242"/>
                </a:lnTo>
                <a:lnTo>
                  <a:pt x="558356" y="647736"/>
                </a:lnTo>
                <a:lnTo>
                  <a:pt x="541081" y="631156"/>
                </a:lnTo>
                <a:lnTo>
                  <a:pt x="523898" y="614500"/>
                </a:lnTo>
                <a:lnTo>
                  <a:pt x="546155" y="591652"/>
                </a:lnTo>
                <a:lnTo>
                  <a:pt x="580489" y="624987"/>
                </a:lnTo>
                <a:lnTo>
                  <a:pt x="597772" y="641562"/>
                </a:lnTo>
                <a:lnTo>
                  <a:pt x="615193" y="658024"/>
                </a:lnTo>
                <a:lnTo>
                  <a:pt x="593183" y="680674"/>
                </a:lnTo>
                <a:close/>
              </a:path>
              <a:path w="1776094" h="1482725">
                <a:moveTo>
                  <a:pt x="478694" y="569589"/>
                </a:moveTo>
                <a:lnTo>
                  <a:pt x="461827" y="552679"/>
                </a:lnTo>
                <a:lnTo>
                  <a:pt x="445098" y="535657"/>
                </a:lnTo>
                <a:lnTo>
                  <a:pt x="411873" y="501426"/>
                </a:lnTo>
                <a:lnTo>
                  <a:pt x="434925" y="479564"/>
                </a:lnTo>
                <a:lnTo>
                  <a:pt x="451550" y="496670"/>
                </a:lnTo>
                <a:lnTo>
                  <a:pt x="484983" y="530732"/>
                </a:lnTo>
                <a:lnTo>
                  <a:pt x="501746" y="547726"/>
                </a:lnTo>
                <a:lnTo>
                  <a:pt x="478694" y="569589"/>
                </a:lnTo>
                <a:close/>
              </a:path>
              <a:path w="1776094" h="1482725">
                <a:moveTo>
                  <a:pt x="367901" y="455521"/>
                </a:moveTo>
                <a:lnTo>
                  <a:pt x="335507" y="420619"/>
                </a:lnTo>
                <a:lnTo>
                  <a:pt x="319368" y="403121"/>
                </a:lnTo>
                <a:lnTo>
                  <a:pt x="303298" y="385568"/>
                </a:lnTo>
                <a:lnTo>
                  <a:pt x="326748" y="364198"/>
                </a:lnTo>
                <a:lnTo>
                  <a:pt x="342818" y="381751"/>
                </a:lnTo>
                <a:lnTo>
                  <a:pt x="375143" y="416709"/>
                </a:lnTo>
                <a:lnTo>
                  <a:pt x="391351" y="434151"/>
                </a:lnTo>
                <a:lnTo>
                  <a:pt x="367901" y="455521"/>
                </a:lnTo>
                <a:close/>
              </a:path>
              <a:path w="1776094" h="1482725">
                <a:moveTo>
                  <a:pt x="285695" y="318378"/>
                </a:moveTo>
                <a:lnTo>
                  <a:pt x="261051" y="338270"/>
                </a:lnTo>
                <a:lnTo>
                  <a:pt x="245293" y="320464"/>
                </a:lnTo>
                <a:lnTo>
                  <a:pt x="229674" y="302547"/>
                </a:lnTo>
                <a:lnTo>
                  <a:pt x="198666" y="266527"/>
                </a:lnTo>
                <a:lnTo>
                  <a:pt x="223310" y="246635"/>
                </a:lnTo>
                <a:lnTo>
                  <a:pt x="238479" y="264916"/>
                </a:lnTo>
                <a:lnTo>
                  <a:pt x="254040" y="282880"/>
                </a:lnTo>
                <a:lnTo>
                  <a:pt x="269833" y="300657"/>
                </a:lnTo>
                <a:lnTo>
                  <a:pt x="285695" y="318378"/>
                </a:lnTo>
                <a:close/>
              </a:path>
              <a:path w="1776094" h="1482725">
                <a:moveTo>
                  <a:pt x="183640" y="200513"/>
                </a:moveTo>
                <a:lnTo>
                  <a:pt x="157898" y="218035"/>
                </a:lnTo>
                <a:lnTo>
                  <a:pt x="98423" y="144350"/>
                </a:lnTo>
                <a:lnTo>
                  <a:pt x="122574" y="124857"/>
                </a:lnTo>
                <a:lnTo>
                  <a:pt x="183640" y="200513"/>
                </a:lnTo>
                <a:close/>
              </a:path>
              <a:path w="1776094" h="1482725">
                <a:moveTo>
                  <a:pt x="82630" y="75292"/>
                </a:moveTo>
                <a:lnTo>
                  <a:pt x="28327" y="58075"/>
                </a:lnTo>
                <a:lnTo>
                  <a:pt x="0" y="19891"/>
                </a:lnTo>
                <a:lnTo>
                  <a:pt x="24643" y="0"/>
                </a:lnTo>
                <a:lnTo>
                  <a:pt x="39224" y="18755"/>
                </a:lnTo>
                <a:lnTo>
                  <a:pt x="70398" y="59735"/>
                </a:lnTo>
                <a:lnTo>
                  <a:pt x="82630" y="75292"/>
                </a:lnTo>
                <a:close/>
              </a:path>
              <a:path w="1776094" h="1482725">
                <a:moveTo>
                  <a:pt x="84979" y="78280"/>
                </a:moveTo>
                <a:lnTo>
                  <a:pt x="82630" y="75292"/>
                </a:lnTo>
                <a:lnTo>
                  <a:pt x="83085" y="74925"/>
                </a:lnTo>
                <a:lnTo>
                  <a:pt x="84979" y="7828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64150" y="471551"/>
            <a:ext cx="517144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275" dirty="0">
                <a:latin typeface="Cambria"/>
                <a:cs typeface="Cambria"/>
              </a:rPr>
              <a:t>Introduction</a:t>
            </a: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1729867"/>
            <a:ext cx="142875" cy="14287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2891917"/>
            <a:ext cx="142875" cy="1428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3472941"/>
            <a:ext cx="142875" cy="1428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5797041"/>
            <a:ext cx="142875" cy="1428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8121141"/>
            <a:ext cx="142875" cy="1428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631198" y="1429874"/>
            <a:ext cx="10426065" cy="81597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95"/>
              </a:spcBef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This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simple,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293C62"/>
                </a:solidFill>
                <a:latin typeface="Tahoma"/>
                <a:cs typeface="Tahoma"/>
              </a:rPr>
              <a:t>intuitive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5" dirty="0">
                <a:solidFill>
                  <a:srgbClr val="293C62"/>
                </a:solidFill>
                <a:latin typeface="Tahoma"/>
                <a:cs typeface="Tahoma"/>
              </a:rPr>
              <a:t>mobile</a:t>
            </a:r>
            <a:r>
              <a:rPr sz="3300" spc="-18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application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that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allows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users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take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manage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personal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293C62"/>
                </a:solidFill>
                <a:latin typeface="Tahoma"/>
                <a:cs typeface="Tahoma"/>
              </a:rPr>
              <a:t>efficiently.</a:t>
            </a: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3300">
              <a:latin typeface="Tahoma"/>
              <a:cs typeface="Tahoma"/>
            </a:endParaRPr>
          </a:p>
          <a:p>
            <a:pPr marL="12700" marR="236854">
              <a:lnSpc>
                <a:spcPct val="115500"/>
              </a:lnSpc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Designed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ease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of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use,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supports </a:t>
            </a:r>
            <a:r>
              <a:rPr sz="3300" spc="85" dirty="0">
                <a:solidFill>
                  <a:srgbClr val="293C62"/>
                </a:solidFill>
                <a:latin typeface="Tahoma"/>
                <a:cs typeface="Tahoma"/>
              </a:rPr>
              <a:t>basic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CRUD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operations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(Create,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Read,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Update,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Delete)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30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notes.</a:t>
            </a: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300">
              <a:latin typeface="Tahoma"/>
              <a:cs typeface="Tahoma"/>
            </a:endParaRPr>
          </a:p>
          <a:p>
            <a:pPr marL="12700" marR="445134">
              <a:lnSpc>
                <a:spcPct val="115500"/>
              </a:lnSpc>
              <a:spcBef>
                <a:spcPts val="5"/>
              </a:spcBef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main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goal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of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eliminate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need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293C62"/>
                </a:solidFill>
                <a:latin typeface="Tahoma"/>
                <a:cs typeface="Tahoma"/>
              </a:rPr>
              <a:t>for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physical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note-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taking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by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providing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digital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293C62"/>
                </a:solidFill>
                <a:latin typeface="Tahoma"/>
                <a:cs typeface="Tahoma"/>
              </a:rPr>
              <a:t>alternative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that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5" dirty="0">
                <a:solidFill>
                  <a:srgbClr val="293C62"/>
                </a:solidFill>
                <a:latin typeface="Tahoma"/>
                <a:cs typeface="Tahoma"/>
              </a:rPr>
              <a:t>accessible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anytime,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anywhere.</a:t>
            </a:r>
            <a:endParaRPr sz="3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300">
              <a:latin typeface="Tahoma"/>
              <a:cs typeface="Tahoma"/>
            </a:endParaRPr>
          </a:p>
          <a:p>
            <a:pPr marL="12700" marR="1135380">
              <a:lnSpc>
                <a:spcPct val="115500"/>
              </a:lnSpc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also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293C62"/>
                </a:solidFill>
                <a:latin typeface="Tahoma"/>
                <a:cs typeface="Tahoma"/>
              </a:rPr>
              <a:t>helps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in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understanding</a:t>
            </a:r>
            <a:r>
              <a:rPr sz="3300" spc="-1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real-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world development</a:t>
            </a:r>
            <a:r>
              <a:rPr sz="3300" spc="-2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concepts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5" dirty="0">
                <a:solidFill>
                  <a:srgbClr val="293C62"/>
                </a:solidFill>
                <a:latin typeface="Tahoma"/>
                <a:cs typeface="Tahoma"/>
              </a:rPr>
              <a:t>like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293C62"/>
                </a:solidFill>
                <a:latin typeface="Tahoma"/>
                <a:cs typeface="Tahoma"/>
              </a:rPr>
              <a:t>activity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lifecycle,</a:t>
            </a:r>
            <a:r>
              <a:rPr sz="3300" spc="-2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20" dirty="0">
                <a:solidFill>
                  <a:srgbClr val="293C62"/>
                </a:solidFill>
                <a:latin typeface="Tahoma"/>
                <a:cs typeface="Tahoma"/>
              </a:rPr>
              <a:t>data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persistence,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2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responsive</a:t>
            </a:r>
            <a:r>
              <a:rPr sz="3300" spc="-2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UI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design.</a:t>
            </a:r>
            <a:endParaRPr sz="3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081" y="1016051"/>
            <a:ext cx="6724567" cy="65416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03360" y="8390774"/>
            <a:ext cx="2884582" cy="19047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65871"/>
            <a:ext cx="6073659" cy="25211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200" y="202501"/>
            <a:ext cx="1466215" cy="3176270"/>
          </a:xfrm>
          <a:custGeom>
            <a:avLst/>
            <a:gdLst/>
            <a:ahLst/>
            <a:cxnLst/>
            <a:rect l="l" t="t" r="r" b="b"/>
            <a:pathLst>
              <a:path w="1466215" h="3176270">
                <a:moveTo>
                  <a:pt x="157768" y="3146425"/>
                </a:moveTo>
                <a:lnTo>
                  <a:pt x="203706" y="3126489"/>
                </a:lnTo>
                <a:lnTo>
                  <a:pt x="245791" y="3100910"/>
                </a:lnTo>
                <a:lnTo>
                  <a:pt x="283355" y="3069650"/>
                </a:lnTo>
                <a:lnTo>
                  <a:pt x="315728" y="3032673"/>
                </a:lnTo>
                <a:lnTo>
                  <a:pt x="342245" y="2989942"/>
                </a:lnTo>
                <a:lnTo>
                  <a:pt x="359436" y="2950148"/>
                </a:lnTo>
                <a:lnTo>
                  <a:pt x="372025" y="2906799"/>
                </a:lnTo>
                <a:lnTo>
                  <a:pt x="379950" y="2859890"/>
                </a:lnTo>
                <a:lnTo>
                  <a:pt x="383148" y="2809420"/>
                </a:lnTo>
                <a:lnTo>
                  <a:pt x="381554" y="2755384"/>
                </a:lnTo>
                <a:lnTo>
                  <a:pt x="375106" y="2697779"/>
                </a:lnTo>
                <a:lnTo>
                  <a:pt x="367850" y="2638422"/>
                </a:lnTo>
                <a:lnTo>
                  <a:pt x="364101" y="2581254"/>
                </a:lnTo>
                <a:lnTo>
                  <a:pt x="363714" y="2526190"/>
                </a:lnTo>
                <a:lnTo>
                  <a:pt x="366544" y="2473141"/>
                </a:lnTo>
                <a:lnTo>
                  <a:pt x="372445" y="2422021"/>
                </a:lnTo>
                <a:lnTo>
                  <a:pt x="381270" y="2372743"/>
                </a:lnTo>
                <a:lnTo>
                  <a:pt x="392874" y="2325221"/>
                </a:lnTo>
                <a:lnTo>
                  <a:pt x="407112" y="2279367"/>
                </a:lnTo>
                <a:lnTo>
                  <a:pt x="423837" y="2235095"/>
                </a:lnTo>
                <a:lnTo>
                  <a:pt x="442903" y="2192318"/>
                </a:lnTo>
                <a:lnTo>
                  <a:pt x="464165" y="2150949"/>
                </a:lnTo>
                <a:lnTo>
                  <a:pt x="487476" y="2110900"/>
                </a:lnTo>
                <a:lnTo>
                  <a:pt x="512692" y="2072086"/>
                </a:lnTo>
                <a:lnTo>
                  <a:pt x="542029" y="2031368"/>
                </a:lnTo>
                <a:lnTo>
                  <a:pt x="573321" y="1991989"/>
                </a:lnTo>
                <a:lnTo>
                  <a:pt x="606379" y="1953881"/>
                </a:lnTo>
                <a:lnTo>
                  <a:pt x="641013" y="1916976"/>
                </a:lnTo>
                <a:lnTo>
                  <a:pt x="677031" y="1881205"/>
                </a:lnTo>
                <a:lnTo>
                  <a:pt x="714245" y="1846500"/>
                </a:lnTo>
                <a:lnTo>
                  <a:pt x="752464" y="1812792"/>
                </a:lnTo>
                <a:lnTo>
                  <a:pt x="791497" y="1780014"/>
                </a:lnTo>
                <a:lnTo>
                  <a:pt x="831155" y="1748096"/>
                </a:lnTo>
                <a:lnTo>
                  <a:pt x="871248" y="1716971"/>
                </a:lnTo>
                <a:lnTo>
                  <a:pt x="911585" y="1686570"/>
                </a:lnTo>
                <a:lnTo>
                  <a:pt x="951977" y="1656824"/>
                </a:lnTo>
                <a:lnTo>
                  <a:pt x="1123984" y="1533014"/>
                </a:lnTo>
                <a:lnTo>
                  <a:pt x="1164679" y="1502946"/>
                </a:lnTo>
                <a:lnTo>
                  <a:pt x="1203956" y="1472959"/>
                </a:lnTo>
                <a:lnTo>
                  <a:pt x="1241570" y="1442914"/>
                </a:lnTo>
                <a:lnTo>
                  <a:pt x="1277272" y="1412677"/>
                </a:lnTo>
                <a:lnTo>
                  <a:pt x="1310816" y="1382108"/>
                </a:lnTo>
                <a:lnTo>
                  <a:pt x="1341954" y="1351072"/>
                </a:lnTo>
                <a:lnTo>
                  <a:pt x="1370440" y="1319431"/>
                </a:lnTo>
                <a:lnTo>
                  <a:pt x="1404814" y="1274422"/>
                </a:lnTo>
                <a:lnTo>
                  <a:pt x="1432689" y="1227219"/>
                </a:lnTo>
                <a:lnTo>
                  <a:pt x="1452891" y="1177607"/>
                </a:lnTo>
                <a:lnTo>
                  <a:pt x="1464244" y="1125370"/>
                </a:lnTo>
                <a:lnTo>
                  <a:pt x="1466098" y="1081915"/>
                </a:lnTo>
                <a:lnTo>
                  <a:pt x="1461129" y="1037423"/>
                </a:lnTo>
                <a:lnTo>
                  <a:pt x="1449227" y="992012"/>
                </a:lnTo>
                <a:lnTo>
                  <a:pt x="1430285" y="945797"/>
                </a:lnTo>
                <a:lnTo>
                  <a:pt x="1404700" y="899811"/>
                </a:lnTo>
                <a:lnTo>
                  <a:pt x="1404193" y="898898"/>
                </a:lnTo>
                <a:lnTo>
                  <a:pt x="1370719" y="860990"/>
                </a:lnTo>
                <a:lnTo>
                  <a:pt x="1329021" y="837461"/>
                </a:lnTo>
                <a:lnTo>
                  <a:pt x="1283744" y="828517"/>
                </a:lnTo>
                <a:lnTo>
                  <a:pt x="1260726" y="828396"/>
                </a:lnTo>
                <a:lnTo>
                  <a:pt x="1237677" y="830522"/>
                </a:lnTo>
                <a:lnTo>
                  <a:pt x="1191390" y="839853"/>
                </a:lnTo>
                <a:lnTo>
                  <a:pt x="1144655" y="854336"/>
                </a:lnTo>
                <a:lnTo>
                  <a:pt x="1097610" y="872226"/>
                </a:lnTo>
                <a:lnTo>
                  <a:pt x="1003344" y="911359"/>
                </a:lnTo>
                <a:lnTo>
                  <a:pt x="957319" y="929513"/>
                </a:lnTo>
                <a:lnTo>
                  <a:pt x="913261" y="944789"/>
                </a:lnTo>
                <a:lnTo>
                  <a:pt x="872109" y="955735"/>
                </a:lnTo>
                <a:lnTo>
                  <a:pt x="835588" y="961230"/>
                </a:lnTo>
                <a:lnTo>
                  <a:pt x="804352" y="960755"/>
                </a:lnTo>
                <a:lnTo>
                  <a:pt x="755052" y="939688"/>
                </a:lnTo>
                <a:lnTo>
                  <a:pt x="726474" y="907502"/>
                </a:lnTo>
                <a:lnTo>
                  <a:pt x="708192" y="868804"/>
                </a:lnTo>
                <a:lnTo>
                  <a:pt x="698866" y="823244"/>
                </a:lnTo>
                <a:lnTo>
                  <a:pt x="697154" y="770471"/>
                </a:lnTo>
                <a:lnTo>
                  <a:pt x="700600" y="723547"/>
                </a:lnTo>
                <a:lnTo>
                  <a:pt x="707696" y="673641"/>
                </a:lnTo>
                <a:lnTo>
                  <a:pt x="717534" y="621453"/>
                </a:lnTo>
                <a:lnTo>
                  <a:pt x="729207" y="567684"/>
                </a:lnTo>
                <a:lnTo>
                  <a:pt x="754416" y="458165"/>
                </a:lnTo>
                <a:lnTo>
                  <a:pt x="765979" y="403518"/>
                </a:lnTo>
                <a:lnTo>
                  <a:pt x="775383" y="349470"/>
                </a:lnTo>
                <a:lnTo>
                  <a:pt x="781516" y="296400"/>
                </a:lnTo>
                <a:lnTo>
                  <a:pt x="783266" y="244684"/>
                </a:lnTo>
                <a:lnTo>
                  <a:pt x="778914" y="194248"/>
                </a:lnTo>
                <a:lnTo>
                  <a:pt x="766808" y="145865"/>
                </a:lnTo>
                <a:lnTo>
                  <a:pt x="745934" y="101179"/>
                </a:lnTo>
                <a:lnTo>
                  <a:pt x="715282" y="61834"/>
                </a:lnTo>
                <a:lnTo>
                  <a:pt x="673839" y="29477"/>
                </a:lnTo>
                <a:lnTo>
                  <a:pt x="627720" y="8763"/>
                </a:lnTo>
                <a:lnTo>
                  <a:pt x="580589" y="0"/>
                </a:lnTo>
                <a:lnTo>
                  <a:pt x="533378" y="1679"/>
                </a:lnTo>
                <a:lnTo>
                  <a:pt x="487014" y="12294"/>
                </a:lnTo>
                <a:lnTo>
                  <a:pt x="442428" y="30336"/>
                </a:lnTo>
                <a:lnTo>
                  <a:pt x="399556" y="54097"/>
                </a:lnTo>
                <a:lnTo>
                  <a:pt x="357581" y="82158"/>
                </a:lnTo>
                <a:lnTo>
                  <a:pt x="316294" y="113454"/>
                </a:lnTo>
                <a:lnTo>
                  <a:pt x="275491" y="146914"/>
                </a:lnTo>
                <a:lnTo>
                  <a:pt x="194586" y="216085"/>
                </a:lnTo>
                <a:lnTo>
                  <a:pt x="167305" y="238973"/>
                </a:lnTo>
                <a:lnTo>
                  <a:pt x="479416" y="105865"/>
                </a:lnTo>
                <a:lnTo>
                  <a:pt x="520522" y="89096"/>
                </a:lnTo>
                <a:lnTo>
                  <a:pt x="558250" y="82042"/>
                </a:lnTo>
                <a:lnTo>
                  <a:pt x="594355" y="85836"/>
                </a:lnTo>
                <a:lnTo>
                  <a:pt x="630594" y="101610"/>
                </a:lnTo>
                <a:lnTo>
                  <a:pt x="662802" y="127465"/>
                </a:lnTo>
                <a:lnTo>
                  <a:pt x="683705" y="159488"/>
                </a:lnTo>
                <a:lnTo>
                  <a:pt x="695192" y="198672"/>
                </a:lnTo>
                <a:lnTo>
                  <a:pt x="699151" y="246014"/>
                </a:lnTo>
                <a:lnTo>
                  <a:pt x="697527" y="289556"/>
                </a:lnTo>
                <a:lnTo>
                  <a:pt x="691916" y="336876"/>
                </a:lnTo>
                <a:lnTo>
                  <a:pt x="683194" y="387222"/>
                </a:lnTo>
                <a:lnTo>
                  <a:pt x="672234" y="439840"/>
                </a:lnTo>
                <a:lnTo>
                  <a:pt x="659911" y="493979"/>
                </a:lnTo>
                <a:lnTo>
                  <a:pt x="647154" y="548948"/>
                </a:lnTo>
                <a:lnTo>
                  <a:pt x="635021" y="604271"/>
                </a:lnTo>
                <a:lnTo>
                  <a:pt x="624584" y="659515"/>
                </a:lnTo>
                <a:lnTo>
                  <a:pt x="616915" y="714246"/>
                </a:lnTo>
                <a:lnTo>
                  <a:pt x="613087" y="768028"/>
                </a:lnTo>
                <a:lnTo>
                  <a:pt x="614481" y="820864"/>
                </a:lnTo>
                <a:lnTo>
                  <a:pt x="622630" y="872167"/>
                </a:lnTo>
                <a:lnTo>
                  <a:pt x="638829" y="920624"/>
                </a:lnTo>
                <a:lnTo>
                  <a:pt x="664377" y="964923"/>
                </a:lnTo>
                <a:lnTo>
                  <a:pt x="700569" y="1003752"/>
                </a:lnTo>
                <a:lnTo>
                  <a:pt x="743584" y="1030301"/>
                </a:lnTo>
                <a:lnTo>
                  <a:pt x="790728" y="1043162"/>
                </a:lnTo>
                <a:lnTo>
                  <a:pt x="840008" y="1044891"/>
                </a:lnTo>
                <a:lnTo>
                  <a:pt x="889430" y="1038043"/>
                </a:lnTo>
                <a:lnTo>
                  <a:pt x="938332" y="1025205"/>
                </a:lnTo>
                <a:lnTo>
                  <a:pt x="987127" y="1008369"/>
                </a:lnTo>
                <a:lnTo>
                  <a:pt x="1035437" y="989190"/>
                </a:lnTo>
                <a:lnTo>
                  <a:pt x="1129013" y="950438"/>
                </a:lnTo>
                <a:lnTo>
                  <a:pt x="1172832" y="933991"/>
                </a:lnTo>
                <a:lnTo>
                  <a:pt x="1213174" y="921351"/>
                </a:lnTo>
                <a:lnTo>
                  <a:pt x="1248871" y="913885"/>
                </a:lnTo>
                <a:lnTo>
                  <a:pt x="1264498" y="912456"/>
                </a:lnTo>
                <a:lnTo>
                  <a:pt x="1278392" y="912527"/>
                </a:lnTo>
                <a:lnTo>
                  <a:pt x="1318068" y="926050"/>
                </a:lnTo>
                <a:lnTo>
                  <a:pt x="1359059" y="991588"/>
                </a:lnTo>
                <a:lnTo>
                  <a:pt x="1374939" y="1035615"/>
                </a:lnTo>
                <a:lnTo>
                  <a:pt x="1381798" y="1076558"/>
                </a:lnTo>
                <a:lnTo>
                  <a:pt x="1380768" y="1115173"/>
                </a:lnTo>
                <a:lnTo>
                  <a:pt x="1372578" y="1152663"/>
                </a:lnTo>
                <a:lnTo>
                  <a:pt x="1357313" y="1189933"/>
                </a:lnTo>
                <a:lnTo>
                  <a:pt x="1335140" y="1227296"/>
                </a:lnTo>
                <a:lnTo>
                  <a:pt x="1306226" y="1265063"/>
                </a:lnTo>
                <a:lnTo>
                  <a:pt x="1278448" y="1295581"/>
                </a:lnTo>
                <a:lnTo>
                  <a:pt x="1246917" y="1326277"/>
                </a:lnTo>
                <a:lnTo>
                  <a:pt x="1211989" y="1357240"/>
                </a:lnTo>
                <a:lnTo>
                  <a:pt x="1174022" y="1388558"/>
                </a:lnTo>
                <a:lnTo>
                  <a:pt x="1133373" y="1420319"/>
                </a:lnTo>
                <a:lnTo>
                  <a:pt x="1090397" y="1452611"/>
                </a:lnTo>
                <a:lnTo>
                  <a:pt x="864520" y="1616707"/>
                </a:lnTo>
                <a:lnTo>
                  <a:pt x="826487" y="1645241"/>
                </a:lnTo>
                <a:lnTo>
                  <a:pt x="788444" y="1674537"/>
                </a:lnTo>
                <a:lnTo>
                  <a:pt x="750554" y="1704664"/>
                </a:lnTo>
                <a:lnTo>
                  <a:pt x="712979" y="1735691"/>
                </a:lnTo>
                <a:lnTo>
                  <a:pt x="675882" y="1767687"/>
                </a:lnTo>
                <a:lnTo>
                  <a:pt x="639426" y="1800723"/>
                </a:lnTo>
                <a:lnTo>
                  <a:pt x="603773" y="1834866"/>
                </a:lnTo>
                <a:lnTo>
                  <a:pt x="569085" y="1870187"/>
                </a:lnTo>
                <a:lnTo>
                  <a:pt x="535525" y="1906754"/>
                </a:lnTo>
                <a:lnTo>
                  <a:pt x="503256" y="1944637"/>
                </a:lnTo>
                <a:lnTo>
                  <a:pt x="472440" y="1983906"/>
                </a:lnTo>
                <a:lnTo>
                  <a:pt x="443240" y="2024629"/>
                </a:lnTo>
                <a:lnTo>
                  <a:pt x="419393" y="2061169"/>
                </a:lnTo>
                <a:lnTo>
                  <a:pt x="397043" y="2098916"/>
                </a:lnTo>
                <a:lnTo>
                  <a:pt x="376299" y="2137894"/>
                </a:lnTo>
                <a:lnTo>
                  <a:pt x="357267" y="2178127"/>
                </a:lnTo>
                <a:lnTo>
                  <a:pt x="340058" y="2219638"/>
                </a:lnTo>
                <a:lnTo>
                  <a:pt x="324778" y="2262451"/>
                </a:lnTo>
                <a:lnTo>
                  <a:pt x="311537" y="2306589"/>
                </a:lnTo>
                <a:lnTo>
                  <a:pt x="300441" y="2352077"/>
                </a:lnTo>
                <a:lnTo>
                  <a:pt x="291599" y="2398937"/>
                </a:lnTo>
                <a:lnTo>
                  <a:pt x="285120" y="2447194"/>
                </a:lnTo>
                <a:lnTo>
                  <a:pt x="281111" y="2496871"/>
                </a:lnTo>
                <a:lnTo>
                  <a:pt x="279681" y="2547991"/>
                </a:lnTo>
                <a:lnTo>
                  <a:pt x="280938" y="2600578"/>
                </a:lnTo>
                <a:lnTo>
                  <a:pt x="284989" y="2654657"/>
                </a:lnTo>
                <a:lnTo>
                  <a:pt x="291944" y="2710250"/>
                </a:lnTo>
                <a:lnTo>
                  <a:pt x="298293" y="2770973"/>
                </a:lnTo>
                <a:lnTo>
                  <a:pt x="298490" y="2825179"/>
                </a:lnTo>
                <a:lnTo>
                  <a:pt x="293056" y="2873158"/>
                </a:lnTo>
                <a:lnTo>
                  <a:pt x="282513" y="2915206"/>
                </a:lnTo>
                <a:lnTo>
                  <a:pt x="267380" y="2951614"/>
                </a:lnTo>
                <a:lnTo>
                  <a:pt x="242620" y="2990162"/>
                </a:lnTo>
                <a:lnTo>
                  <a:pt x="211415" y="3021940"/>
                </a:lnTo>
                <a:lnTo>
                  <a:pt x="173680" y="3047476"/>
                </a:lnTo>
                <a:lnTo>
                  <a:pt x="129331" y="3067298"/>
                </a:lnTo>
                <a:lnTo>
                  <a:pt x="0" y="3122455"/>
                </a:lnTo>
                <a:lnTo>
                  <a:pt x="0" y="3175877"/>
                </a:lnTo>
                <a:lnTo>
                  <a:pt x="29414" y="3174088"/>
                </a:lnTo>
                <a:lnTo>
                  <a:pt x="74150" y="3168149"/>
                </a:lnTo>
                <a:lnTo>
                  <a:pt x="116987" y="3158970"/>
                </a:lnTo>
                <a:lnTo>
                  <a:pt x="157768" y="3146425"/>
                </a:lnTo>
                <a:close/>
              </a:path>
              <a:path w="1466215" h="3176270">
                <a:moveTo>
                  <a:pt x="34170" y="430791"/>
                </a:moveTo>
                <a:lnTo>
                  <a:pt x="79559" y="407259"/>
                </a:lnTo>
                <a:lnTo>
                  <a:pt x="123399" y="379358"/>
                </a:lnTo>
                <a:lnTo>
                  <a:pt x="166219" y="348155"/>
                </a:lnTo>
                <a:lnTo>
                  <a:pt x="208139" y="314704"/>
                </a:lnTo>
                <a:lnTo>
                  <a:pt x="329638" y="211403"/>
                </a:lnTo>
                <a:lnTo>
                  <a:pt x="368784" y="179510"/>
                </a:lnTo>
                <a:lnTo>
                  <a:pt x="406953" y="150610"/>
                </a:lnTo>
                <a:lnTo>
                  <a:pt x="443909" y="125721"/>
                </a:lnTo>
                <a:lnTo>
                  <a:pt x="479416" y="105865"/>
                </a:lnTo>
                <a:lnTo>
                  <a:pt x="167305" y="238973"/>
                </a:lnTo>
                <a:lnTo>
                  <a:pt x="114759" y="281407"/>
                </a:lnTo>
                <a:lnTo>
                  <a:pt x="75599" y="310049"/>
                </a:lnTo>
                <a:lnTo>
                  <a:pt x="37134" y="334634"/>
                </a:lnTo>
                <a:lnTo>
                  <a:pt x="0" y="353501"/>
                </a:lnTo>
                <a:lnTo>
                  <a:pt x="0" y="443634"/>
                </a:lnTo>
                <a:lnTo>
                  <a:pt x="34170" y="430791"/>
                </a:lnTo>
                <a:close/>
              </a:path>
              <a:path w="1466215" h="3176270">
                <a:moveTo>
                  <a:pt x="0" y="3122455"/>
                </a:moveTo>
                <a:lnTo>
                  <a:pt x="129331" y="3067298"/>
                </a:lnTo>
                <a:lnTo>
                  <a:pt x="92928" y="3078161"/>
                </a:lnTo>
                <a:lnTo>
                  <a:pt x="53258" y="3085858"/>
                </a:lnTo>
                <a:lnTo>
                  <a:pt x="10593" y="3090452"/>
                </a:lnTo>
                <a:lnTo>
                  <a:pt x="0" y="3090815"/>
                </a:lnTo>
                <a:lnTo>
                  <a:pt x="0" y="3122455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59287" y="3076904"/>
            <a:ext cx="1028700" cy="135890"/>
          </a:xfrm>
          <a:custGeom>
            <a:avLst/>
            <a:gdLst/>
            <a:ahLst/>
            <a:cxnLst/>
            <a:rect l="l" t="t" r="r" b="b"/>
            <a:pathLst>
              <a:path w="1028700" h="135889">
                <a:moveTo>
                  <a:pt x="44170" y="85737"/>
                </a:moveTo>
                <a:lnTo>
                  <a:pt x="36372" y="59753"/>
                </a:lnTo>
                <a:lnTo>
                  <a:pt x="20828" y="65074"/>
                </a:lnTo>
                <a:lnTo>
                  <a:pt x="9423" y="69176"/>
                </a:lnTo>
                <a:lnTo>
                  <a:pt x="0" y="72745"/>
                </a:lnTo>
                <a:lnTo>
                  <a:pt x="10401" y="98729"/>
                </a:lnTo>
                <a:lnTo>
                  <a:pt x="19494" y="95161"/>
                </a:lnTo>
                <a:lnTo>
                  <a:pt x="44170" y="85737"/>
                </a:lnTo>
                <a:close/>
              </a:path>
              <a:path w="1028700" h="135889">
                <a:moveTo>
                  <a:pt x="166281" y="54559"/>
                </a:moveTo>
                <a:lnTo>
                  <a:pt x="161086" y="28587"/>
                </a:lnTo>
                <a:lnTo>
                  <a:pt x="141643" y="32880"/>
                </a:lnTo>
                <a:lnTo>
                  <a:pt x="103720" y="42468"/>
                </a:lnTo>
                <a:lnTo>
                  <a:pt x="85737" y="46774"/>
                </a:lnTo>
                <a:lnTo>
                  <a:pt x="93535" y="72745"/>
                </a:lnTo>
                <a:lnTo>
                  <a:pt x="111112" y="67348"/>
                </a:lnTo>
                <a:lnTo>
                  <a:pt x="128930" y="62687"/>
                </a:lnTo>
                <a:lnTo>
                  <a:pt x="147243" y="58496"/>
                </a:lnTo>
                <a:lnTo>
                  <a:pt x="166281" y="54559"/>
                </a:lnTo>
                <a:close/>
              </a:path>
              <a:path w="1028700" h="135889">
                <a:moveTo>
                  <a:pt x="288391" y="33782"/>
                </a:moveTo>
                <a:lnTo>
                  <a:pt x="285788" y="7797"/>
                </a:lnTo>
                <a:lnTo>
                  <a:pt x="249097" y="12026"/>
                </a:lnTo>
                <a:lnTo>
                  <a:pt x="229895" y="14744"/>
                </a:lnTo>
                <a:lnTo>
                  <a:pt x="210451" y="18186"/>
                </a:lnTo>
                <a:lnTo>
                  <a:pt x="215646" y="44170"/>
                </a:lnTo>
                <a:lnTo>
                  <a:pt x="235051" y="42176"/>
                </a:lnTo>
                <a:lnTo>
                  <a:pt x="253961" y="39954"/>
                </a:lnTo>
                <a:lnTo>
                  <a:pt x="271907" y="37223"/>
                </a:lnTo>
                <a:lnTo>
                  <a:pt x="288391" y="33782"/>
                </a:lnTo>
                <a:close/>
              </a:path>
              <a:path w="1028700" h="135889">
                <a:moveTo>
                  <a:pt x="415696" y="0"/>
                </a:moveTo>
                <a:lnTo>
                  <a:pt x="396201" y="1549"/>
                </a:lnTo>
                <a:lnTo>
                  <a:pt x="357238" y="3657"/>
                </a:lnTo>
                <a:lnTo>
                  <a:pt x="337743" y="5207"/>
                </a:lnTo>
                <a:lnTo>
                  <a:pt x="340347" y="31178"/>
                </a:lnTo>
                <a:lnTo>
                  <a:pt x="359791" y="29273"/>
                </a:lnTo>
                <a:lnTo>
                  <a:pt x="378993" y="27609"/>
                </a:lnTo>
                <a:lnTo>
                  <a:pt x="397713" y="26428"/>
                </a:lnTo>
                <a:lnTo>
                  <a:pt x="415696" y="25984"/>
                </a:lnTo>
                <a:lnTo>
                  <a:pt x="415696" y="0"/>
                </a:lnTo>
                <a:close/>
              </a:path>
              <a:path w="1028700" h="135889">
                <a:moveTo>
                  <a:pt x="545592" y="2603"/>
                </a:moveTo>
                <a:lnTo>
                  <a:pt x="526110" y="1104"/>
                </a:lnTo>
                <a:lnTo>
                  <a:pt x="506615" y="330"/>
                </a:lnTo>
                <a:lnTo>
                  <a:pt x="484352" y="0"/>
                </a:lnTo>
                <a:lnTo>
                  <a:pt x="467652" y="0"/>
                </a:lnTo>
                <a:lnTo>
                  <a:pt x="467652" y="25984"/>
                </a:lnTo>
                <a:lnTo>
                  <a:pt x="484073" y="25984"/>
                </a:lnTo>
                <a:lnTo>
                  <a:pt x="505320" y="26314"/>
                </a:lnTo>
                <a:lnTo>
                  <a:pt x="523913" y="27076"/>
                </a:lnTo>
                <a:lnTo>
                  <a:pt x="542988" y="28587"/>
                </a:lnTo>
                <a:lnTo>
                  <a:pt x="545592" y="2603"/>
                </a:lnTo>
                <a:close/>
              </a:path>
              <a:path w="1028700" h="135889">
                <a:moveTo>
                  <a:pt x="675500" y="15595"/>
                </a:moveTo>
                <a:lnTo>
                  <a:pt x="597547" y="7797"/>
                </a:lnTo>
                <a:lnTo>
                  <a:pt x="594956" y="33782"/>
                </a:lnTo>
                <a:lnTo>
                  <a:pt x="670293" y="41567"/>
                </a:lnTo>
                <a:lnTo>
                  <a:pt x="675500" y="15595"/>
                </a:lnTo>
                <a:close/>
              </a:path>
              <a:path w="1028700" h="135889">
                <a:moveTo>
                  <a:pt x="797598" y="36372"/>
                </a:moveTo>
                <a:lnTo>
                  <a:pt x="722261" y="20789"/>
                </a:lnTo>
                <a:lnTo>
                  <a:pt x="717067" y="46774"/>
                </a:lnTo>
                <a:lnTo>
                  <a:pt x="792403" y="62357"/>
                </a:lnTo>
                <a:lnTo>
                  <a:pt x="797598" y="36372"/>
                </a:lnTo>
                <a:close/>
              </a:path>
              <a:path w="1028700" h="135889">
                <a:moveTo>
                  <a:pt x="922312" y="70154"/>
                </a:moveTo>
                <a:lnTo>
                  <a:pt x="884631" y="58788"/>
                </a:lnTo>
                <a:lnTo>
                  <a:pt x="866038" y="53708"/>
                </a:lnTo>
                <a:lnTo>
                  <a:pt x="846963" y="49364"/>
                </a:lnTo>
                <a:lnTo>
                  <a:pt x="841768" y="75349"/>
                </a:lnTo>
                <a:lnTo>
                  <a:pt x="859713" y="79692"/>
                </a:lnTo>
                <a:lnTo>
                  <a:pt x="878141" y="84759"/>
                </a:lnTo>
                <a:lnTo>
                  <a:pt x="896569" y="90322"/>
                </a:lnTo>
                <a:lnTo>
                  <a:pt x="914514" y="96126"/>
                </a:lnTo>
                <a:lnTo>
                  <a:pt x="922312" y="70154"/>
                </a:lnTo>
                <a:close/>
              </a:path>
              <a:path w="1028700" h="135889">
                <a:moveTo>
                  <a:pt x="1028700" y="108839"/>
                </a:moveTo>
                <a:lnTo>
                  <a:pt x="1026477" y="108064"/>
                </a:lnTo>
                <a:lnTo>
                  <a:pt x="989609" y="94589"/>
                </a:lnTo>
                <a:lnTo>
                  <a:pt x="971664" y="88341"/>
                </a:lnTo>
                <a:lnTo>
                  <a:pt x="963879" y="111721"/>
                </a:lnTo>
                <a:lnTo>
                  <a:pt x="981417" y="117602"/>
                </a:lnTo>
                <a:lnTo>
                  <a:pt x="998943" y="123736"/>
                </a:lnTo>
                <a:lnTo>
                  <a:pt x="1016482" y="130352"/>
                </a:lnTo>
                <a:lnTo>
                  <a:pt x="1028700" y="135470"/>
                </a:lnTo>
                <a:lnTo>
                  <a:pt x="1028700" y="10883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861" y="7885279"/>
            <a:ext cx="626110" cy="266700"/>
          </a:xfrm>
          <a:custGeom>
            <a:avLst/>
            <a:gdLst/>
            <a:ahLst/>
            <a:cxnLst/>
            <a:rect l="l" t="t" r="r" b="b"/>
            <a:pathLst>
              <a:path w="626110" h="266700">
                <a:moveTo>
                  <a:pt x="626002" y="26257"/>
                </a:moveTo>
                <a:lnTo>
                  <a:pt x="617325" y="30572"/>
                </a:lnTo>
                <a:lnTo>
                  <a:pt x="596482" y="40527"/>
                </a:lnTo>
                <a:lnTo>
                  <a:pt x="582259" y="11308"/>
                </a:lnTo>
                <a:lnTo>
                  <a:pt x="604808" y="0"/>
                </a:lnTo>
                <a:lnTo>
                  <a:pt x="626002" y="26257"/>
                </a:lnTo>
                <a:close/>
              </a:path>
              <a:path w="626110" h="266700">
                <a:moveTo>
                  <a:pt x="539770" y="67581"/>
                </a:moveTo>
                <a:lnTo>
                  <a:pt x="517913" y="77815"/>
                </a:lnTo>
                <a:lnTo>
                  <a:pt x="496332" y="87635"/>
                </a:lnTo>
                <a:lnTo>
                  <a:pt x="453186" y="106537"/>
                </a:lnTo>
                <a:lnTo>
                  <a:pt x="439948" y="76522"/>
                </a:lnTo>
                <a:lnTo>
                  <a:pt x="504237" y="47754"/>
                </a:lnTo>
                <a:lnTo>
                  <a:pt x="525594" y="37917"/>
                </a:lnTo>
                <a:lnTo>
                  <a:pt x="539770" y="67581"/>
                </a:lnTo>
                <a:close/>
              </a:path>
              <a:path w="626110" h="266700">
                <a:moveTo>
                  <a:pt x="395669" y="130577"/>
                </a:moveTo>
                <a:lnTo>
                  <a:pt x="373307" y="139941"/>
                </a:lnTo>
                <a:lnTo>
                  <a:pt x="351364" y="148736"/>
                </a:lnTo>
                <a:lnTo>
                  <a:pt x="307684" y="165780"/>
                </a:lnTo>
                <a:lnTo>
                  <a:pt x="295432" y="134970"/>
                </a:lnTo>
                <a:lnTo>
                  <a:pt x="339187" y="118019"/>
                </a:lnTo>
                <a:lnTo>
                  <a:pt x="382678" y="100364"/>
                </a:lnTo>
                <a:lnTo>
                  <a:pt x="395669" y="130577"/>
                </a:lnTo>
                <a:close/>
              </a:path>
              <a:path w="626110" h="266700">
                <a:moveTo>
                  <a:pt x="248576" y="187849"/>
                </a:moveTo>
                <a:lnTo>
                  <a:pt x="159190" y="219299"/>
                </a:lnTo>
                <a:lnTo>
                  <a:pt x="149117" y="189172"/>
                </a:lnTo>
                <a:lnTo>
                  <a:pt x="193695" y="173997"/>
                </a:lnTo>
                <a:lnTo>
                  <a:pt x="238011" y="158120"/>
                </a:lnTo>
                <a:lnTo>
                  <a:pt x="248576" y="187849"/>
                </a:lnTo>
                <a:close/>
              </a:path>
              <a:path w="626110" h="266700">
                <a:moveTo>
                  <a:pt x="99429" y="239046"/>
                </a:moveTo>
                <a:lnTo>
                  <a:pt x="54208" y="252857"/>
                </a:lnTo>
                <a:lnTo>
                  <a:pt x="8688" y="266298"/>
                </a:lnTo>
                <a:lnTo>
                  <a:pt x="0" y="235868"/>
                </a:lnTo>
                <a:lnTo>
                  <a:pt x="67609" y="215751"/>
                </a:lnTo>
                <a:lnTo>
                  <a:pt x="90048" y="208768"/>
                </a:lnTo>
                <a:lnTo>
                  <a:pt x="99429" y="239046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2699" y="8172535"/>
            <a:ext cx="521970" cy="65405"/>
          </a:xfrm>
          <a:custGeom>
            <a:avLst/>
            <a:gdLst/>
            <a:ahLst/>
            <a:cxnLst/>
            <a:rect l="l" t="t" r="r" b="b"/>
            <a:pathLst>
              <a:path w="521969" h="65404">
                <a:moveTo>
                  <a:pt x="521430" y="30883"/>
                </a:moveTo>
                <a:lnTo>
                  <a:pt x="499080" y="35550"/>
                </a:lnTo>
                <a:lnTo>
                  <a:pt x="477233" y="39849"/>
                </a:lnTo>
                <a:lnTo>
                  <a:pt x="455765" y="43765"/>
                </a:lnTo>
                <a:lnTo>
                  <a:pt x="434550" y="47286"/>
                </a:lnTo>
                <a:lnTo>
                  <a:pt x="429320" y="16100"/>
                </a:lnTo>
                <a:lnTo>
                  <a:pt x="450165" y="12578"/>
                </a:lnTo>
                <a:lnTo>
                  <a:pt x="471236" y="8721"/>
                </a:lnTo>
                <a:lnTo>
                  <a:pt x="492723" y="4528"/>
                </a:lnTo>
                <a:lnTo>
                  <a:pt x="514816" y="0"/>
                </a:lnTo>
                <a:lnTo>
                  <a:pt x="521430" y="30883"/>
                </a:lnTo>
                <a:close/>
              </a:path>
              <a:path w="521969" h="65404">
                <a:moveTo>
                  <a:pt x="378498" y="55493"/>
                </a:moveTo>
                <a:lnTo>
                  <a:pt x="356104" y="58090"/>
                </a:lnTo>
                <a:lnTo>
                  <a:pt x="333974" y="60398"/>
                </a:lnTo>
                <a:lnTo>
                  <a:pt x="311943" y="62168"/>
                </a:lnTo>
                <a:lnTo>
                  <a:pt x="289848" y="63149"/>
                </a:lnTo>
                <a:lnTo>
                  <a:pt x="288276" y="31452"/>
                </a:lnTo>
                <a:lnTo>
                  <a:pt x="309401" y="30026"/>
                </a:lnTo>
                <a:lnTo>
                  <a:pt x="330742" y="28158"/>
                </a:lnTo>
                <a:lnTo>
                  <a:pt x="374651" y="24004"/>
                </a:lnTo>
                <a:lnTo>
                  <a:pt x="378498" y="55493"/>
                </a:lnTo>
                <a:close/>
              </a:path>
              <a:path w="521969" h="65404">
                <a:moveTo>
                  <a:pt x="233372" y="64780"/>
                </a:moveTo>
                <a:lnTo>
                  <a:pt x="210811" y="64523"/>
                </a:lnTo>
                <a:lnTo>
                  <a:pt x="188402" y="63838"/>
                </a:lnTo>
                <a:lnTo>
                  <a:pt x="166167" y="62707"/>
                </a:lnTo>
                <a:lnTo>
                  <a:pt x="144129" y="61112"/>
                </a:lnTo>
                <a:lnTo>
                  <a:pt x="146812" y="29644"/>
                </a:lnTo>
                <a:lnTo>
                  <a:pt x="168158" y="31186"/>
                </a:lnTo>
                <a:lnTo>
                  <a:pt x="189563" y="32376"/>
                </a:lnTo>
                <a:lnTo>
                  <a:pt x="231903" y="34220"/>
                </a:lnTo>
                <a:lnTo>
                  <a:pt x="233372" y="64780"/>
                </a:lnTo>
                <a:close/>
              </a:path>
              <a:path w="521969" h="65404">
                <a:moveTo>
                  <a:pt x="87617" y="54631"/>
                </a:moveTo>
                <a:lnTo>
                  <a:pt x="65548" y="51300"/>
                </a:lnTo>
                <a:lnTo>
                  <a:pt x="43588" y="47392"/>
                </a:lnTo>
                <a:lnTo>
                  <a:pt x="21739" y="42909"/>
                </a:lnTo>
                <a:lnTo>
                  <a:pt x="0" y="37850"/>
                </a:lnTo>
                <a:lnTo>
                  <a:pt x="7334" y="7103"/>
                </a:lnTo>
                <a:lnTo>
                  <a:pt x="28366" y="11973"/>
                </a:lnTo>
                <a:lnTo>
                  <a:pt x="49502" y="16304"/>
                </a:lnTo>
                <a:lnTo>
                  <a:pt x="70740" y="20098"/>
                </a:lnTo>
                <a:lnTo>
                  <a:pt x="92081" y="23353"/>
                </a:lnTo>
                <a:lnTo>
                  <a:pt x="87617" y="5463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0832" y="7640820"/>
            <a:ext cx="490220" cy="499745"/>
          </a:xfrm>
          <a:custGeom>
            <a:avLst/>
            <a:gdLst/>
            <a:ahLst/>
            <a:cxnLst/>
            <a:rect l="l" t="t" r="r" b="b"/>
            <a:pathLst>
              <a:path w="490219" h="499745">
                <a:moveTo>
                  <a:pt x="477331" y="499484"/>
                </a:moveTo>
                <a:lnTo>
                  <a:pt x="457253" y="489146"/>
                </a:lnTo>
                <a:lnTo>
                  <a:pt x="437169" y="478280"/>
                </a:lnTo>
                <a:lnTo>
                  <a:pt x="417185" y="466875"/>
                </a:lnTo>
                <a:lnTo>
                  <a:pt x="397407" y="454922"/>
                </a:lnTo>
                <a:lnTo>
                  <a:pt x="413809" y="427845"/>
                </a:lnTo>
                <a:lnTo>
                  <a:pt x="433050" y="439551"/>
                </a:lnTo>
                <a:lnTo>
                  <a:pt x="452326" y="450733"/>
                </a:lnTo>
                <a:lnTo>
                  <a:pt x="471434" y="461516"/>
                </a:lnTo>
                <a:lnTo>
                  <a:pt x="490170" y="472028"/>
                </a:lnTo>
                <a:lnTo>
                  <a:pt x="477331" y="499484"/>
                </a:lnTo>
                <a:close/>
              </a:path>
              <a:path w="490219" h="499745">
                <a:moveTo>
                  <a:pt x="348502" y="423579"/>
                </a:moveTo>
                <a:lnTo>
                  <a:pt x="330007" y="410285"/>
                </a:lnTo>
                <a:lnTo>
                  <a:pt x="311655" y="396647"/>
                </a:lnTo>
                <a:lnTo>
                  <a:pt x="293551" y="382656"/>
                </a:lnTo>
                <a:lnTo>
                  <a:pt x="275803" y="368302"/>
                </a:lnTo>
                <a:lnTo>
                  <a:pt x="296468" y="343482"/>
                </a:lnTo>
                <a:lnTo>
                  <a:pt x="313723" y="357382"/>
                </a:lnTo>
                <a:lnTo>
                  <a:pt x="331278" y="371040"/>
                </a:lnTo>
                <a:lnTo>
                  <a:pt x="349082" y="384345"/>
                </a:lnTo>
                <a:lnTo>
                  <a:pt x="367084" y="397185"/>
                </a:lnTo>
                <a:lnTo>
                  <a:pt x="348502" y="423579"/>
                </a:lnTo>
                <a:close/>
              </a:path>
              <a:path w="490219" h="499745">
                <a:moveTo>
                  <a:pt x="231364" y="328877"/>
                </a:moveTo>
                <a:lnTo>
                  <a:pt x="214303" y="312664"/>
                </a:lnTo>
                <a:lnTo>
                  <a:pt x="197980" y="296657"/>
                </a:lnTo>
                <a:lnTo>
                  <a:pt x="182167" y="280619"/>
                </a:lnTo>
                <a:lnTo>
                  <a:pt x="166636" y="264316"/>
                </a:lnTo>
                <a:lnTo>
                  <a:pt x="189888" y="242700"/>
                </a:lnTo>
                <a:lnTo>
                  <a:pt x="205093" y="258890"/>
                </a:lnTo>
                <a:lnTo>
                  <a:pt x="220643" y="274752"/>
                </a:lnTo>
                <a:lnTo>
                  <a:pt x="236538" y="290285"/>
                </a:lnTo>
                <a:lnTo>
                  <a:pt x="252777" y="305488"/>
                </a:lnTo>
                <a:lnTo>
                  <a:pt x="231364" y="328877"/>
                </a:lnTo>
                <a:close/>
              </a:path>
              <a:path w="490219" h="499745">
                <a:moveTo>
                  <a:pt x="152406" y="199288"/>
                </a:moveTo>
                <a:lnTo>
                  <a:pt x="127762" y="219179"/>
                </a:lnTo>
                <a:lnTo>
                  <a:pt x="109651" y="196647"/>
                </a:lnTo>
                <a:lnTo>
                  <a:pt x="97577" y="181070"/>
                </a:lnTo>
                <a:lnTo>
                  <a:pt x="96703" y="179944"/>
                </a:lnTo>
                <a:lnTo>
                  <a:pt x="85712" y="164714"/>
                </a:lnTo>
                <a:lnTo>
                  <a:pt x="84459" y="162978"/>
                </a:lnTo>
                <a:lnTo>
                  <a:pt x="73233" y="145572"/>
                </a:lnTo>
                <a:lnTo>
                  <a:pt x="99667" y="127899"/>
                </a:lnTo>
                <a:lnTo>
                  <a:pt x="110861" y="144415"/>
                </a:lnTo>
                <a:lnTo>
                  <a:pt x="121782" y="159702"/>
                </a:lnTo>
                <a:lnTo>
                  <a:pt x="122612" y="160863"/>
                </a:lnTo>
                <a:lnTo>
                  <a:pt x="134453" y="176628"/>
                </a:lnTo>
                <a:lnTo>
                  <a:pt x="134881" y="177198"/>
                </a:lnTo>
                <a:lnTo>
                  <a:pt x="147632" y="193373"/>
                </a:lnTo>
                <a:lnTo>
                  <a:pt x="152406" y="199288"/>
                </a:lnTo>
                <a:close/>
              </a:path>
              <a:path w="490219" h="499745">
                <a:moveTo>
                  <a:pt x="68545" y="79761"/>
                </a:moveTo>
                <a:lnTo>
                  <a:pt x="29634" y="75475"/>
                </a:lnTo>
                <a:lnTo>
                  <a:pt x="9275" y="34116"/>
                </a:lnTo>
                <a:lnTo>
                  <a:pt x="0" y="12991"/>
                </a:lnTo>
                <a:lnTo>
                  <a:pt x="30213" y="0"/>
                </a:lnTo>
                <a:lnTo>
                  <a:pt x="38886" y="20377"/>
                </a:lnTo>
                <a:lnTo>
                  <a:pt x="48165" y="40463"/>
                </a:lnTo>
                <a:lnTo>
                  <a:pt x="58052" y="60258"/>
                </a:lnTo>
                <a:lnTo>
                  <a:pt x="68545" y="7976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890" y="6757229"/>
            <a:ext cx="878840" cy="676910"/>
          </a:xfrm>
          <a:custGeom>
            <a:avLst/>
            <a:gdLst/>
            <a:ahLst/>
            <a:cxnLst/>
            <a:rect l="l" t="t" r="r" b="b"/>
            <a:pathLst>
              <a:path w="878840" h="676909">
                <a:moveTo>
                  <a:pt x="864271" y="97263"/>
                </a:moveTo>
                <a:lnTo>
                  <a:pt x="842666" y="86676"/>
                </a:lnTo>
                <a:lnTo>
                  <a:pt x="820699" y="76954"/>
                </a:lnTo>
                <a:lnTo>
                  <a:pt x="798368" y="68098"/>
                </a:lnTo>
                <a:lnTo>
                  <a:pt x="775674" y="60108"/>
                </a:lnTo>
                <a:lnTo>
                  <a:pt x="785633" y="30092"/>
                </a:lnTo>
                <a:lnTo>
                  <a:pt x="809493" y="38410"/>
                </a:lnTo>
                <a:lnTo>
                  <a:pt x="832972" y="47645"/>
                </a:lnTo>
                <a:lnTo>
                  <a:pt x="856070" y="57794"/>
                </a:lnTo>
                <a:lnTo>
                  <a:pt x="878787" y="68860"/>
                </a:lnTo>
                <a:lnTo>
                  <a:pt x="864271" y="97263"/>
                </a:lnTo>
                <a:close/>
              </a:path>
              <a:path w="878840" h="676909">
                <a:moveTo>
                  <a:pt x="32833" y="675164"/>
                </a:moveTo>
                <a:lnTo>
                  <a:pt x="46" y="676394"/>
                </a:lnTo>
                <a:lnTo>
                  <a:pt x="0" y="651127"/>
                </a:lnTo>
                <a:lnTo>
                  <a:pt x="876" y="625909"/>
                </a:lnTo>
                <a:lnTo>
                  <a:pt x="2674" y="600740"/>
                </a:lnTo>
                <a:lnTo>
                  <a:pt x="5394" y="575620"/>
                </a:lnTo>
                <a:lnTo>
                  <a:pt x="36720" y="579639"/>
                </a:lnTo>
                <a:lnTo>
                  <a:pt x="34517" y="603470"/>
                </a:lnTo>
                <a:lnTo>
                  <a:pt x="33134" y="627334"/>
                </a:lnTo>
                <a:lnTo>
                  <a:pt x="32573" y="651232"/>
                </a:lnTo>
                <a:lnTo>
                  <a:pt x="32833" y="675164"/>
                </a:lnTo>
                <a:close/>
              </a:path>
              <a:path w="878840" h="676909">
                <a:moveTo>
                  <a:pt x="713631" y="44254"/>
                </a:moveTo>
                <a:lnTo>
                  <a:pt x="690189" y="39566"/>
                </a:lnTo>
                <a:lnTo>
                  <a:pt x="666613" y="35870"/>
                </a:lnTo>
                <a:lnTo>
                  <a:pt x="642902" y="33168"/>
                </a:lnTo>
                <a:lnTo>
                  <a:pt x="619057" y="31459"/>
                </a:lnTo>
                <a:lnTo>
                  <a:pt x="619711" y="0"/>
                </a:lnTo>
                <a:lnTo>
                  <a:pt x="645110" y="1102"/>
                </a:lnTo>
                <a:lnTo>
                  <a:pt x="670377" y="3375"/>
                </a:lnTo>
                <a:lnTo>
                  <a:pt x="695511" y="6818"/>
                </a:lnTo>
                <a:lnTo>
                  <a:pt x="720512" y="11432"/>
                </a:lnTo>
                <a:lnTo>
                  <a:pt x="713631" y="44254"/>
                </a:lnTo>
                <a:close/>
              </a:path>
              <a:path w="878840" h="676909">
                <a:moveTo>
                  <a:pt x="49448" y="515235"/>
                </a:moveTo>
                <a:lnTo>
                  <a:pt x="18654" y="508346"/>
                </a:lnTo>
                <a:lnTo>
                  <a:pt x="24717" y="483793"/>
                </a:lnTo>
                <a:lnTo>
                  <a:pt x="31646" y="459505"/>
                </a:lnTo>
                <a:lnTo>
                  <a:pt x="39444" y="435481"/>
                </a:lnTo>
                <a:lnTo>
                  <a:pt x="48108" y="411721"/>
                </a:lnTo>
                <a:lnTo>
                  <a:pt x="77536" y="422969"/>
                </a:lnTo>
                <a:lnTo>
                  <a:pt x="69154" y="445421"/>
                </a:lnTo>
                <a:lnTo>
                  <a:pt x="61546" y="468119"/>
                </a:lnTo>
                <a:lnTo>
                  <a:pt x="54712" y="491062"/>
                </a:lnTo>
                <a:lnTo>
                  <a:pt x="48653" y="514250"/>
                </a:lnTo>
                <a:lnTo>
                  <a:pt x="49448" y="515235"/>
                </a:lnTo>
                <a:close/>
              </a:path>
              <a:path w="878840" h="676909">
                <a:moveTo>
                  <a:pt x="552895" y="35209"/>
                </a:moveTo>
                <a:lnTo>
                  <a:pt x="529092" y="38264"/>
                </a:lnTo>
                <a:lnTo>
                  <a:pt x="505509" y="42417"/>
                </a:lnTo>
                <a:lnTo>
                  <a:pt x="482146" y="47668"/>
                </a:lnTo>
                <a:lnTo>
                  <a:pt x="459002" y="54017"/>
                </a:lnTo>
                <a:lnTo>
                  <a:pt x="450067" y="23786"/>
                </a:lnTo>
                <a:lnTo>
                  <a:pt x="474499" y="16883"/>
                </a:lnTo>
                <a:lnTo>
                  <a:pt x="499181" y="11205"/>
                </a:lnTo>
                <a:lnTo>
                  <a:pt x="524113" y="6751"/>
                </a:lnTo>
                <a:lnTo>
                  <a:pt x="549295" y="3521"/>
                </a:lnTo>
                <a:lnTo>
                  <a:pt x="552895" y="35209"/>
                </a:lnTo>
                <a:close/>
              </a:path>
              <a:path w="878840" h="676909">
                <a:moveTo>
                  <a:pt x="103737" y="363156"/>
                </a:moveTo>
                <a:lnTo>
                  <a:pt x="75532" y="348886"/>
                </a:lnTo>
                <a:lnTo>
                  <a:pt x="87329" y="326461"/>
                </a:lnTo>
                <a:lnTo>
                  <a:pt x="99936" y="304522"/>
                </a:lnTo>
                <a:lnTo>
                  <a:pt x="113354" y="283070"/>
                </a:lnTo>
                <a:lnTo>
                  <a:pt x="127583" y="262104"/>
                </a:lnTo>
                <a:lnTo>
                  <a:pt x="154374" y="281178"/>
                </a:lnTo>
                <a:lnTo>
                  <a:pt x="140616" y="300993"/>
                </a:lnTo>
                <a:lnTo>
                  <a:pt x="127590" y="321262"/>
                </a:lnTo>
                <a:lnTo>
                  <a:pt x="115298" y="341983"/>
                </a:lnTo>
                <a:lnTo>
                  <a:pt x="103737" y="363156"/>
                </a:lnTo>
                <a:close/>
              </a:path>
              <a:path w="878840" h="676909">
                <a:moveTo>
                  <a:pt x="398861" y="77327"/>
                </a:moveTo>
                <a:lnTo>
                  <a:pt x="376877" y="87448"/>
                </a:lnTo>
                <a:lnTo>
                  <a:pt x="355404" y="98508"/>
                </a:lnTo>
                <a:lnTo>
                  <a:pt x="334442" y="110508"/>
                </a:lnTo>
                <a:lnTo>
                  <a:pt x="313990" y="123447"/>
                </a:lnTo>
                <a:lnTo>
                  <a:pt x="296316" y="97013"/>
                </a:lnTo>
                <a:lnTo>
                  <a:pt x="317762" y="83404"/>
                </a:lnTo>
                <a:lnTo>
                  <a:pt x="339738" y="70765"/>
                </a:lnTo>
                <a:lnTo>
                  <a:pt x="362244" y="59098"/>
                </a:lnTo>
                <a:lnTo>
                  <a:pt x="385282" y="48402"/>
                </a:lnTo>
                <a:lnTo>
                  <a:pt x="398861" y="77327"/>
                </a:lnTo>
                <a:close/>
              </a:path>
              <a:path w="878840" h="676909">
                <a:moveTo>
                  <a:pt x="192920" y="228087"/>
                </a:moveTo>
                <a:lnTo>
                  <a:pt x="190097" y="225939"/>
                </a:lnTo>
                <a:lnTo>
                  <a:pt x="169389" y="208010"/>
                </a:lnTo>
                <a:lnTo>
                  <a:pt x="186388" y="189216"/>
                </a:lnTo>
                <a:lnTo>
                  <a:pt x="204087" y="171136"/>
                </a:lnTo>
                <a:lnTo>
                  <a:pt x="222488" y="153769"/>
                </a:lnTo>
                <a:lnTo>
                  <a:pt x="241590" y="137116"/>
                </a:lnTo>
                <a:lnTo>
                  <a:pt x="261481" y="161760"/>
                </a:lnTo>
                <a:lnTo>
                  <a:pt x="243428" y="177398"/>
                </a:lnTo>
                <a:lnTo>
                  <a:pt x="225984" y="193666"/>
                </a:lnTo>
                <a:lnTo>
                  <a:pt x="209148" y="210562"/>
                </a:lnTo>
                <a:lnTo>
                  <a:pt x="192920" y="228087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948" y="6958565"/>
            <a:ext cx="313055" cy="501650"/>
          </a:xfrm>
          <a:custGeom>
            <a:avLst/>
            <a:gdLst/>
            <a:ahLst/>
            <a:cxnLst/>
            <a:rect l="l" t="t" r="r" b="b"/>
            <a:pathLst>
              <a:path w="313055" h="501650">
                <a:moveTo>
                  <a:pt x="312456" y="492895"/>
                </a:moveTo>
                <a:lnTo>
                  <a:pt x="281827" y="501338"/>
                </a:lnTo>
                <a:lnTo>
                  <a:pt x="275414" y="479062"/>
                </a:lnTo>
                <a:lnTo>
                  <a:pt x="268273" y="456876"/>
                </a:lnTo>
                <a:lnTo>
                  <a:pt x="260345" y="434945"/>
                </a:lnTo>
                <a:lnTo>
                  <a:pt x="251571" y="413430"/>
                </a:lnTo>
                <a:lnTo>
                  <a:pt x="282381" y="401178"/>
                </a:lnTo>
                <a:lnTo>
                  <a:pt x="290876" y="424750"/>
                </a:lnTo>
                <a:lnTo>
                  <a:pt x="298758" y="447940"/>
                </a:lnTo>
                <a:lnTo>
                  <a:pt x="305970" y="470678"/>
                </a:lnTo>
                <a:lnTo>
                  <a:pt x="312456" y="492895"/>
                </a:lnTo>
                <a:close/>
              </a:path>
              <a:path w="313055" h="501650">
                <a:moveTo>
                  <a:pt x="257367" y="341911"/>
                </a:moveTo>
                <a:lnTo>
                  <a:pt x="228023" y="355515"/>
                </a:lnTo>
                <a:lnTo>
                  <a:pt x="218218" y="334292"/>
                </a:lnTo>
                <a:lnTo>
                  <a:pt x="207931" y="313228"/>
                </a:lnTo>
                <a:lnTo>
                  <a:pt x="197201" y="292370"/>
                </a:lnTo>
                <a:lnTo>
                  <a:pt x="186063" y="271764"/>
                </a:lnTo>
                <a:lnTo>
                  <a:pt x="214287" y="256308"/>
                </a:lnTo>
                <a:lnTo>
                  <a:pt x="226172" y="277926"/>
                </a:lnTo>
                <a:lnTo>
                  <a:pt x="237394" y="299622"/>
                </a:lnTo>
                <a:lnTo>
                  <a:pt x="247976" y="321375"/>
                </a:lnTo>
                <a:lnTo>
                  <a:pt x="257367" y="341911"/>
                </a:lnTo>
                <a:close/>
              </a:path>
              <a:path w="313055" h="501650">
                <a:moveTo>
                  <a:pt x="257942" y="343169"/>
                </a:moveTo>
                <a:lnTo>
                  <a:pt x="257367" y="341911"/>
                </a:lnTo>
                <a:lnTo>
                  <a:pt x="257622" y="341705"/>
                </a:lnTo>
                <a:lnTo>
                  <a:pt x="257942" y="343169"/>
                </a:lnTo>
                <a:close/>
              </a:path>
              <a:path w="313055" h="501650">
                <a:moveTo>
                  <a:pt x="181426" y="199552"/>
                </a:moveTo>
                <a:lnTo>
                  <a:pt x="155796" y="215609"/>
                </a:lnTo>
                <a:lnTo>
                  <a:pt x="142925" y="195512"/>
                </a:lnTo>
                <a:lnTo>
                  <a:pt x="129774" y="175870"/>
                </a:lnTo>
                <a:lnTo>
                  <a:pt x="116430" y="156841"/>
                </a:lnTo>
                <a:lnTo>
                  <a:pt x="102984" y="138582"/>
                </a:lnTo>
                <a:lnTo>
                  <a:pt x="127627" y="118690"/>
                </a:lnTo>
                <a:lnTo>
                  <a:pt x="156040" y="160825"/>
                </a:lnTo>
                <a:lnTo>
                  <a:pt x="169631" y="181225"/>
                </a:lnTo>
                <a:lnTo>
                  <a:pt x="181426" y="199552"/>
                </a:lnTo>
                <a:close/>
              </a:path>
              <a:path w="313055" h="501650">
                <a:moveTo>
                  <a:pt x="182740" y="201594"/>
                </a:moveTo>
                <a:lnTo>
                  <a:pt x="181426" y="199552"/>
                </a:lnTo>
                <a:lnTo>
                  <a:pt x="182834" y="198416"/>
                </a:lnTo>
                <a:lnTo>
                  <a:pt x="182740" y="201594"/>
                </a:lnTo>
                <a:close/>
              </a:path>
              <a:path w="313055" h="501650">
                <a:moveTo>
                  <a:pt x="64394" y="90773"/>
                </a:moveTo>
                <a:lnTo>
                  <a:pt x="48955" y="73226"/>
                </a:lnTo>
                <a:lnTo>
                  <a:pt x="33076" y="56097"/>
                </a:lnTo>
                <a:lnTo>
                  <a:pt x="16758" y="39387"/>
                </a:lnTo>
                <a:lnTo>
                  <a:pt x="0" y="23094"/>
                </a:lnTo>
                <a:lnTo>
                  <a:pt x="22057" y="0"/>
                </a:lnTo>
                <a:lnTo>
                  <a:pt x="39225" y="16562"/>
                </a:lnTo>
                <a:lnTo>
                  <a:pt x="55920" y="33576"/>
                </a:lnTo>
                <a:lnTo>
                  <a:pt x="72143" y="51041"/>
                </a:lnTo>
                <a:lnTo>
                  <a:pt x="87892" y="68958"/>
                </a:lnTo>
                <a:lnTo>
                  <a:pt x="64394" y="90773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0166" y="7675710"/>
            <a:ext cx="106045" cy="412115"/>
          </a:xfrm>
          <a:custGeom>
            <a:avLst/>
            <a:gdLst/>
            <a:ahLst/>
            <a:cxnLst/>
            <a:rect l="l" t="t" r="r" b="b"/>
            <a:pathLst>
              <a:path w="106044" h="412115">
                <a:moveTo>
                  <a:pt x="29134" y="412089"/>
                </a:moveTo>
                <a:lnTo>
                  <a:pt x="0" y="400197"/>
                </a:lnTo>
                <a:lnTo>
                  <a:pt x="8856" y="378104"/>
                </a:lnTo>
                <a:lnTo>
                  <a:pt x="17198" y="355892"/>
                </a:lnTo>
                <a:lnTo>
                  <a:pt x="24993" y="333665"/>
                </a:lnTo>
                <a:lnTo>
                  <a:pt x="32208" y="311523"/>
                </a:lnTo>
                <a:lnTo>
                  <a:pt x="62519" y="320838"/>
                </a:lnTo>
                <a:lnTo>
                  <a:pt x="55017" y="343752"/>
                </a:lnTo>
                <a:lnTo>
                  <a:pt x="46903" y="366663"/>
                </a:lnTo>
                <a:lnTo>
                  <a:pt x="38251" y="389475"/>
                </a:lnTo>
                <a:lnTo>
                  <a:pt x="29134" y="412089"/>
                </a:lnTo>
                <a:close/>
              </a:path>
              <a:path w="106044" h="412115">
                <a:moveTo>
                  <a:pt x="79605" y="257801"/>
                </a:moveTo>
                <a:lnTo>
                  <a:pt x="48858" y="250466"/>
                </a:lnTo>
                <a:lnTo>
                  <a:pt x="54059" y="227500"/>
                </a:lnTo>
                <a:lnTo>
                  <a:pt x="58676" y="204426"/>
                </a:lnTo>
                <a:lnTo>
                  <a:pt x="62711" y="181242"/>
                </a:lnTo>
                <a:lnTo>
                  <a:pt x="66163" y="157949"/>
                </a:lnTo>
                <a:lnTo>
                  <a:pt x="96645" y="161427"/>
                </a:lnTo>
                <a:lnTo>
                  <a:pt x="93563" y="185963"/>
                </a:lnTo>
                <a:lnTo>
                  <a:pt x="89593" y="210109"/>
                </a:lnTo>
                <a:lnTo>
                  <a:pt x="84740" y="233822"/>
                </a:lnTo>
                <a:lnTo>
                  <a:pt x="79008" y="257062"/>
                </a:lnTo>
                <a:lnTo>
                  <a:pt x="79605" y="257801"/>
                </a:lnTo>
                <a:close/>
              </a:path>
              <a:path w="106044" h="412115">
                <a:moveTo>
                  <a:pt x="104133" y="97591"/>
                </a:moveTo>
                <a:lnTo>
                  <a:pt x="72617" y="95354"/>
                </a:lnTo>
                <a:lnTo>
                  <a:pt x="73706" y="71957"/>
                </a:lnTo>
                <a:lnTo>
                  <a:pt x="74299" y="48464"/>
                </a:lnTo>
                <a:lnTo>
                  <a:pt x="74307" y="24910"/>
                </a:lnTo>
                <a:lnTo>
                  <a:pt x="73643" y="1325"/>
                </a:lnTo>
                <a:lnTo>
                  <a:pt x="105539" y="0"/>
                </a:lnTo>
                <a:lnTo>
                  <a:pt x="105796" y="24135"/>
                </a:lnTo>
                <a:lnTo>
                  <a:pt x="105781" y="48643"/>
                </a:lnTo>
                <a:lnTo>
                  <a:pt x="105294" y="73227"/>
                </a:lnTo>
                <a:lnTo>
                  <a:pt x="104133" y="9759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860857"/>
            <a:ext cx="1771650" cy="1986280"/>
          </a:xfrm>
          <a:custGeom>
            <a:avLst/>
            <a:gdLst/>
            <a:ahLst/>
            <a:cxnLst/>
            <a:rect l="l" t="t" r="r" b="b"/>
            <a:pathLst>
              <a:path w="1771650" h="1986279">
                <a:moveTo>
                  <a:pt x="32816" y="1907844"/>
                </a:moveTo>
                <a:lnTo>
                  <a:pt x="9994" y="1902929"/>
                </a:lnTo>
                <a:lnTo>
                  <a:pt x="0" y="1900669"/>
                </a:lnTo>
                <a:lnTo>
                  <a:pt x="0" y="1933206"/>
                </a:lnTo>
                <a:lnTo>
                  <a:pt x="3009" y="1933892"/>
                </a:lnTo>
                <a:lnTo>
                  <a:pt x="26123" y="1938883"/>
                </a:lnTo>
                <a:lnTo>
                  <a:pt x="32816" y="1907844"/>
                </a:lnTo>
                <a:close/>
              </a:path>
              <a:path w="1771650" h="1986279">
                <a:moveTo>
                  <a:pt x="187604" y="1934718"/>
                </a:moveTo>
                <a:lnTo>
                  <a:pt x="164299" y="1931466"/>
                </a:lnTo>
                <a:lnTo>
                  <a:pt x="140995" y="1927974"/>
                </a:lnTo>
                <a:lnTo>
                  <a:pt x="117690" y="1924189"/>
                </a:lnTo>
                <a:lnTo>
                  <a:pt x="94348" y="1920049"/>
                </a:lnTo>
                <a:lnTo>
                  <a:pt x="88798" y="1950986"/>
                </a:lnTo>
                <a:lnTo>
                  <a:pt x="112306" y="1955342"/>
                </a:lnTo>
                <a:lnTo>
                  <a:pt x="135813" y="1959381"/>
                </a:lnTo>
                <a:lnTo>
                  <a:pt x="159270" y="1963064"/>
                </a:lnTo>
                <a:lnTo>
                  <a:pt x="182638" y="1966404"/>
                </a:lnTo>
                <a:lnTo>
                  <a:pt x="187604" y="1934718"/>
                </a:lnTo>
                <a:close/>
              </a:path>
              <a:path w="1771650" h="1986279">
                <a:moveTo>
                  <a:pt x="341388" y="1949780"/>
                </a:moveTo>
                <a:lnTo>
                  <a:pt x="318719" y="1948903"/>
                </a:lnTo>
                <a:lnTo>
                  <a:pt x="295643" y="1947379"/>
                </a:lnTo>
                <a:lnTo>
                  <a:pt x="272376" y="1945335"/>
                </a:lnTo>
                <a:lnTo>
                  <a:pt x="249110" y="1942858"/>
                </a:lnTo>
                <a:lnTo>
                  <a:pt x="245745" y="1974481"/>
                </a:lnTo>
                <a:lnTo>
                  <a:pt x="269392" y="1976970"/>
                </a:lnTo>
                <a:lnTo>
                  <a:pt x="293192" y="1979129"/>
                </a:lnTo>
                <a:lnTo>
                  <a:pt x="316966" y="1980971"/>
                </a:lnTo>
                <a:lnTo>
                  <a:pt x="340588" y="1982584"/>
                </a:lnTo>
                <a:lnTo>
                  <a:pt x="341388" y="1949780"/>
                </a:lnTo>
                <a:close/>
              </a:path>
              <a:path w="1771650" h="1986279">
                <a:moveTo>
                  <a:pt x="439089" y="726059"/>
                </a:moveTo>
                <a:lnTo>
                  <a:pt x="427532" y="684504"/>
                </a:lnTo>
                <a:lnTo>
                  <a:pt x="420255" y="636663"/>
                </a:lnTo>
                <a:lnTo>
                  <a:pt x="388759" y="640511"/>
                </a:lnTo>
                <a:lnTo>
                  <a:pt x="393865" y="678802"/>
                </a:lnTo>
                <a:lnTo>
                  <a:pt x="405561" y="724496"/>
                </a:lnTo>
                <a:lnTo>
                  <a:pt x="409016" y="735685"/>
                </a:lnTo>
                <a:lnTo>
                  <a:pt x="439089" y="726059"/>
                </a:lnTo>
                <a:close/>
              </a:path>
              <a:path w="1771650" h="1986279">
                <a:moveTo>
                  <a:pt x="500214" y="1985200"/>
                </a:moveTo>
                <a:lnTo>
                  <a:pt x="499325" y="1953348"/>
                </a:lnTo>
                <a:lnTo>
                  <a:pt x="476186" y="1953793"/>
                </a:lnTo>
                <a:lnTo>
                  <a:pt x="452843" y="1953933"/>
                </a:lnTo>
                <a:lnTo>
                  <a:pt x="429323" y="1953768"/>
                </a:lnTo>
                <a:lnTo>
                  <a:pt x="405650" y="1953260"/>
                </a:lnTo>
                <a:lnTo>
                  <a:pt x="404749" y="1984921"/>
                </a:lnTo>
                <a:lnTo>
                  <a:pt x="428828" y="1985467"/>
                </a:lnTo>
                <a:lnTo>
                  <a:pt x="452831" y="1985683"/>
                </a:lnTo>
                <a:lnTo>
                  <a:pt x="476669" y="1985594"/>
                </a:lnTo>
                <a:lnTo>
                  <a:pt x="500214" y="1985200"/>
                </a:lnTo>
                <a:close/>
              </a:path>
              <a:path w="1771650" h="1986279">
                <a:moveTo>
                  <a:pt x="658876" y="1973529"/>
                </a:moveTo>
                <a:lnTo>
                  <a:pt x="652513" y="1942439"/>
                </a:lnTo>
                <a:lnTo>
                  <a:pt x="629462" y="1945182"/>
                </a:lnTo>
                <a:lnTo>
                  <a:pt x="606221" y="1947494"/>
                </a:lnTo>
                <a:lnTo>
                  <a:pt x="582815" y="1949424"/>
                </a:lnTo>
                <a:lnTo>
                  <a:pt x="559269" y="1950961"/>
                </a:lnTo>
                <a:lnTo>
                  <a:pt x="563803" y="1982304"/>
                </a:lnTo>
                <a:lnTo>
                  <a:pt x="587692" y="1980628"/>
                </a:lnTo>
                <a:lnTo>
                  <a:pt x="611606" y="1978621"/>
                </a:lnTo>
                <a:lnTo>
                  <a:pt x="635393" y="1976259"/>
                </a:lnTo>
                <a:lnTo>
                  <a:pt x="658876" y="1973529"/>
                </a:lnTo>
                <a:close/>
              </a:path>
              <a:path w="1771650" h="1986279">
                <a:moveTo>
                  <a:pt x="815213" y="1947875"/>
                </a:moveTo>
                <a:lnTo>
                  <a:pt x="807910" y="1917141"/>
                </a:lnTo>
                <a:lnTo>
                  <a:pt x="785774" y="1922691"/>
                </a:lnTo>
                <a:lnTo>
                  <a:pt x="762850" y="1927301"/>
                </a:lnTo>
                <a:lnTo>
                  <a:pt x="716330" y="1935289"/>
                </a:lnTo>
                <a:lnTo>
                  <a:pt x="721321" y="1966683"/>
                </a:lnTo>
                <a:lnTo>
                  <a:pt x="745109" y="1962492"/>
                </a:lnTo>
                <a:lnTo>
                  <a:pt x="768692" y="1957997"/>
                </a:lnTo>
                <a:lnTo>
                  <a:pt x="792060" y="1953133"/>
                </a:lnTo>
                <a:lnTo>
                  <a:pt x="815213" y="1947875"/>
                </a:lnTo>
                <a:close/>
              </a:path>
              <a:path w="1771650" h="1986279">
                <a:moveTo>
                  <a:pt x="967193" y="1901710"/>
                </a:moveTo>
                <a:lnTo>
                  <a:pt x="956627" y="1871980"/>
                </a:lnTo>
                <a:lnTo>
                  <a:pt x="934707" y="1879600"/>
                </a:lnTo>
                <a:lnTo>
                  <a:pt x="912533" y="1886864"/>
                </a:lnTo>
                <a:lnTo>
                  <a:pt x="890143" y="1893760"/>
                </a:lnTo>
                <a:lnTo>
                  <a:pt x="867575" y="1900313"/>
                </a:lnTo>
                <a:lnTo>
                  <a:pt x="876020" y="1930933"/>
                </a:lnTo>
                <a:lnTo>
                  <a:pt x="899147" y="1924240"/>
                </a:lnTo>
                <a:lnTo>
                  <a:pt x="922108" y="1917141"/>
                </a:lnTo>
                <a:lnTo>
                  <a:pt x="944841" y="1909622"/>
                </a:lnTo>
                <a:lnTo>
                  <a:pt x="967193" y="1901710"/>
                </a:lnTo>
                <a:close/>
              </a:path>
              <a:path w="1771650" h="1986279">
                <a:moveTo>
                  <a:pt x="1056601" y="1304531"/>
                </a:moveTo>
                <a:lnTo>
                  <a:pt x="1015682" y="1291158"/>
                </a:lnTo>
                <a:lnTo>
                  <a:pt x="974610" y="1275054"/>
                </a:lnTo>
                <a:lnTo>
                  <a:pt x="962279" y="1304150"/>
                </a:lnTo>
                <a:lnTo>
                  <a:pt x="1005078" y="1320876"/>
                </a:lnTo>
                <a:lnTo>
                  <a:pt x="1047534" y="1334643"/>
                </a:lnTo>
                <a:lnTo>
                  <a:pt x="1056601" y="1304531"/>
                </a:lnTo>
                <a:close/>
              </a:path>
              <a:path w="1771650" h="1986279">
                <a:moveTo>
                  <a:pt x="1113980" y="1841017"/>
                </a:moveTo>
                <a:lnTo>
                  <a:pt x="1098867" y="1811705"/>
                </a:lnTo>
                <a:lnTo>
                  <a:pt x="1078001" y="1822145"/>
                </a:lnTo>
                <a:lnTo>
                  <a:pt x="1056906" y="1832140"/>
                </a:lnTo>
                <a:lnTo>
                  <a:pt x="1035659" y="1841665"/>
                </a:lnTo>
                <a:lnTo>
                  <a:pt x="1014310" y="1850656"/>
                </a:lnTo>
                <a:lnTo>
                  <a:pt x="1027303" y="1880870"/>
                </a:lnTo>
                <a:lnTo>
                  <a:pt x="1048702" y="1871903"/>
                </a:lnTo>
                <a:lnTo>
                  <a:pt x="1070419" y="1862188"/>
                </a:lnTo>
                <a:lnTo>
                  <a:pt x="1092250" y="1851850"/>
                </a:lnTo>
                <a:lnTo>
                  <a:pt x="1113980" y="1841017"/>
                </a:lnTo>
                <a:close/>
              </a:path>
              <a:path w="1771650" h="1986279">
                <a:moveTo>
                  <a:pt x="1251127" y="1758823"/>
                </a:moveTo>
                <a:lnTo>
                  <a:pt x="1233004" y="1732330"/>
                </a:lnTo>
                <a:lnTo>
                  <a:pt x="1213688" y="1745170"/>
                </a:lnTo>
                <a:lnTo>
                  <a:pt x="1194219" y="1757527"/>
                </a:lnTo>
                <a:lnTo>
                  <a:pt x="1174369" y="1769592"/>
                </a:lnTo>
                <a:lnTo>
                  <a:pt x="1153883" y="1781543"/>
                </a:lnTo>
                <a:lnTo>
                  <a:pt x="1169835" y="1809369"/>
                </a:lnTo>
                <a:lnTo>
                  <a:pt x="1190561" y="1797227"/>
                </a:lnTo>
                <a:lnTo>
                  <a:pt x="1210995" y="1784743"/>
                </a:lnTo>
                <a:lnTo>
                  <a:pt x="1231176" y="1771929"/>
                </a:lnTo>
                <a:lnTo>
                  <a:pt x="1251127" y="1758823"/>
                </a:lnTo>
                <a:close/>
              </a:path>
              <a:path w="1771650" h="1986279">
                <a:moveTo>
                  <a:pt x="1375346" y="1662620"/>
                </a:moveTo>
                <a:lnTo>
                  <a:pt x="1355458" y="1637982"/>
                </a:lnTo>
                <a:lnTo>
                  <a:pt x="1282750" y="1696656"/>
                </a:lnTo>
                <a:lnTo>
                  <a:pt x="1302651" y="1721294"/>
                </a:lnTo>
                <a:lnTo>
                  <a:pt x="1375346" y="1662620"/>
                </a:lnTo>
                <a:close/>
              </a:path>
              <a:path w="1771650" h="1986279">
                <a:moveTo>
                  <a:pt x="1401559" y="57861"/>
                </a:moveTo>
                <a:lnTo>
                  <a:pt x="1363040" y="28308"/>
                </a:lnTo>
                <a:lnTo>
                  <a:pt x="1321473" y="0"/>
                </a:lnTo>
                <a:lnTo>
                  <a:pt x="1304671" y="26581"/>
                </a:lnTo>
                <a:lnTo>
                  <a:pt x="1314780" y="33147"/>
                </a:lnTo>
                <a:lnTo>
                  <a:pt x="1325118" y="40246"/>
                </a:lnTo>
                <a:lnTo>
                  <a:pt x="1335201" y="47320"/>
                </a:lnTo>
                <a:lnTo>
                  <a:pt x="1344561" y="53809"/>
                </a:lnTo>
                <a:lnTo>
                  <a:pt x="1353578" y="60248"/>
                </a:lnTo>
                <a:lnTo>
                  <a:pt x="1362875" y="67360"/>
                </a:lnTo>
                <a:lnTo>
                  <a:pt x="1372209" y="74815"/>
                </a:lnTo>
                <a:lnTo>
                  <a:pt x="1381379" y="82283"/>
                </a:lnTo>
                <a:lnTo>
                  <a:pt x="1401559" y="57861"/>
                </a:lnTo>
                <a:close/>
              </a:path>
              <a:path w="1771650" h="1986279">
                <a:moveTo>
                  <a:pt x="1490205" y="1550784"/>
                </a:moveTo>
                <a:lnTo>
                  <a:pt x="1466367" y="1529321"/>
                </a:lnTo>
                <a:lnTo>
                  <a:pt x="1451114" y="1546212"/>
                </a:lnTo>
                <a:lnTo>
                  <a:pt x="1435112" y="1563154"/>
                </a:lnTo>
                <a:lnTo>
                  <a:pt x="1418513" y="1580019"/>
                </a:lnTo>
                <a:lnTo>
                  <a:pt x="1401521" y="1596720"/>
                </a:lnTo>
                <a:lnTo>
                  <a:pt x="1423631" y="1619580"/>
                </a:lnTo>
                <a:lnTo>
                  <a:pt x="1423225" y="1617052"/>
                </a:lnTo>
                <a:lnTo>
                  <a:pt x="1490205" y="1550784"/>
                </a:lnTo>
                <a:close/>
              </a:path>
              <a:path w="1771650" h="1986279">
                <a:moveTo>
                  <a:pt x="1589811" y="1425613"/>
                </a:moveTo>
                <a:lnTo>
                  <a:pt x="1563268" y="1406334"/>
                </a:lnTo>
                <a:lnTo>
                  <a:pt x="1549692" y="1425244"/>
                </a:lnTo>
                <a:lnTo>
                  <a:pt x="1535874" y="1443812"/>
                </a:lnTo>
                <a:lnTo>
                  <a:pt x="1521599" y="1462290"/>
                </a:lnTo>
                <a:lnTo>
                  <a:pt x="1506664" y="1480921"/>
                </a:lnTo>
                <a:lnTo>
                  <a:pt x="1531734" y="1501394"/>
                </a:lnTo>
                <a:lnTo>
                  <a:pt x="1530832" y="1499273"/>
                </a:lnTo>
                <a:lnTo>
                  <a:pt x="1546047" y="1481086"/>
                </a:lnTo>
                <a:lnTo>
                  <a:pt x="1575231" y="1443736"/>
                </a:lnTo>
                <a:lnTo>
                  <a:pt x="1589811" y="1425613"/>
                </a:lnTo>
                <a:close/>
              </a:path>
              <a:path w="1771650" h="1986279">
                <a:moveTo>
                  <a:pt x="1671701" y="1285036"/>
                </a:moveTo>
                <a:lnTo>
                  <a:pt x="1643202" y="1271409"/>
                </a:lnTo>
                <a:lnTo>
                  <a:pt x="1637982" y="1281950"/>
                </a:lnTo>
                <a:lnTo>
                  <a:pt x="1632724" y="1292339"/>
                </a:lnTo>
                <a:lnTo>
                  <a:pt x="1627441" y="1302512"/>
                </a:lnTo>
                <a:lnTo>
                  <a:pt x="1622158" y="1312405"/>
                </a:lnTo>
                <a:lnTo>
                  <a:pt x="1597202" y="1352080"/>
                </a:lnTo>
                <a:lnTo>
                  <a:pt x="1624736" y="1370558"/>
                </a:lnTo>
                <a:lnTo>
                  <a:pt x="1649526" y="1328166"/>
                </a:lnTo>
                <a:lnTo>
                  <a:pt x="1666290" y="1296035"/>
                </a:lnTo>
                <a:lnTo>
                  <a:pt x="1671701" y="1285036"/>
                </a:lnTo>
                <a:close/>
              </a:path>
              <a:path w="1771650" h="1986279">
                <a:moveTo>
                  <a:pt x="1767954" y="1307465"/>
                </a:moveTo>
                <a:lnTo>
                  <a:pt x="1760550" y="1277632"/>
                </a:lnTo>
                <a:lnTo>
                  <a:pt x="1714906" y="1289646"/>
                </a:lnTo>
                <a:lnTo>
                  <a:pt x="1672564" y="1300213"/>
                </a:lnTo>
                <a:lnTo>
                  <a:pt x="1680057" y="1331201"/>
                </a:lnTo>
                <a:lnTo>
                  <a:pt x="1722107" y="1319237"/>
                </a:lnTo>
                <a:lnTo>
                  <a:pt x="1767954" y="1307465"/>
                </a:lnTo>
                <a:close/>
              </a:path>
              <a:path w="1771650" h="1986279">
                <a:moveTo>
                  <a:pt x="1771319" y="750430"/>
                </a:moveTo>
                <a:lnTo>
                  <a:pt x="1770913" y="749935"/>
                </a:lnTo>
                <a:lnTo>
                  <a:pt x="1769706" y="737958"/>
                </a:lnTo>
                <a:lnTo>
                  <a:pt x="1768297" y="725957"/>
                </a:lnTo>
                <a:lnTo>
                  <a:pt x="1761045" y="678586"/>
                </a:lnTo>
                <a:lnTo>
                  <a:pt x="1756308" y="654697"/>
                </a:lnTo>
                <a:lnTo>
                  <a:pt x="1725422" y="661301"/>
                </a:lnTo>
                <a:lnTo>
                  <a:pt x="1727669" y="672731"/>
                </a:lnTo>
                <a:lnTo>
                  <a:pt x="1729816" y="684009"/>
                </a:lnTo>
                <a:lnTo>
                  <a:pt x="1737258" y="730554"/>
                </a:lnTo>
                <a:lnTo>
                  <a:pt x="1739874" y="753833"/>
                </a:lnTo>
                <a:lnTo>
                  <a:pt x="1771319" y="75043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29538" y="7619473"/>
            <a:ext cx="558165" cy="455930"/>
          </a:xfrm>
          <a:custGeom>
            <a:avLst/>
            <a:gdLst/>
            <a:ahLst/>
            <a:cxnLst/>
            <a:rect l="l" t="t" r="r" b="b"/>
            <a:pathLst>
              <a:path w="558164" h="455929">
                <a:moveTo>
                  <a:pt x="14644" y="211388"/>
                </a:moveTo>
                <a:lnTo>
                  <a:pt x="42652" y="202625"/>
                </a:lnTo>
                <a:lnTo>
                  <a:pt x="51234" y="201446"/>
                </a:lnTo>
                <a:lnTo>
                  <a:pt x="61360" y="200117"/>
                </a:lnTo>
                <a:lnTo>
                  <a:pt x="71457" y="198591"/>
                </a:lnTo>
                <a:lnTo>
                  <a:pt x="81545" y="197005"/>
                </a:lnTo>
                <a:lnTo>
                  <a:pt x="91646" y="195495"/>
                </a:lnTo>
                <a:lnTo>
                  <a:pt x="112275" y="192363"/>
                </a:lnTo>
                <a:lnTo>
                  <a:pt x="132806" y="188579"/>
                </a:lnTo>
                <a:lnTo>
                  <a:pt x="153305" y="184586"/>
                </a:lnTo>
                <a:lnTo>
                  <a:pt x="173751" y="180760"/>
                </a:lnTo>
                <a:lnTo>
                  <a:pt x="140714" y="154989"/>
                </a:lnTo>
                <a:lnTo>
                  <a:pt x="108508" y="128186"/>
                </a:lnTo>
                <a:lnTo>
                  <a:pt x="80263" y="99449"/>
                </a:lnTo>
                <a:lnTo>
                  <a:pt x="77433" y="95756"/>
                </a:lnTo>
                <a:lnTo>
                  <a:pt x="70046" y="90846"/>
                </a:lnTo>
                <a:lnTo>
                  <a:pt x="75684" y="86302"/>
                </a:lnTo>
                <a:lnTo>
                  <a:pt x="79734" y="84366"/>
                </a:lnTo>
                <a:lnTo>
                  <a:pt x="84336" y="87931"/>
                </a:lnTo>
                <a:lnTo>
                  <a:pt x="88384" y="88790"/>
                </a:lnTo>
                <a:lnTo>
                  <a:pt x="135458" y="107796"/>
                </a:lnTo>
                <a:lnTo>
                  <a:pt x="180132" y="129855"/>
                </a:lnTo>
                <a:lnTo>
                  <a:pt x="202206" y="141432"/>
                </a:lnTo>
                <a:lnTo>
                  <a:pt x="200526" y="138378"/>
                </a:lnTo>
                <a:lnTo>
                  <a:pt x="198798" y="135351"/>
                </a:lnTo>
                <a:lnTo>
                  <a:pt x="196971" y="132379"/>
                </a:lnTo>
                <a:lnTo>
                  <a:pt x="190152" y="119691"/>
                </a:lnTo>
                <a:lnTo>
                  <a:pt x="183927" y="106710"/>
                </a:lnTo>
                <a:lnTo>
                  <a:pt x="178082" y="93543"/>
                </a:lnTo>
                <a:lnTo>
                  <a:pt x="172405" y="80294"/>
                </a:lnTo>
                <a:lnTo>
                  <a:pt x="170799" y="77418"/>
                </a:lnTo>
                <a:lnTo>
                  <a:pt x="151144" y="33247"/>
                </a:lnTo>
                <a:lnTo>
                  <a:pt x="150720" y="31030"/>
                </a:lnTo>
                <a:lnTo>
                  <a:pt x="149246" y="26484"/>
                </a:lnTo>
                <a:lnTo>
                  <a:pt x="145815" y="19040"/>
                </a:lnTo>
                <a:lnTo>
                  <a:pt x="141154" y="10960"/>
                </a:lnTo>
                <a:lnTo>
                  <a:pt x="142550" y="2633"/>
                </a:lnTo>
                <a:lnTo>
                  <a:pt x="146668" y="0"/>
                </a:lnTo>
                <a:lnTo>
                  <a:pt x="151265" y="2616"/>
                </a:lnTo>
                <a:lnTo>
                  <a:pt x="155715" y="7394"/>
                </a:lnTo>
                <a:lnTo>
                  <a:pt x="159390" y="11250"/>
                </a:lnTo>
                <a:lnTo>
                  <a:pt x="168053" y="20685"/>
                </a:lnTo>
                <a:lnTo>
                  <a:pt x="176206" y="30567"/>
                </a:lnTo>
                <a:lnTo>
                  <a:pt x="184136" y="40644"/>
                </a:lnTo>
                <a:lnTo>
                  <a:pt x="192125" y="50664"/>
                </a:lnTo>
                <a:lnTo>
                  <a:pt x="205027" y="67086"/>
                </a:lnTo>
                <a:lnTo>
                  <a:pt x="217907" y="83527"/>
                </a:lnTo>
                <a:lnTo>
                  <a:pt x="230957" y="99830"/>
                </a:lnTo>
                <a:lnTo>
                  <a:pt x="258711" y="132219"/>
                </a:lnTo>
                <a:lnTo>
                  <a:pt x="263637" y="137548"/>
                </a:lnTo>
                <a:lnTo>
                  <a:pt x="268980" y="129570"/>
                </a:lnTo>
                <a:lnTo>
                  <a:pt x="273962" y="121330"/>
                </a:lnTo>
                <a:lnTo>
                  <a:pt x="278840" y="113017"/>
                </a:lnTo>
                <a:lnTo>
                  <a:pt x="283869" y="104820"/>
                </a:lnTo>
                <a:lnTo>
                  <a:pt x="311074" y="62560"/>
                </a:lnTo>
                <a:lnTo>
                  <a:pt x="339467" y="24630"/>
                </a:lnTo>
                <a:lnTo>
                  <a:pt x="342548" y="21512"/>
                </a:lnTo>
                <a:lnTo>
                  <a:pt x="347549" y="12991"/>
                </a:lnTo>
                <a:lnTo>
                  <a:pt x="352004" y="18615"/>
                </a:lnTo>
                <a:lnTo>
                  <a:pt x="352236" y="23317"/>
                </a:lnTo>
                <a:lnTo>
                  <a:pt x="350250" y="30830"/>
                </a:lnTo>
                <a:lnTo>
                  <a:pt x="347625" y="38708"/>
                </a:lnTo>
                <a:lnTo>
                  <a:pt x="345940" y="44503"/>
                </a:lnTo>
                <a:lnTo>
                  <a:pt x="338810" y="68317"/>
                </a:lnTo>
                <a:lnTo>
                  <a:pt x="331263" y="92003"/>
                </a:lnTo>
                <a:lnTo>
                  <a:pt x="323408" y="115577"/>
                </a:lnTo>
                <a:lnTo>
                  <a:pt x="315354" y="139054"/>
                </a:lnTo>
                <a:lnTo>
                  <a:pt x="313444" y="144689"/>
                </a:lnTo>
                <a:lnTo>
                  <a:pt x="311322" y="150248"/>
                </a:lnTo>
                <a:lnTo>
                  <a:pt x="308873" y="155657"/>
                </a:lnTo>
                <a:lnTo>
                  <a:pt x="371106" y="122235"/>
                </a:lnTo>
                <a:lnTo>
                  <a:pt x="402167" y="105414"/>
                </a:lnTo>
                <a:lnTo>
                  <a:pt x="433128" y="88410"/>
                </a:lnTo>
                <a:lnTo>
                  <a:pt x="452838" y="77643"/>
                </a:lnTo>
                <a:lnTo>
                  <a:pt x="472478" y="66747"/>
                </a:lnTo>
                <a:lnTo>
                  <a:pt x="492100" y="55819"/>
                </a:lnTo>
                <a:lnTo>
                  <a:pt x="511757" y="44952"/>
                </a:lnTo>
                <a:lnTo>
                  <a:pt x="544429" y="29601"/>
                </a:lnTo>
                <a:lnTo>
                  <a:pt x="549656" y="27494"/>
                </a:lnTo>
                <a:lnTo>
                  <a:pt x="553805" y="30187"/>
                </a:lnTo>
                <a:lnTo>
                  <a:pt x="557708" y="34046"/>
                </a:lnTo>
                <a:lnTo>
                  <a:pt x="552439" y="37339"/>
                </a:lnTo>
                <a:lnTo>
                  <a:pt x="549381" y="39366"/>
                </a:lnTo>
                <a:lnTo>
                  <a:pt x="534526" y="50899"/>
                </a:lnTo>
                <a:lnTo>
                  <a:pt x="504971" y="74173"/>
                </a:lnTo>
                <a:lnTo>
                  <a:pt x="490100" y="85688"/>
                </a:lnTo>
                <a:lnTo>
                  <a:pt x="466546" y="103507"/>
                </a:lnTo>
                <a:lnTo>
                  <a:pt x="442715" y="120944"/>
                </a:lnTo>
                <a:lnTo>
                  <a:pt x="418624" y="138018"/>
                </a:lnTo>
                <a:lnTo>
                  <a:pt x="394291" y="154748"/>
                </a:lnTo>
                <a:lnTo>
                  <a:pt x="387004" y="160518"/>
                </a:lnTo>
                <a:lnTo>
                  <a:pt x="379743" y="166321"/>
                </a:lnTo>
                <a:lnTo>
                  <a:pt x="372512" y="172161"/>
                </a:lnTo>
                <a:lnTo>
                  <a:pt x="365313" y="178041"/>
                </a:lnTo>
                <a:lnTo>
                  <a:pt x="360359" y="181993"/>
                </a:lnTo>
                <a:lnTo>
                  <a:pt x="355487" y="186042"/>
                </a:lnTo>
                <a:lnTo>
                  <a:pt x="350653" y="190140"/>
                </a:lnTo>
                <a:lnTo>
                  <a:pt x="367497" y="198551"/>
                </a:lnTo>
                <a:lnTo>
                  <a:pt x="384164" y="207302"/>
                </a:lnTo>
                <a:lnTo>
                  <a:pt x="428093" y="234408"/>
                </a:lnTo>
                <a:lnTo>
                  <a:pt x="450378" y="251383"/>
                </a:lnTo>
                <a:lnTo>
                  <a:pt x="461748" y="259561"/>
                </a:lnTo>
                <a:lnTo>
                  <a:pt x="465669" y="262014"/>
                </a:lnTo>
                <a:lnTo>
                  <a:pt x="469540" y="264673"/>
                </a:lnTo>
                <a:lnTo>
                  <a:pt x="473848" y="266402"/>
                </a:lnTo>
                <a:lnTo>
                  <a:pt x="478338" y="267829"/>
                </a:lnTo>
                <a:lnTo>
                  <a:pt x="476593" y="274934"/>
                </a:lnTo>
                <a:lnTo>
                  <a:pt x="471893" y="273989"/>
                </a:lnTo>
                <a:lnTo>
                  <a:pt x="459072" y="271650"/>
                </a:lnTo>
                <a:lnTo>
                  <a:pt x="446223" y="269475"/>
                </a:lnTo>
                <a:lnTo>
                  <a:pt x="433364" y="267349"/>
                </a:lnTo>
                <a:lnTo>
                  <a:pt x="420517" y="265157"/>
                </a:lnTo>
                <a:lnTo>
                  <a:pt x="330076" y="248301"/>
                </a:lnTo>
                <a:lnTo>
                  <a:pt x="326826" y="247755"/>
                </a:lnTo>
                <a:lnTo>
                  <a:pt x="335954" y="267655"/>
                </a:lnTo>
                <a:lnTo>
                  <a:pt x="344331" y="287874"/>
                </a:lnTo>
                <a:lnTo>
                  <a:pt x="360794" y="328437"/>
                </a:lnTo>
                <a:lnTo>
                  <a:pt x="377618" y="367839"/>
                </a:lnTo>
                <a:lnTo>
                  <a:pt x="383403" y="380897"/>
                </a:lnTo>
                <a:lnTo>
                  <a:pt x="385291" y="385491"/>
                </a:lnTo>
                <a:lnTo>
                  <a:pt x="386691" y="396041"/>
                </a:lnTo>
                <a:lnTo>
                  <a:pt x="378689" y="393634"/>
                </a:lnTo>
                <a:lnTo>
                  <a:pt x="375566" y="391991"/>
                </a:lnTo>
                <a:lnTo>
                  <a:pt x="373620" y="388757"/>
                </a:lnTo>
                <a:lnTo>
                  <a:pt x="371032" y="386424"/>
                </a:lnTo>
                <a:lnTo>
                  <a:pt x="356226" y="370847"/>
                </a:lnTo>
                <a:lnTo>
                  <a:pt x="341302" y="355372"/>
                </a:lnTo>
                <a:lnTo>
                  <a:pt x="326550" y="339741"/>
                </a:lnTo>
                <a:lnTo>
                  <a:pt x="312262" y="323697"/>
                </a:lnTo>
                <a:lnTo>
                  <a:pt x="305003" y="314401"/>
                </a:lnTo>
                <a:lnTo>
                  <a:pt x="297932" y="304958"/>
                </a:lnTo>
                <a:lnTo>
                  <a:pt x="290905" y="295480"/>
                </a:lnTo>
                <a:lnTo>
                  <a:pt x="283779" y="286078"/>
                </a:lnTo>
                <a:lnTo>
                  <a:pt x="282512" y="284577"/>
                </a:lnTo>
                <a:lnTo>
                  <a:pt x="279940" y="281613"/>
                </a:lnTo>
                <a:lnTo>
                  <a:pt x="280914" y="284862"/>
                </a:lnTo>
                <a:lnTo>
                  <a:pt x="278607" y="288268"/>
                </a:lnTo>
                <a:lnTo>
                  <a:pt x="258195" y="346090"/>
                </a:lnTo>
                <a:lnTo>
                  <a:pt x="233375" y="398513"/>
                </a:lnTo>
                <a:lnTo>
                  <a:pt x="208829" y="441972"/>
                </a:lnTo>
                <a:lnTo>
                  <a:pt x="205260" y="446461"/>
                </a:lnTo>
                <a:lnTo>
                  <a:pt x="202949" y="452668"/>
                </a:lnTo>
                <a:lnTo>
                  <a:pt x="198015" y="455744"/>
                </a:lnTo>
                <a:lnTo>
                  <a:pt x="197717" y="455824"/>
                </a:lnTo>
                <a:lnTo>
                  <a:pt x="191903" y="454741"/>
                </a:lnTo>
                <a:lnTo>
                  <a:pt x="191533" y="450439"/>
                </a:lnTo>
                <a:lnTo>
                  <a:pt x="192758" y="446331"/>
                </a:lnTo>
                <a:lnTo>
                  <a:pt x="195330" y="431977"/>
                </a:lnTo>
                <a:lnTo>
                  <a:pt x="202791" y="388873"/>
                </a:lnTo>
                <a:lnTo>
                  <a:pt x="212815" y="343111"/>
                </a:lnTo>
                <a:lnTo>
                  <a:pt x="224088" y="304901"/>
                </a:lnTo>
                <a:lnTo>
                  <a:pt x="227913" y="293399"/>
                </a:lnTo>
                <a:lnTo>
                  <a:pt x="231632" y="281879"/>
                </a:lnTo>
                <a:lnTo>
                  <a:pt x="228932" y="283082"/>
                </a:lnTo>
                <a:lnTo>
                  <a:pt x="223507" y="285445"/>
                </a:lnTo>
                <a:lnTo>
                  <a:pt x="203534" y="293676"/>
                </a:lnTo>
                <a:lnTo>
                  <a:pt x="183826" y="302506"/>
                </a:lnTo>
                <a:lnTo>
                  <a:pt x="164220" y="311570"/>
                </a:lnTo>
                <a:lnTo>
                  <a:pt x="144553" y="320503"/>
                </a:lnTo>
                <a:lnTo>
                  <a:pt x="128822" y="327282"/>
                </a:lnTo>
                <a:lnTo>
                  <a:pt x="113057" y="333976"/>
                </a:lnTo>
                <a:lnTo>
                  <a:pt x="97452" y="341008"/>
                </a:lnTo>
                <a:lnTo>
                  <a:pt x="55378" y="361691"/>
                </a:lnTo>
                <a:lnTo>
                  <a:pt x="27774" y="372805"/>
                </a:lnTo>
                <a:lnTo>
                  <a:pt x="16812" y="377319"/>
                </a:lnTo>
                <a:lnTo>
                  <a:pt x="11277" y="379437"/>
                </a:lnTo>
                <a:lnTo>
                  <a:pt x="7078" y="381927"/>
                </a:lnTo>
                <a:lnTo>
                  <a:pt x="0" y="381306"/>
                </a:lnTo>
                <a:lnTo>
                  <a:pt x="2102" y="374737"/>
                </a:lnTo>
                <a:lnTo>
                  <a:pt x="7160" y="368498"/>
                </a:lnTo>
                <a:lnTo>
                  <a:pt x="13555" y="363513"/>
                </a:lnTo>
                <a:lnTo>
                  <a:pt x="20494" y="359082"/>
                </a:lnTo>
                <a:lnTo>
                  <a:pt x="37646" y="347353"/>
                </a:lnTo>
                <a:lnTo>
                  <a:pt x="48127" y="340230"/>
                </a:lnTo>
                <a:lnTo>
                  <a:pt x="58587" y="333075"/>
                </a:lnTo>
                <a:lnTo>
                  <a:pt x="68986" y="325831"/>
                </a:lnTo>
                <a:lnTo>
                  <a:pt x="86210" y="313557"/>
                </a:lnTo>
                <a:lnTo>
                  <a:pt x="103528" y="301434"/>
                </a:lnTo>
                <a:lnTo>
                  <a:pt x="120905" y="289398"/>
                </a:lnTo>
                <a:lnTo>
                  <a:pt x="138302" y="277389"/>
                </a:lnTo>
                <a:lnTo>
                  <a:pt x="154269" y="267430"/>
                </a:lnTo>
                <a:lnTo>
                  <a:pt x="186493" y="247983"/>
                </a:lnTo>
                <a:lnTo>
                  <a:pt x="202503" y="238092"/>
                </a:lnTo>
                <a:lnTo>
                  <a:pt x="193822" y="238029"/>
                </a:lnTo>
                <a:lnTo>
                  <a:pt x="185046" y="237346"/>
                </a:lnTo>
                <a:lnTo>
                  <a:pt x="176330" y="236555"/>
                </a:lnTo>
                <a:lnTo>
                  <a:pt x="167828" y="236164"/>
                </a:lnTo>
                <a:lnTo>
                  <a:pt x="148671" y="234634"/>
                </a:lnTo>
                <a:lnTo>
                  <a:pt x="129546" y="232767"/>
                </a:lnTo>
                <a:lnTo>
                  <a:pt x="110464" y="230514"/>
                </a:lnTo>
                <a:lnTo>
                  <a:pt x="91434" y="227826"/>
                </a:lnTo>
                <a:lnTo>
                  <a:pt x="79647" y="226233"/>
                </a:lnTo>
                <a:lnTo>
                  <a:pt x="67850" y="224684"/>
                </a:lnTo>
                <a:lnTo>
                  <a:pt x="56060" y="223089"/>
                </a:lnTo>
                <a:lnTo>
                  <a:pt x="44294" y="221356"/>
                </a:lnTo>
                <a:lnTo>
                  <a:pt x="43550" y="221220"/>
                </a:lnTo>
                <a:lnTo>
                  <a:pt x="38153" y="220785"/>
                </a:lnTo>
                <a:lnTo>
                  <a:pt x="36184" y="220462"/>
                </a:lnTo>
                <a:lnTo>
                  <a:pt x="32722" y="220372"/>
                </a:lnTo>
                <a:lnTo>
                  <a:pt x="29165" y="220002"/>
                </a:lnTo>
                <a:lnTo>
                  <a:pt x="27015" y="220313"/>
                </a:lnTo>
                <a:lnTo>
                  <a:pt x="24794" y="219544"/>
                </a:lnTo>
                <a:lnTo>
                  <a:pt x="22695" y="219128"/>
                </a:lnTo>
                <a:lnTo>
                  <a:pt x="19266" y="218528"/>
                </a:lnTo>
                <a:lnTo>
                  <a:pt x="13995" y="216082"/>
                </a:lnTo>
                <a:lnTo>
                  <a:pt x="14701" y="212123"/>
                </a:lnTo>
                <a:lnTo>
                  <a:pt x="14644" y="211388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78868" y="2421511"/>
            <a:ext cx="2222306" cy="404909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49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0"/>
              </a:spcBef>
            </a:pPr>
            <a:r>
              <a:rPr i="0" spc="340" dirty="0">
                <a:latin typeface="Cambria"/>
                <a:cs typeface="Cambria"/>
              </a:rPr>
              <a:t>Technologies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380" dirty="0">
                <a:latin typeface="Cambria"/>
                <a:cs typeface="Cambria"/>
              </a:rPr>
              <a:t>Used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9793" y="2944081"/>
            <a:ext cx="7451090" cy="368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6695">
              <a:lnSpc>
                <a:spcPct val="100000"/>
              </a:lnSpc>
              <a:spcBef>
                <a:spcPts val="100"/>
              </a:spcBef>
              <a:buSzPct val="86046"/>
              <a:buChar char="•"/>
              <a:tabLst>
                <a:tab pos="227965" algn="l"/>
              </a:tabLst>
            </a:pPr>
            <a:r>
              <a:rPr sz="4300" dirty="0">
                <a:solidFill>
                  <a:srgbClr val="293C62"/>
                </a:solidFill>
                <a:latin typeface="Tahoma"/>
                <a:cs typeface="Tahoma"/>
              </a:rPr>
              <a:t>Programming</a:t>
            </a:r>
            <a:r>
              <a:rPr sz="430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-50" dirty="0">
                <a:solidFill>
                  <a:srgbClr val="293C62"/>
                </a:solidFill>
                <a:latin typeface="Tahoma"/>
                <a:cs typeface="Tahoma"/>
              </a:rPr>
              <a:t>Language:</a:t>
            </a:r>
            <a:r>
              <a:rPr sz="430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80" dirty="0">
                <a:solidFill>
                  <a:srgbClr val="293C62"/>
                </a:solidFill>
                <a:latin typeface="Tahoma"/>
                <a:cs typeface="Tahoma"/>
              </a:rPr>
              <a:t>Java</a:t>
            </a:r>
            <a:endParaRPr sz="4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293C62"/>
              </a:buClr>
              <a:buFont typeface="Tahoma"/>
              <a:buChar char="•"/>
            </a:pPr>
            <a:endParaRPr sz="4300">
              <a:latin typeface="Tahoma"/>
              <a:cs typeface="Tahoma"/>
            </a:endParaRPr>
          </a:p>
          <a:p>
            <a:pPr marL="227965" indent="-226695">
              <a:lnSpc>
                <a:spcPct val="100000"/>
              </a:lnSpc>
              <a:spcBef>
                <a:spcPts val="5"/>
              </a:spcBef>
              <a:buSzPct val="86046"/>
              <a:buChar char="•"/>
              <a:tabLst>
                <a:tab pos="227965" algn="l"/>
              </a:tabLst>
            </a:pPr>
            <a:r>
              <a:rPr sz="4300" dirty="0">
                <a:solidFill>
                  <a:srgbClr val="293C62"/>
                </a:solidFill>
                <a:latin typeface="Tahoma"/>
                <a:cs typeface="Tahoma"/>
              </a:rPr>
              <a:t>Platform:</a:t>
            </a:r>
            <a:r>
              <a:rPr sz="4300" spc="-1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80" dirty="0">
                <a:solidFill>
                  <a:srgbClr val="293C62"/>
                </a:solidFill>
                <a:latin typeface="Tahoma"/>
                <a:cs typeface="Tahoma"/>
              </a:rPr>
              <a:t>Android</a:t>
            </a:r>
            <a:r>
              <a:rPr sz="4300" spc="-13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60" dirty="0">
                <a:solidFill>
                  <a:srgbClr val="293C62"/>
                </a:solidFill>
                <a:latin typeface="Tahoma"/>
                <a:cs typeface="Tahoma"/>
              </a:rPr>
              <a:t>Studio</a:t>
            </a:r>
            <a:endParaRPr sz="4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293C62"/>
              </a:buClr>
              <a:buFont typeface="Tahoma"/>
              <a:buChar char="•"/>
            </a:pPr>
            <a:endParaRPr sz="4300">
              <a:latin typeface="Tahoma"/>
              <a:cs typeface="Tahoma"/>
            </a:endParaRPr>
          </a:p>
          <a:p>
            <a:pPr marL="227965" indent="-226695">
              <a:lnSpc>
                <a:spcPct val="100000"/>
              </a:lnSpc>
              <a:buSzPct val="86046"/>
              <a:buChar char="•"/>
              <a:tabLst>
                <a:tab pos="227965" algn="l"/>
              </a:tabLst>
            </a:pPr>
            <a:r>
              <a:rPr sz="4300" spc="-35" dirty="0">
                <a:solidFill>
                  <a:srgbClr val="293C62"/>
                </a:solidFill>
                <a:latin typeface="Tahoma"/>
                <a:cs typeface="Tahoma"/>
              </a:rPr>
              <a:t>UI:</a:t>
            </a:r>
            <a:r>
              <a:rPr sz="4300" spc="-31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65" dirty="0">
                <a:solidFill>
                  <a:srgbClr val="293C62"/>
                </a:solidFill>
                <a:latin typeface="Tahoma"/>
                <a:cs typeface="Tahoma"/>
              </a:rPr>
              <a:t>XML</a:t>
            </a:r>
            <a:endParaRPr sz="4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2615" y="0"/>
            <a:ext cx="12145645" cy="10287000"/>
            <a:chOff x="6142615" y="0"/>
            <a:chExt cx="1214564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2247" y="0"/>
              <a:ext cx="8475752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2615" y="8446671"/>
              <a:ext cx="5192617" cy="184032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-12153" y="9010798"/>
            <a:ext cx="2499360" cy="1276350"/>
          </a:xfrm>
          <a:custGeom>
            <a:avLst/>
            <a:gdLst/>
            <a:ahLst/>
            <a:cxnLst/>
            <a:rect l="l" t="t" r="r" b="b"/>
            <a:pathLst>
              <a:path w="2499360" h="1276350">
                <a:moveTo>
                  <a:pt x="57966" y="42947"/>
                </a:moveTo>
                <a:lnTo>
                  <a:pt x="36515" y="193194"/>
                </a:lnTo>
                <a:lnTo>
                  <a:pt x="11370" y="189604"/>
                </a:lnTo>
                <a:lnTo>
                  <a:pt x="8035" y="123105"/>
                </a:lnTo>
                <a:lnTo>
                  <a:pt x="4101" y="60808"/>
                </a:lnTo>
                <a:lnTo>
                  <a:pt x="16673" y="62603"/>
                </a:lnTo>
                <a:lnTo>
                  <a:pt x="20249" y="37562"/>
                </a:lnTo>
                <a:lnTo>
                  <a:pt x="57966" y="42947"/>
                </a:lnTo>
                <a:close/>
              </a:path>
              <a:path w="2499360" h="1276350">
                <a:moveTo>
                  <a:pt x="24606" y="7042"/>
                </a:moveTo>
                <a:lnTo>
                  <a:pt x="19280" y="44344"/>
                </a:lnTo>
                <a:lnTo>
                  <a:pt x="6660" y="42881"/>
                </a:lnTo>
                <a:lnTo>
                  <a:pt x="12153" y="4413"/>
                </a:lnTo>
                <a:lnTo>
                  <a:pt x="24606" y="7042"/>
                </a:lnTo>
                <a:close/>
              </a:path>
              <a:path w="2499360" h="1276350">
                <a:moveTo>
                  <a:pt x="63329" y="5385"/>
                </a:moveTo>
                <a:lnTo>
                  <a:pt x="60424" y="25731"/>
                </a:lnTo>
                <a:lnTo>
                  <a:pt x="21338" y="29932"/>
                </a:lnTo>
                <a:lnTo>
                  <a:pt x="25611" y="0"/>
                </a:lnTo>
                <a:lnTo>
                  <a:pt x="63329" y="5385"/>
                </a:lnTo>
                <a:close/>
              </a:path>
              <a:path w="2499360" h="1276350">
                <a:moveTo>
                  <a:pt x="26469" y="263558"/>
                </a:moveTo>
                <a:lnTo>
                  <a:pt x="14095" y="350224"/>
                </a:lnTo>
                <a:lnTo>
                  <a:pt x="1732" y="346967"/>
                </a:lnTo>
                <a:lnTo>
                  <a:pt x="1279" y="260283"/>
                </a:lnTo>
                <a:lnTo>
                  <a:pt x="26469" y="263558"/>
                </a:lnTo>
                <a:close/>
              </a:path>
              <a:path w="2499360" h="1276350">
                <a:moveTo>
                  <a:pt x="34131" y="209888"/>
                </a:moveTo>
                <a:lnTo>
                  <a:pt x="27502" y="256319"/>
                </a:lnTo>
                <a:lnTo>
                  <a:pt x="2628" y="250836"/>
                </a:lnTo>
                <a:lnTo>
                  <a:pt x="8986" y="206298"/>
                </a:lnTo>
                <a:lnTo>
                  <a:pt x="34131" y="209888"/>
                </a:lnTo>
                <a:close/>
              </a:path>
              <a:path w="2499360" h="1276350">
                <a:moveTo>
                  <a:pt x="76076" y="185667"/>
                </a:moveTo>
                <a:lnTo>
                  <a:pt x="39076" y="444819"/>
                </a:lnTo>
                <a:lnTo>
                  <a:pt x="741" y="443760"/>
                </a:lnTo>
                <a:lnTo>
                  <a:pt x="38302" y="180674"/>
                </a:lnTo>
                <a:lnTo>
                  <a:pt x="76076" y="185667"/>
                </a:lnTo>
                <a:close/>
              </a:path>
              <a:path w="2499360" h="1276350">
                <a:moveTo>
                  <a:pt x="92174" y="72917"/>
                </a:moveTo>
                <a:lnTo>
                  <a:pt x="77063" y="178755"/>
                </a:lnTo>
                <a:lnTo>
                  <a:pt x="38991" y="175848"/>
                </a:lnTo>
                <a:lnTo>
                  <a:pt x="56774" y="51294"/>
                </a:lnTo>
                <a:lnTo>
                  <a:pt x="92174" y="72917"/>
                </a:lnTo>
                <a:close/>
              </a:path>
              <a:path w="2499360" h="1276350">
                <a:moveTo>
                  <a:pt x="100004" y="18073"/>
                </a:moveTo>
                <a:lnTo>
                  <a:pt x="94520" y="56483"/>
                </a:lnTo>
                <a:lnTo>
                  <a:pt x="81938" y="54753"/>
                </a:lnTo>
                <a:lnTo>
                  <a:pt x="69356" y="53024"/>
                </a:lnTo>
                <a:lnTo>
                  <a:pt x="56774" y="51294"/>
                </a:lnTo>
                <a:lnTo>
                  <a:pt x="62733" y="9558"/>
                </a:lnTo>
                <a:lnTo>
                  <a:pt x="100004" y="18073"/>
                </a:lnTo>
                <a:close/>
              </a:path>
              <a:path w="2499360" h="1276350">
                <a:moveTo>
                  <a:pt x="35501" y="469860"/>
                </a:moveTo>
                <a:lnTo>
                  <a:pt x="14050" y="620107"/>
                </a:lnTo>
                <a:lnTo>
                  <a:pt x="1477" y="618312"/>
                </a:lnTo>
                <a:lnTo>
                  <a:pt x="10356" y="466270"/>
                </a:lnTo>
                <a:lnTo>
                  <a:pt x="35501" y="469860"/>
                </a:lnTo>
                <a:close/>
              </a:path>
              <a:path w="2499360" h="1276350">
                <a:moveTo>
                  <a:pt x="66202" y="614245"/>
                </a:moveTo>
                <a:lnTo>
                  <a:pt x="10820" y="1002146"/>
                </a:lnTo>
                <a:lnTo>
                  <a:pt x="0" y="718517"/>
                </a:lnTo>
                <a:lnTo>
                  <a:pt x="17411" y="596566"/>
                </a:lnTo>
                <a:lnTo>
                  <a:pt x="66202" y="614245"/>
                </a:lnTo>
                <a:close/>
              </a:path>
              <a:path w="2499360" h="1276350">
                <a:moveTo>
                  <a:pt x="116180" y="264189"/>
                </a:moveTo>
                <a:lnTo>
                  <a:pt x="69702" y="589726"/>
                </a:lnTo>
                <a:lnTo>
                  <a:pt x="17411" y="596566"/>
                </a:lnTo>
                <a:lnTo>
                  <a:pt x="65890" y="257009"/>
                </a:lnTo>
                <a:lnTo>
                  <a:pt x="116180" y="264189"/>
                </a:lnTo>
                <a:close/>
              </a:path>
              <a:path w="2499360" h="1276350">
                <a:moveTo>
                  <a:pt x="141207" y="88900"/>
                </a:moveTo>
                <a:lnTo>
                  <a:pt x="117074" y="257929"/>
                </a:lnTo>
                <a:lnTo>
                  <a:pt x="67231" y="247619"/>
                </a:lnTo>
                <a:lnTo>
                  <a:pt x="90889" y="81916"/>
                </a:lnTo>
                <a:lnTo>
                  <a:pt x="141207" y="88900"/>
                </a:lnTo>
                <a:close/>
              </a:path>
              <a:path w="2499360" h="1276350">
                <a:moveTo>
                  <a:pt x="147100" y="47621"/>
                </a:moveTo>
                <a:lnTo>
                  <a:pt x="143525" y="72662"/>
                </a:lnTo>
                <a:lnTo>
                  <a:pt x="94268" y="58244"/>
                </a:lnTo>
                <a:lnTo>
                  <a:pt x="98663" y="27464"/>
                </a:lnTo>
                <a:lnTo>
                  <a:pt x="147100" y="47621"/>
                </a:lnTo>
                <a:close/>
              </a:path>
              <a:path w="2499360" h="1276350">
                <a:moveTo>
                  <a:pt x="64369" y="895758"/>
                </a:moveTo>
                <a:lnTo>
                  <a:pt x="38613" y="1076156"/>
                </a:lnTo>
                <a:lnTo>
                  <a:pt x="1149" y="1069880"/>
                </a:lnTo>
                <a:lnTo>
                  <a:pt x="25161" y="901699"/>
                </a:lnTo>
                <a:lnTo>
                  <a:pt x="64369" y="895758"/>
                </a:lnTo>
                <a:close/>
              </a:path>
              <a:path w="2499360" h="1276350">
                <a:moveTo>
                  <a:pt x="69826" y="857532"/>
                </a:moveTo>
                <a:lnTo>
                  <a:pt x="66151" y="883272"/>
                </a:lnTo>
                <a:lnTo>
                  <a:pt x="28215" y="880309"/>
                </a:lnTo>
                <a:lnTo>
                  <a:pt x="31120" y="859963"/>
                </a:lnTo>
                <a:lnTo>
                  <a:pt x="69826" y="857532"/>
                </a:lnTo>
                <a:close/>
              </a:path>
              <a:path w="2499360" h="1276350">
                <a:moveTo>
                  <a:pt x="76829" y="808484"/>
                </a:moveTo>
                <a:lnTo>
                  <a:pt x="69828" y="857521"/>
                </a:lnTo>
                <a:lnTo>
                  <a:pt x="31567" y="856833"/>
                </a:lnTo>
                <a:lnTo>
                  <a:pt x="38466" y="808511"/>
                </a:lnTo>
                <a:lnTo>
                  <a:pt x="76829" y="808484"/>
                </a:lnTo>
                <a:close/>
              </a:path>
              <a:path w="2499360" h="1276350">
                <a:moveTo>
                  <a:pt x="181183" y="77573"/>
                </a:moveTo>
                <a:lnTo>
                  <a:pt x="81672" y="774559"/>
                </a:lnTo>
                <a:lnTo>
                  <a:pt x="43931" y="770232"/>
                </a:lnTo>
                <a:lnTo>
                  <a:pt x="143590" y="72206"/>
                </a:lnTo>
                <a:lnTo>
                  <a:pt x="181183" y="77573"/>
                </a:lnTo>
                <a:close/>
              </a:path>
              <a:path w="2499360" h="1276350">
                <a:moveTo>
                  <a:pt x="310012" y="74673"/>
                </a:moveTo>
                <a:lnTo>
                  <a:pt x="302340" y="128408"/>
                </a:lnTo>
                <a:lnTo>
                  <a:pt x="263643" y="129882"/>
                </a:lnTo>
                <a:lnTo>
                  <a:pt x="272665" y="66693"/>
                </a:lnTo>
                <a:lnTo>
                  <a:pt x="221288" y="67130"/>
                </a:lnTo>
                <a:lnTo>
                  <a:pt x="179847" y="357387"/>
                </a:lnTo>
                <a:lnTo>
                  <a:pt x="140977" y="359182"/>
                </a:lnTo>
                <a:lnTo>
                  <a:pt x="182078" y="71302"/>
                </a:lnTo>
                <a:lnTo>
                  <a:pt x="144931" y="62815"/>
                </a:lnTo>
                <a:lnTo>
                  <a:pt x="147193" y="46969"/>
                </a:lnTo>
                <a:lnTo>
                  <a:pt x="185946" y="44213"/>
                </a:lnTo>
                <a:lnTo>
                  <a:pt x="186611" y="44336"/>
                </a:lnTo>
                <a:lnTo>
                  <a:pt x="310012" y="74673"/>
                </a:lnTo>
                <a:close/>
              </a:path>
              <a:path w="2499360" h="1276350">
                <a:moveTo>
                  <a:pt x="633499" y="1133545"/>
                </a:moveTo>
                <a:lnTo>
                  <a:pt x="613152" y="1276057"/>
                </a:lnTo>
                <a:lnTo>
                  <a:pt x="562012" y="1274836"/>
                </a:lnTo>
                <a:lnTo>
                  <a:pt x="484875" y="1275983"/>
                </a:lnTo>
                <a:lnTo>
                  <a:pt x="433734" y="1274762"/>
                </a:lnTo>
                <a:lnTo>
                  <a:pt x="356598" y="1275909"/>
                </a:lnTo>
                <a:lnTo>
                  <a:pt x="305457" y="1274688"/>
                </a:lnTo>
                <a:lnTo>
                  <a:pt x="228320" y="1275835"/>
                </a:lnTo>
                <a:lnTo>
                  <a:pt x="177180" y="1274614"/>
                </a:lnTo>
                <a:lnTo>
                  <a:pt x="100042" y="1275771"/>
                </a:lnTo>
                <a:lnTo>
                  <a:pt x="48902" y="1274539"/>
                </a:lnTo>
                <a:lnTo>
                  <a:pt x="10890" y="1275106"/>
                </a:lnTo>
                <a:lnTo>
                  <a:pt x="10207" y="1275116"/>
                </a:lnTo>
                <a:lnTo>
                  <a:pt x="7839" y="1112882"/>
                </a:lnTo>
                <a:lnTo>
                  <a:pt x="32960" y="1115747"/>
                </a:lnTo>
                <a:lnTo>
                  <a:pt x="25065" y="1171043"/>
                </a:lnTo>
                <a:lnTo>
                  <a:pt x="62908" y="1176446"/>
                </a:lnTo>
                <a:lnTo>
                  <a:pt x="74927" y="1092257"/>
                </a:lnTo>
                <a:lnTo>
                  <a:pt x="124297" y="1105881"/>
                </a:lnTo>
                <a:lnTo>
                  <a:pt x="261244" y="146687"/>
                </a:lnTo>
                <a:lnTo>
                  <a:pt x="298318" y="156579"/>
                </a:lnTo>
                <a:lnTo>
                  <a:pt x="148532" y="1205705"/>
                </a:lnTo>
                <a:lnTo>
                  <a:pt x="188111" y="1198047"/>
                </a:lnTo>
                <a:lnTo>
                  <a:pt x="181082" y="1247282"/>
                </a:lnTo>
                <a:lnTo>
                  <a:pt x="230953" y="1257397"/>
                </a:lnTo>
                <a:lnTo>
                  <a:pt x="363459" y="329304"/>
                </a:lnTo>
                <a:lnTo>
                  <a:pt x="399752" y="344667"/>
                </a:lnTo>
                <a:lnTo>
                  <a:pt x="283297" y="1160334"/>
                </a:lnTo>
                <a:lnTo>
                  <a:pt x="322327" y="1156524"/>
                </a:lnTo>
                <a:lnTo>
                  <a:pt x="309591" y="1245734"/>
                </a:lnTo>
                <a:lnTo>
                  <a:pt x="359881" y="1252914"/>
                </a:lnTo>
                <a:lnTo>
                  <a:pt x="363456" y="1227873"/>
                </a:lnTo>
                <a:lnTo>
                  <a:pt x="401257" y="1232671"/>
                </a:lnTo>
                <a:lnTo>
                  <a:pt x="450631" y="886854"/>
                </a:lnTo>
                <a:lnTo>
                  <a:pt x="488348" y="892239"/>
                </a:lnTo>
                <a:lnTo>
                  <a:pt x="452894" y="1140565"/>
                </a:lnTo>
                <a:lnTo>
                  <a:pt x="501992" y="1156092"/>
                </a:lnTo>
                <a:lnTo>
                  <a:pt x="489833" y="1241258"/>
                </a:lnTo>
                <a:lnTo>
                  <a:pt x="528686" y="1238688"/>
                </a:lnTo>
                <a:lnTo>
                  <a:pt x="566106" y="1246159"/>
                </a:lnTo>
                <a:lnTo>
                  <a:pt x="582269" y="1132952"/>
                </a:lnTo>
                <a:lnTo>
                  <a:pt x="633499" y="1133545"/>
                </a:lnTo>
                <a:close/>
              </a:path>
              <a:path w="2499360" h="1276350">
                <a:moveTo>
                  <a:pt x="35197" y="1100077"/>
                </a:moveTo>
                <a:lnTo>
                  <a:pt x="10147" y="1096712"/>
                </a:lnTo>
                <a:lnTo>
                  <a:pt x="10592" y="1093595"/>
                </a:lnTo>
                <a:lnTo>
                  <a:pt x="35197" y="1100077"/>
                </a:lnTo>
                <a:close/>
              </a:path>
              <a:path w="2499360" h="1276350">
                <a:moveTo>
                  <a:pt x="86817" y="1008982"/>
                </a:moveTo>
                <a:lnTo>
                  <a:pt x="65291" y="1159751"/>
                </a:lnTo>
                <a:lnTo>
                  <a:pt x="27449" y="1154348"/>
                </a:lnTo>
                <a:lnTo>
                  <a:pt x="49451" y="1000242"/>
                </a:lnTo>
                <a:lnTo>
                  <a:pt x="86817" y="1008982"/>
                </a:lnTo>
                <a:close/>
              </a:path>
              <a:path w="2499360" h="1276350">
                <a:moveTo>
                  <a:pt x="104339" y="886253"/>
                </a:moveTo>
                <a:lnTo>
                  <a:pt x="88800" y="995092"/>
                </a:lnTo>
                <a:lnTo>
                  <a:pt x="52535" y="983421"/>
                </a:lnTo>
                <a:lnTo>
                  <a:pt x="51883" y="983211"/>
                </a:lnTo>
                <a:lnTo>
                  <a:pt x="66927" y="877840"/>
                </a:lnTo>
                <a:lnTo>
                  <a:pt x="104339" y="886253"/>
                </a:lnTo>
                <a:close/>
              </a:path>
              <a:path w="2499360" h="1276350">
                <a:moveTo>
                  <a:pt x="113454" y="822411"/>
                </a:moveTo>
                <a:lnTo>
                  <a:pt x="107821" y="861864"/>
                </a:lnTo>
                <a:lnTo>
                  <a:pt x="71015" y="853986"/>
                </a:lnTo>
                <a:lnTo>
                  <a:pt x="70353" y="853844"/>
                </a:lnTo>
                <a:lnTo>
                  <a:pt x="75711" y="816314"/>
                </a:lnTo>
                <a:lnTo>
                  <a:pt x="76397" y="816287"/>
                </a:lnTo>
                <a:lnTo>
                  <a:pt x="113454" y="822411"/>
                </a:lnTo>
                <a:close/>
              </a:path>
              <a:path w="2499360" h="1276350">
                <a:moveTo>
                  <a:pt x="127261" y="725702"/>
                </a:moveTo>
                <a:lnTo>
                  <a:pt x="114543" y="814781"/>
                </a:lnTo>
                <a:lnTo>
                  <a:pt x="76397" y="816287"/>
                </a:lnTo>
                <a:lnTo>
                  <a:pt x="75731" y="816177"/>
                </a:lnTo>
                <a:lnTo>
                  <a:pt x="90279" y="714279"/>
                </a:lnTo>
                <a:lnTo>
                  <a:pt x="127261" y="725702"/>
                </a:lnTo>
                <a:close/>
              </a:path>
              <a:path w="2499360" h="1276350">
                <a:moveTo>
                  <a:pt x="142084" y="621885"/>
                </a:moveTo>
                <a:lnTo>
                  <a:pt x="131433" y="696487"/>
                </a:lnTo>
                <a:lnTo>
                  <a:pt x="95291" y="679175"/>
                </a:lnTo>
                <a:lnTo>
                  <a:pt x="104419" y="615239"/>
                </a:lnTo>
                <a:lnTo>
                  <a:pt x="142084" y="621885"/>
                </a:lnTo>
                <a:close/>
              </a:path>
              <a:path w="2499360" h="1276350">
                <a:moveTo>
                  <a:pt x="146329" y="592149"/>
                </a:moveTo>
                <a:lnTo>
                  <a:pt x="143350" y="613017"/>
                </a:lnTo>
                <a:lnTo>
                  <a:pt x="106470" y="605652"/>
                </a:lnTo>
                <a:lnTo>
                  <a:pt x="105807" y="605520"/>
                </a:lnTo>
                <a:lnTo>
                  <a:pt x="108487" y="586746"/>
                </a:lnTo>
                <a:lnTo>
                  <a:pt x="146329" y="592149"/>
                </a:lnTo>
                <a:close/>
              </a:path>
              <a:path w="2499360" h="1276350">
                <a:moveTo>
                  <a:pt x="177985" y="370429"/>
                </a:moveTo>
                <a:lnTo>
                  <a:pt x="147223" y="585888"/>
                </a:lnTo>
                <a:lnTo>
                  <a:pt x="110490" y="577496"/>
                </a:lnTo>
                <a:lnTo>
                  <a:pt x="109829" y="577345"/>
                </a:lnTo>
                <a:lnTo>
                  <a:pt x="140068" y="365550"/>
                </a:lnTo>
                <a:lnTo>
                  <a:pt x="177985" y="370429"/>
                </a:lnTo>
                <a:close/>
              </a:path>
              <a:path w="2499360" h="1276350">
                <a:moveTo>
                  <a:pt x="175835" y="744904"/>
                </a:moveTo>
                <a:lnTo>
                  <a:pt x="126978" y="1087105"/>
                </a:lnTo>
                <a:lnTo>
                  <a:pt x="77274" y="1075824"/>
                </a:lnTo>
                <a:lnTo>
                  <a:pt x="123686" y="750743"/>
                </a:lnTo>
                <a:lnTo>
                  <a:pt x="175835" y="744904"/>
                </a:lnTo>
                <a:close/>
              </a:path>
              <a:path w="2499360" h="1276350">
                <a:moveTo>
                  <a:pt x="214943" y="470984"/>
                </a:moveTo>
                <a:lnTo>
                  <a:pt x="177703" y="731818"/>
                </a:lnTo>
                <a:lnTo>
                  <a:pt x="129049" y="713182"/>
                </a:lnTo>
                <a:lnTo>
                  <a:pt x="165323" y="459117"/>
                </a:lnTo>
                <a:lnTo>
                  <a:pt x="214943" y="470984"/>
                </a:lnTo>
                <a:close/>
              </a:path>
              <a:path w="2499360" h="1276350">
                <a:moveTo>
                  <a:pt x="224626" y="403165"/>
                </a:moveTo>
                <a:lnTo>
                  <a:pt x="218294" y="447513"/>
                </a:lnTo>
                <a:lnTo>
                  <a:pt x="168255" y="438575"/>
                </a:lnTo>
                <a:lnTo>
                  <a:pt x="174931" y="391819"/>
                </a:lnTo>
                <a:lnTo>
                  <a:pt x="224626" y="403165"/>
                </a:lnTo>
                <a:close/>
              </a:path>
              <a:path w="2499360" h="1276350">
                <a:moveTo>
                  <a:pt x="269315" y="90156"/>
                </a:moveTo>
                <a:lnTo>
                  <a:pt x="224627" y="403157"/>
                </a:lnTo>
                <a:lnTo>
                  <a:pt x="175527" y="387645"/>
                </a:lnTo>
                <a:lnTo>
                  <a:pt x="219025" y="82976"/>
                </a:lnTo>
                <a:lnTo>
                  <a:pt x="269315" y="90156"/>
                </a:lnTo>
                <a:close/>
              </a:path>
              <a:path w="2499360" h="1276350">
                <a:moveTo>
                  <a:pt x="239282" y="839644"/>
                </a:moveTo>
                <a:lnTo>
                  <a:pt x="188111" y="1198047"/>
                </a:lnTo>
                <a:lnTo>
                  <a:pt x="152256" y="1179620"/>
                </a:lnTo>
                <a:lnTo>
                  <a:pt x="201564" y="834259"/>
                </a:lnTo>
                <a:lnTo>
                  <a:pt x="239282" y="839644"/>
                </a:lnTo>
                <a:close/>
              </a:path>
              <a:path w="2499360" h="1276350">
                <a:moveTo>
                  <a:pt x="267604" y="641270"/>
                </a:moveTo>
                <a:lnTo>
                  <a:pt x="240743" y="829406"/>
                </a:lnTo>
                <a:lnTo>
                  <a:pt x="203873" y="818087"/>
                </a:lnTo>
                <a:lnTo>
                  <a:pt x="230166" y="633929"/>
                </a:lnTo>
                <a:lnTo>
                  <a:pt x="267604" y="641270"/>
                </a:lnTo>
                <a:close/>
              </a:path>
              <a:path w="2499360" h="1276350">
                <a:moveTo>
                  <a:pt x="281067" y="546974"/>
                </a:moveTo>
                <a:lnTo>
                  <a:pt x="269671" y="626793"/>
                </a:lnTo>
                <a:lnTo>
                  <a:pt x="231562" y="624147"/>
                </a:lnTo>
                <a:lnTo>
                  <a:pt x="243275" y="542111"/>
                </a:lnTo>
                <a:lnTo>
                  <a:pt x="281067" y="546974"/>
                </a:lnTo>
                <a:close/>
              </a:path>
              <a:path w="2499360" h="1276350">
                <a:moveTo>
                  <a:pt x="289558" y="487501"/>
                </a:moveTo>
                <a:lnTo>
                  <a:pt x="283171" y="532236"/>
                </a:lnTo>
                <a:lnTo>
                  <a:pt x="244913" y="530633"/>
                </a:lnTo>
                <a:lnTo>
                  <a:pt x="250677" y="490267"/>
                </a:lnTo>
                <a:lnTo>
                  <a:pt x="289558" y="487501"/>
                </a:lnTo>
                <a:close/>
              </a:path>
              <a:path w="2499360" h="1276350">
                <a:moveTo>
                  <a:pt x="305051" y="378989"/>
                </a:moveTo>
                <a:lnTo>
                  <a:pt x="292090" y="469763"/>
                </a:lnTo>
                <a:lnTo>
                  <a:pt x="253405" y="471160"/>
                </a:lnTo>
                <a:lnTo>
                  <a:pt x="267715" y="370930"/>
                </a:lnTo>
                <a:lnTo>
                  <a:pt x="305051" y="378989"/>
                </a:lnTo>
                <a:close/>
              </a:path>
              <a:path w="2499360" h="1276350">
                <a:moveTo>
                  <a:pt x="337600" y="151009"/>
                </a:moveTo>
                <a:lnTo>
                  <a:pt x="306270" y="370446"/>
                </a:lnTo>
                <a:lnTo>
                  <a:pt x="269419" y="358996"/>
                </a:lnTo>
                <a:lnTo>
                  <a:pt x="298458" y="155601"/>
                </a:lnTo>
                <a:lnTo>
                  <a:pt x="337600" y="151009"/>
                </a:lnTo>
                <a:close/>
              </a:path>
              <a:path w="2499360" h="1276350">
                <a:moveTo>
                  <a:pt x="425608" y="163574"/>
                </a:moveTo>
                <a:lnTo>
                  <a:pt x="423783" y="176355"/>
                </a:lnTo>
                <a:lnTo>
                  <a:pt x="386102" y="170709"/>
                </a:lnTo>
                <a:lnTo>
                  <a:pt x="362212" y="338043"/>
                </a:lnTo>
                <a:lnTo>
                  <a:pt x="311978" y="330471"/>
                </a:lnTo>
                <a:lnTo>
                  <a:pt x="337600" y="151009"/>
                </a:lnTo>
                <a:lnTo>
                  <a:pt x="299435" y="148754"/>
                </a:lnTo>
                <a:lnTo>
                  <a:pt x="306167" y="101606"/>
                </a:lnTo>
                <a:lnTo>
                  <a:pt x="339760" y="135879"/>
                </a:lnTo>
                <a:lnTo>
                  <a:pt x="387378" y="161775"/>
                </a:lnTo>
                <a:lnTo>
                  <a:pt x="425608" y="163574"/>
                </a:lnTo>
                <a:close/>
              </a:path>
              <a:path w="2499360" h="1276350">
                <a:moveTo>
                  <a:pt x="274675" y="951163"/>
                </a:moveTo>
                <a:lnTo>
                  <a:pt x="234081" y="1235486"/>
                </a:lnTo>
                <a:lnTo>
                  <a:pt x="183596" y="1229675"/>
                </a:lnTo>
                <a:lnTo>
                  <a:pt x="223584" y="949591"/>
                </a:lnTo>
                <a:lnTo>
                  <a:pt x="274675" y="951163"/>
                </a:lnTo>
                <a:close/>
              </a:path>
              <a:path w="2499360" h="1276350">
                <a:moveTo>
                  <a:pt x="358748" y="362301"/>
                </a:moveTo>
                <a:lnTo>
                  <a:pt x="274675" y="951163"/>
                </a:lnTo>
                <a:lnTo>
                  <a:pt x="224925" y="940200"/>
                </a:lnTo>
                <a:lnTo>
                  <a:pt x="308402" y="355512"/>
                </a:lnTo>
                <a:lnTo>
                  <a:pt x="358748" y="362301"/>
                </a:lnTo>
                <a:close/>
              </a:path>
              <a:path w="2499360" h="1276350">
                <a:moveTo>
                  <a:pt x="396586" y="97281"/>
                </a:moveTo>
                <a:lnTo>
                  <a:pt x="392136" y="128452"/>
                </a:lnTo>
                <a:lnTo>
                  <a:pt x="344294" y="104121"/>
                </a:lnTo>
                <a:lnTo>
                  <a:pt x="346780" y="86710"/>
                </a:lnTo>
                <a:lnTo>
                  <a:pt x="396586" y="97281"/>
                </a:lnTo>
                <a:close/>
              </a:path>
              <a:path w="2499360" h="1276350">
                <a:moveTo>
                  <a:pt x="420617" y="198527"/>
                </a:moveTo>
                <a:lnTo>
                  <a:pt x="402266" y="327059"/>
                </a:lnTo>
                <a:lnTo>
                  <a:pt x="363459" y="329304"/>
                </a:lnTo>
                <a:lnTo>
                  <a:pt x="384138" y="184469"/>
                </a:lnTo>
                <a:lnTo>
                  <a:pt x="420617" y="198527"/>
                </a:lnTo>
                <a:close/>
              </a:path>
              <a:path w="2499360" h="1276350">
                <a:moveTo>
                  <a:pt x="427153" y="152748"/>
                </a:moveTo>
                <a:lnTo>
                  <a:pt x="425608" y="163574"/>
                </a:lnTo>
                <a:lnTo>
                  <a:pt x="387760" y="159101"/>
                </a:lnTo>
                <a:lnTo>
                  <a:pt x="390125" y="142538"/>
                </a:lnTo>
                <a:lnTo>
                  <a:pt x="427153" y="152748"/>
                </a:lnTo>
                <a:close/>
              </a:path>
              <a:path w="2499360" h="1276350">
                <a:moveTo>
                  <a:pt x="433261" y="109969"/>
                </a:moveTo>
                <a:lnTo>
                  <a:pt x="430374" y="130185"/>
                </a:lnTo>
                <a:lnTo>
                  <a:pt x="391139" y="135429"/>
                </a:lnTo>
                <a:lnTo>
                  <a:pt x="395636" y="103932"/>
                </a:lnTo>
                <a:lnTo>
                  <a:pt x="433261" y="109969"/>
                </a:lnTo>
                <a:close/>
              </a:path>
              <a:path w="2499360" h="1276350">
                <a:moveTo>
                  <a:pt x="471667" y="110529"/>
                </a:moveTo>
                <a:lnTo>
                  <a:pt x="323529" y="1148112"/>
                </a:lnTo>
                <a:lnTo>
                  <a:pt x="284387" y="1152704"/>
                </a:lnTo>
                <a:lnTo>
                  <a:pt x="433950" y="105144"/>
                </a:lnTo>
                <a:lnTo>
                  <a:pt x="471667" y="110529"/>
                </a:lnTo>
                <a:close/>
              </a:path>
              <a:path w="2499360" h="1276350">
                <a:moveTo>
                  <a:pt x="383120" y="1090146"/>
                </a:moveTo>
                <a:lnTo>
                  <a:pt x="360775" y="1246654"/>
                </a:lnTo>
                <a:lnTo>
                  <a:pt x="310931" y="1236344"/>
                </a:lnTo>
                <a:lnTo>
                  <a:pt x="333426" y="1078792"/>
                </a:lnTo>
                <a:lnTo>
                  <a:pt x="383120" y="1090146"/>
                </a:lnTo>
                <a:close/>
              </a:path>
              <a:path w="2499360" h="1276350">
                <a:moveTo>
                  <a:pt x="395633" y="1002501"/>
                </a:moveTo>
                <a:lnTo>
                  <a:pt x="383120" y="1090146"/>
                </a:lnTo>
                <a:lnTo>
                  <a:pt x="334021" y="1074619"/>
                </a:lnTo>
                <a:lnTo>
                  <a:pt x="345939" y="991148"/>
                </a:lnTo>
                <a:lnTo>
                  <a:pt x="395633" y="1002501"/>
                </a:lnTo>
                <a:close/>
              </a:path>
              <a:path w="2499360" h="1276350">
                <a:moveTo>
                  <a:pt x="406210" y="928421"/>
                </a:moveTo>
                <a:lnTo>
                  <a:pt x="395633" y="1002501"/>
                </a:lnTo>
                <a:lnTo>
                  <a:pt x="346535" y="986974"/>
                </a:lnTo>
                <a:lnTo>
                  <a:pt x="356590" y="916545"/>
                </a:lnTo>
                <a:lnTo>
                  <a:pt x="406210" y="928421"/>
                </a:lnTo>
                <a:close/>
              </a:path>
              <a:path w="2499360" h="1276350">
                <a:moveTo>
                  <a:pt x="428396" y="773021"/>
                </a:moveTo>
                <a:lnTo>
                  <a:pt x="408891" y="909640"/>
                </a:lnTo>
                <a:lnTo>
                  <a:pt x="358601" y="902460"/>
                </a:lnTo>
                <a:lnTo>
                  <a:pt x="376328" y="778297"/>
                </a:lnTo>
                <a:lnTo>
                  <a:pt x="428396" y="773021"/>
                </a:lnTo>
                <a:close/>
              </a:path>
              <a:path w="2499360" h="1276350">
                <a:moveTo>
                  <a:pt x="478459" y="422378"/>
                </a:moveTo>
                <a:lnTo>
                  <a:pt x="433173" y="739568"/>
                </a:lnTo>
                <a:lnTo>
                  <a:pt x="380602" y="748365"/>
                </a:lnTo>
                <a:lnTo>
                  <a:pt x="428169" y="415198"/>
                </a:lnTo>
                <a:lnTo>
                  <a:pt x="478459" y="422378"/>
                </a:lnTo>
                <a:close/>
              </a:path>
              <a:path w="2499360" h="1276350">
                <a:moveTo>
                  <a:pt x="501828" y="258697"/>
                </a:moveTo>
                <a:lnTo>
                  <a:pt x="479055" y="418205"/>
                </a:lnTo>
                <a:lnTo>
                  <a:pt x="429956" y="402678"/>
                </a:lnTo>
                <a:lnTo>
                  <a:pt x="451706" y="250343"/>
                </a:lnTo>
                <a:lnTo>
                  <a:pt x="501828" y="258697"/>
                </a:lnTo>
                <a:close/>
              </a:path>
              <a:path w="2499360" h="1276350">
                <a:moveTo>
                  <a:pt x="515999" y="159444"/>
                </a:moveTo>
                <a:lnTo>
                  <a:pt x="502834" y="251654"/>
                </a:lnTo>
                <a:lnTo>
                  <a:pt x="453493" y="237822"/>
                </a:lnTo>
                <a:lnTo>
                  <a:pt x="466472" y="146917"/>
                </a:lnTo>
                <a:lnTo>
                  <a:pt x="515999" y="159444"/>
                </a:lnTo>
                <a:close/>
              </a:path>
              <a:path w="2499360" h="1276350">
                <a:moveTo>
                  <a:pt x="476383" y="706478"/>
                </a:moveTo>
                <a:lnTo>
                  <a:pt x="402766" y="1222107"/>
                </a:lnTo>
                <a:lnTo>
                  <a:pt x="363456" y="1227873"/>
                </a:lnTo>
                <a:lnTo>
                  <a:pt x="439280" y="696789"/>
                </a:lnTo>
                <a:lnTo>
                  <a:pt x="476383" y="706478"/>
                </a:lnTo>
                <a:close/>
              </a:path>
              <a:path w="2499360" h="1276350">
                <a:moveTo>
                  <a:pt x="528541" y="341162"/>
                </a:moveTo>
                <a:lnTo>
                  <a:pt x="479232" y="686523"/>
                </a:lnTo>
                <a:lnTo>
                  <a:pt x="442111" y="676965"/>
                </a:lnTo>
                <a:lnTo>
                  <a:pt x="492071" y="327039"/>
                </a:lnTo>
                <a:lnTo>
                  <a:pt x="528541" y="341162"/>
                </a:lnTo>
                <a:close/>
              </a:path>
              <a:path w="2499360" h="1276350">
                <a:moveTo>
                  <a:pt x="617942" y="164252"/>
                </a:moveTo>
                <a:lnTo>
                  <a:pt x="592625" y="161868"/>
                </a:lnTo>
                <a:lnTo>
                  <a:pt x="554992" y="155896"/>
                </a:lnTo>
                <a:lnTo>
                  <a:pt x="530058" y="330533"/>
                </a:lnTo>
                <a:lnTo>
                  <a:pt x="493281" y="318561"/>
                </a:lnTo>
                <a:lnTo>
                  <a:pt x="519574" y="134403"/>
                </a:lnTo>
                <a:lnTo>
                  <a:pt x="617942" y="164252"/>
                </a:lnTo>
                <a:close/>
              </a:path>
              <a:path w="2499360" h="1276350">
                <a:moveTo>
                  <a:pt x="515758" y="700255"/>
                </a:moveTo>
                <a:lnTo>
                  <a:pt x="490732" y="875544"/>
                </a:lnTo>
                <a:lnTo>
                  <a:pt x="453014" y="870159"/>
                </a:lnTo>
                <a:lnTo>
                  <a:pt x="477743" y="696957"/>
                </a:lnTo>
                <a:lnTo>
                  <a:pt x="515758" y="700255"/>
                </a:lnTo>
                <a:close/>
              </a:path>
              <a:path w="2499360" h="1276350">
                <a:moveTo>
                  <a:pt x="592402" y="163433"/>
                </a:moveTo>
                <a:lnTo>
                  <a:pt x="516950" y="691908"/>
                </a:lnTo>
                <a:lnTo>
                  <a:pt x="479819" y="682415"/>
                </a:lnTo>
                <a:lnTo>
                  <a:pt x="554992" y="155896"/>
                </a:lnTo>
                <a:lnTo>
                  <a:pt x="592402" y="163433"/>
                </a:lnTo>
                <a:close/>
              </a:path>
              <a:path w="2499360" h="1276350">
                <a:moveTo>
                  <a:pt x="530622" y="955566"/>
                </a:moveTo>
                <a:lnTo>
                  <a:pt x="503482" y="1145658"/>
                </a:lnTo>
                <a:lnTo>
                  <a:pt x="454384" y="1130131"/>
                </a:lnTo>
                <a:lnTo>
                  <a:pt x="479485" y="954320"/>
                </a:lnTo>
                <a:lnTo>
                  <a:pt x="530622" y="955566"/>
                </a:lnTo>
                <a:close/>
              </a:path>
              <a:path w="2499360" h="1276350">
                <a:moveTo>
                  <a:pt x="552939" y="799253"/>
                </a:moveTo>
                <a:lnTo>
                  <a:pt x="532084" y="945327"/>
                </a:lnTo>
                <a:lnTo>
                  <a:pt x="481924" y="937234"/>
                </a:lnTo>
                <a:lnTo>
                  <a:pt x="502835" y="790769"/>
                </a:lnTo>
                <a:lnTo>
                  <a:pt x="552939" y="799253"/>
                </a:lnTo>
                <a:close/>
              </a:path>
              <a:path w="2499360" h="1276350">
                <a:moveTo>
                  <a:pt x="640765" y="184112"/>
                </a:moveTo>
                <a:lnTo>
                  <a:pt x="554652" y="787254"/>
                </a:lnTo>
                <a:lnTo>
                  <a:pt x="505777" y="770162"/>
                </a:lnTo>
                <a:lnTo>
                  <a:pt x="592625" y="161868"/>
                </a:lnTo>
                <a:lnTo>
                  <a:pt x="640765" y="184112"/>
                </a:lnTo>
                <a:close/>
              </a:path>
              <a:path w="2499360" h="1276350">
                <a:moveTo>
                  <a:pt x="643278" y="166504"/>
                </a:moveTo>
                <a:lnTo>
                  <a:pt x="642617" y="171134"/>
                </a:lnTo>
                <a:lnTo>
                  <a:pt x="617942" y="164252"/>
                </a:lnTo>
                <a:lnTo>
                  <a:pt x="643278" y="166504"/>
                </a:lnTo>
                <a:close/>
              </a:path>
              <a:path w="2499360" h="1276350">
                <a:moveTo>
                  <a:pt x="560053" y="1018989"/>
                </a:moveTo>
                <a:lnTo>
                  <a:pt x="528686" y="1238688"/>
                </a:lnTo>
                <a:lnTo>
                  <a:pt x="493352" y="1216608"/>
                </a:lnTo>
                <a:lnTo>
                  <a:pt x="522550" y="1012104"/>
                </a:lnTo>
                <a:lnTo>
                  <a:pt x="560053" y="1018989"/>
                </a:lnTo>
                <a:close/>
              </a:path>
              <a:path w="2499360" h="1276350">
                <a:moveTo>
                  <a:pt x="674181" y="219624"/>
                </a:moveTo>
                <a:lnTo>
                  <a:pt x="562781" y="999882"/>
                </a:lnTo>
                <a:lnTo>
                  <a:pt x="524430" y="998932"/>
                </a:lnTo>
                <a:lnTo>
                  <a:pt x="637776" y="205045"/>
                </a:lnTo>
                <a:lnTo>
                  <a:pt x="674181" y="219624"/>
                </a:lnTo>
                <a:close/>
              </a:path>
              <a:path w="2499360" h="1276350">
                <a:moveTo>
                  <a:pt x="679441" y="182779"/>
                </a:moveTo>
                <a:lnTo>
                  <a:pt x="677700" y="194974"/>
                </a:lnTo>
                <a:lnTo>
                  <a:pt x="641798" y="176873"/>
                </a:lnTo>
                <a:lnTo>
                  <a:pt x="642617" y="171134"/>
                </a:lnTo>
                <a:lnTo>
                  <a:pt x="679441" y="182779"/>
                </a:lnTo>
                <a:close/>
              </a:path>
              <a:path w="2499360" h="1276350">
                <a:moveTo>
                  <a:pt x="633700" y="772722"/>
                </a:moveTo>
                <a:lnTo>
                  <a:pt x="567782" y="1234421"/>
                </a:lnTo>
                <a:lnTo>
                  <a:pt x="531368" y="1219906"/>
                </a:lnTo>
                <a:lnTo>
                  <a:pt x="595721" y="769163"/>
                </a:lnTo>
                <a:lnTo>
                  <a:pt x="633700" y="772722"/>
                </a:lnTo>
                <a:close/>
              </a:path>
              <a:path w="2499360" h="1276350">
                <a:moveTo>
                  <a:pt x="703342" y="284939"/>
                </a:moveTo>
                <a:lnTo>
                  <a:pt x="635795" y="758050"/>
                </a:lnTo>
                <a:lnTo>
                  <a:pt x="598626" y="748817"/>
                </a:lnTo>
                <a:lnTo>
                  <a:pt x="665736" y="278771"/>
                </a:lnTo>
                <a:lnTo>
                  <a:pt x="703342" y="284939"/>
                </a:lnTo>
                <a:close/>
              </a:path>
              <a:path w="2499360" h="1276350">
                <a:moveTo>
                  <a:pt x="720138" y="167297"/>
                </a:moveTo>
                <a:lnTo>
                  <a:pt x="706805" y="260680"/>
                </a:lnTo>
                <a:lnTo>
                  <a:pt x="668418" y="259990"/>
                </a:lnTo>
                <a:lnTo>
                  <a:pt x="683016" y="157738"/>
                </a:lnTo>
                <a:lnTo>
                  <a:pt x="720138" y="167297"/>
                </a:lnTo>
                <a:close/>
              </a:path>
              <a:path w="2499360" h="1276350">
                <a:moveTo>
                  <a:pt x="1195628" y="431080"/>
                </a:moveTo>
                <a:lnTo>
                  <a:pt x="1192249" y="454753"/>
                </a:lnTo>
                <a:lnTo>
                  <a:pt x="1153740" y="454910"/>
                </a:lnTo>
                <a:lnTo>
                  <a:pt x="1135864" y="580117"/>
                </a:lnTo>
                <a:lnTo>
                  <a:pt x="1085369" y="574372"/>
                </a:lnTo>
                <a:lnTo>
                  <a:pt x="1106429" y="426863"/>
                </a:lnTo>
                <a:lnTo>
                  <a:pt x="1069885" y="413261"/>
                </a:lnTo>
                <a:lnTo>
                  <a:pt x="1074056" y="384046"/>
                </a:lnTo>
                <a:lnTo>
                  <a:pt x="1035165" y="386878"/>
                </a:lnTo>
                <a:lnTo>
                  <a:pt x="984013" y="745151"/>
                </a:lnTo>
                <a:lnTo>
                  <a:pt x="934077" y="735493"/>
                </a:lnTo>
                <a:lnTo>
                  <a:pt x="978916" y="421433"/>
                </a:lnTo>
                <a:lnTo>
                  <a:pt x="942698" y="405549"/>
                </a:lnTo>
                <a:lnTo>
                  <a:pt x="954680" y="321622"/>
                </a:lnTo>
                <a:lnTo>
                  <a:pt x="918127" y="308085"/>
                </a:lnTo>
                <a:lnTo>
                  <a:pt x="858419" y="726288"/>
                </a:lnTo>
                <a:lnTo>
                  <a:pt x="822461" y="708578"/>
                </a:lnTo>
                <a:lnTo>
                  <a:pt x="797639" y="882432"/>
                </a:lnTo>
                <a:lnTo>
                  <a:pt x="745757" y="886403"/>
                </a:lnTo>
                <a:lnTo>
                  <a:pt x="819049" y="373057"/>
                </a:lnTo>
                <a:lnTo>
                  <a:pt x="782523" y="359325"/>
                </a:lnTo>
                <a:lnTo>
                  <a:pt x="734183" y="697904"/>
                </a:lnTo>
                <a:lnTo>
                  <a:pt x="696941" y="689193"/>
                </a:lnTo>
                <a:lnTo>
                  <a:pt x="635166" y="1121872"/>
                </a:lnTo>
                <a:lnTo>
                  <a:pt x="585211" y="1112345"/>
                </a:lnTo>
                <a:lnTo>
                  <a:pt x="715371" y="200685"/>
                </a:lnTo>
                <a:lnTo>
                  <a:pt x="764158" y="218391"/>
                </a:lnTo>
                <a:lnTo>
                  <a:pt x="837940" y="240738"/>
                </a:lnTo>
                <a:lnTo>
                  <a:pt x="886420" y="260598"/>
                </a:lnTo>
                <a:lnTo>
                  <a:pt x="922163" y="279814"/>
                </a:lnTo>
                <a:lnTo>
                  <a:pt x="957734" y="300232"/>
                </a:lnTo>
                <a:lnTo>
                  <a:pt x="993127" y="321902"/>
                </a:lnTo>
                <a:lnTo>
                  <a:pt x="1040906" y="346670"/>
                </a:lnTo>
                <a:lnTo>
                  <a:pt x="1113637" y="376379"/>
                </a:lnTo>
                <a:lnTo>
                  <a:pt x="1161022" y="403901"/>
                </a:lnTo>
                <a:lnTo>
                  <a:pt x="1195628" y="431080"/>
                </a:lnTo>
                <a:close/>
              </a:path>
              <a:path w="2499360" h="1276350">
                <a:moveTo>
                  <a:pt x="882208" y="829229"/>
                </a:moveTo>
                <a:lnTo>
                  <a:pt x="818566" y="1274984"/>
                </a:lnTo>
                <a:lnTo>
                  <a:pt x="741430" y="1276131"/>
                </a:lnTo>
                <a:lnTo>
                  <a:pt x="690289" y="1274910"/>
                </a:lnTo>
                <a:lnTo>
                  <a:pt x="651721" y="1275483"/>
                </a:lnTo>
                <a:lnTo>
                  <a:pt x="639040" y="1274444"/>
                </a:lnTo>
                <a:lnTo>
                  <a:pt x="615139" y="1262143"/>
                </a:lnTo>
                <a:lnTo>
                  <a:pt x="620567" y="1224124"/>
                </a:lnTo>
                <a:lnTo>
                  <a:pt x="658545" y="1227683"/>
                </a:lnTo>
                <a:lnTo>
                  <a:pt x="668116" y="1160646"/>
                </a:lnTo>
                <a:lnTo>
                  <a:pt x="705834" y="1166031"/>
                </a:lnTo>
                <a:lnTo>
                  <a:pt x="707510" y="1154293"/>
                </a:lnTo>
                <a:lnTo>
                  <a:pt x="757018" y="1166951"/>
                </a:lnTo>
                <a:lnTo>
                  <a:pt x="815115" y="760030"/>
                </a:lnTo>
                <a:lnTo>
                  <a:pt x="854192" y="755894"/>
                </a:lnTo>
                <a:lnTo>
                  <a:pt x="842703" y="836365"/>
                </a:lnTo>
                <a:lnTo>
                  <a:pt x="882208" y="829229"/>
                </a:lnTo>
                <a:close/>
              </a:path>
              <a:path w="2499360" h="1276350">
                <a:moveTo>
                  <a:pt x="676458" y="1102216"/>
                </a:moveTo>
                <a:lnTo>
                  <a:pt x="660891" y="1211250"/>
                </a:lnTo>
                <a:lnTo>
                  <a:pt x="623695" y="1202213"/>
                </a:lnTo>
                <a:lnTo>
                  <a:pt x="638909" y="1095657"/>
                </a:lnTo>
                <a:lnTo>
                  <a:pt x="676458" y="1102216"/>
                </a:lnTo>
                <a:close/>
              </a:path>
              <a:path w="2499360" h="1276350">
                <a:moveTo>
                  <a:pt x="729193" y="732857"/>
                </a:moveTo>
                <a:lnTo>
                  <a:pt x="676458" y="1102216"/>
                </a:lnTo>
                <a:lnTo>
                  <a:pt x="638909" y="1095657"/>
                </a:lnTo>
                <a:lnTo>
                  <a:pt x="690805" y="732167"/>
                </a:lnTo>
                <a:lnTo>
                  <a:pt x="729193" y="732857"/>
                </a:lnTo>
                <a:close/>
              </a:path>
              <a:path w="2499360" h="1276350">
                <a:moveTo>
                  <a:pt x="733150" y="705142"/>
                </a:moveTo>
                <a:lnTo>
                  <a:pt x="731874" y="714076"/>
                </a:lnTo>
                <a:lnTo>
                  <a:pt x="694185" y="708496"/>
                </a:lnTo>
                <a:lnTo>
                  <a:pt x="695348" y="700344"/>
                </a:lnTo>
                <a:lnTo>
                  <a:pt x="733150" y="705142"/>
                </a:lnTo>
                <a:close/>
              </a:path>
              <a:path w="2499360" h="1276350">
                <a:moveTo>
                  <a:pt x="726773" y="1019370"/>
                </a:moveTo>
                <a:lnTo>
                  <a:pt x="707249" y="1156119"/>
                </a:lnTo>
                <a:lnTo>
                  <a:pt x="669355" y="1151973"/>
                </a:lnTo>
                <a:lnTo>
                  <a:pt x="688972" y="1014572"/>
                </a:lnTo>
                <a:lnTo>
                  <a:pt x="726773" y="1019370"/>
                </a:lnTo>
                <a:close/>
              </a:path>
              <a:path w="2499360" h="1276350">
                <a:moveTo>
                  <a:pt x="819049" y="373057"/>
                </a:moveTo>
                <a:lnTo>
                  <a:pt x="728281" y="1008805"/>
                </a:lnTo>
                <a:lnTo>
                  <a:pt x="688972" y="1014572"/>
                </a:lnTo>
                <a:lnTo>
                  <a:pt x="782523" y="359325"/>
                </a:lnTo>
                <a:lnTo>
                  <a:pt x="819049" y="373057"/>
                </a:lnTo>
                <a:close/>
              </a:path>
              <a:path w="2499360" h="1276350">
                <a:moveTo>
                  <a:pt x="788003" y="949926"/>
                </a:moveTo>
                <a:lnTo>
                  <a:pt x="759643" y="1148561"/>
                </a:lnTo>
                <a:lnTo>
                  <a:pt x="709409" y="1140990"/>
                </a:lnTo>
                <a:lnTo>
                  <a:pt x="738160" y="939616"/>
                </a:lnTo>
                <a:lnTo>
                  <a:pt x="788003" y="949926"/>
                </a:lnTo>
                <a:close/>
              </a:path>
              <a:path w="2499360" h="1276350">
                <a:moveTo>
                  <a:pt x="796131" y="892996"/>
                </a:moveTo>
                <a:lnTo>
                  <a:pt x="789790" y="937405"/>
                </a:lnTo>
                <a:lnTo>
                  <a:pt x="739836" y="927878"/>
                </a:lnTo>
                <a:lnTo>
                  <a:pt x="745757" y="886403"/>
                </a:lnTo>
                <a:lnTo>
                  <a:pt x="796131" y="892996"/>
                </a:lnTo>
                <a:close/>
              </a:path>
              <a:path w="2499360" h="1276350">
                <a:moveTo>
                  <a:pt x="858419" y="726288"/>
                </a:moveTo>
                <a:lnTo>
                  <a:pt x="855216" y="748721"/>
                </a:lnTo>
                <a:lnTo>
                  <a:pt x="817629" y="742423"/>
                </a:lnTo>
                <a:lnTo>
                  <a:pt x="818830" y="734010"/>
                </a:lnTo>
                <a:lnTo>
                  <a:pt x="858419" y="726288"/>
                </a:lnTo>
                <a:close/>
              </a:path>
              <a:path w="2499360" h="1276350">
                <a:moveTo>
                  <a:pt x="937251" y="443698"/>
                </a:moveTo>
                <a:lnTo>
                  <a:pt x="882208" y="829229"/>
                </a:lnTo>
                <a:lnTo>
                  <a:pt x="846222" y="811715"/>
                </a:lnTo>
                <a:lnTo>
                  <a:pt x="899906" y="435705"/>
                </a:lnTo>
                <a:lnTo>
                  <a:pt x="937251" y="443698"/>
                </a:lnTo>
                <a:close/>
              </a:path>
              <a:path w="2499360" h="1276350">
                <a:moveTo>
                  <a:pt x="950733" y="349272"/>
                </a:moveTo>
                <a:lnTo>
                  <a:pt x="938676" y="433721"/>
                </a:lnTo>
                <a:lnTo>
                  <a:pt x="901917" y="421619"/>
                </a:lnTo>
                <a:lnTo>
                  <a:pt x="913341" y="341604"/>
                </a:lnTo>
                <a:lnTo>
                  <a:pt x="950733" y="349272"/>
                </a:lnTo>
                <a:close/>
              </a:path>
              <a:path w="2499360" h="1276350">
                <a:moveTo>
                  <a:pt x="1599838" y="1194125"/>
                </a:moveTo>
                <a:lnTo>
                  <a:pt x="1588230" y="1275428"/>
                </a:lnTo>
                <a:lnTo>
                  <a:pt x="1549662" y="1276002"/>
                </a:lnTo>
                <a:lnTo>
                  <a:pt x="1498521" y="1274780"/>
                </a:lnTo>
                <a:lnTo>
                  <a:pt x="1421384" y="1275928"/>
                </a:lnTo>
                <a:lnTo>
                  <a:pt x="1370244" y="1274706"/>
                </a:lnTo>
                <a:lnTo>
                  <a:pt x="1293107" y="1275854"/>
                </a:lnTo>
                <a:lnTo>
                  <a:pt x="1241966" y="1274632"/>
                </a:lnTo>
                <a:lnTo>
                  <a:pt x="1164830" y="1275780"/>
                </a:lnTo>
                <a:lnTo>
                  <a:pt x="1113689" y="1274558"/>
                </a:lnTo>
                <a:lnTo>
                  <a:pt x="1036552" y="1275706"/>
                </a:lnTo>
                <a:lnTo>
                  <a:pt x="985412" y="1274484"/>
                </a:lnTo>
                <a:lnTo>
                  <a:pt x="908275" y="1275631"/>
                </a:lnTo>
                <a:lnTo>
                  <a:pt x="857134" y="1274410"/>
                </a:lnTo>
                <a:lnTo>
                  <a:pt x="844191" y="1275216"/>
                </a:lnTo>
                <a:lnTo>
                  <a:pt x="819046" y="1271625"/>
                </a:lnTo>
                <a:lnTo>
                  <a:pt x="839901" y="1125551"/>
                </a:lnTo>
                <a:lnTo>
                  <a:pt x="877702" y="1130349"/>
                </a:lnTo>
                <a:lnTo>
                  <a:pt x="931619" y="752709"/>
                </a:lnTo>
                <a:lnTo>
                  <a:pt x="982254" y="757476"/>
                </a:lnTo>
                <a:lnTo>
                  <a:pt x="972003" y="829274"/>
                </a:lnTo>
                <a:lnTo>
                  <a:pt x="1010689" y="827877"/>
                </a:lnTo>
                <a:lnTo>
                  <a:pt x="967516" y="1130264"/>
                </a:lnTo>
                <a:lnTo>
                  <a:pt x="1004461" y="1141061"/>
                </a:lnTo>
                <a:lnTo>
                  <a:pt x="996193" y="1198969"/>
                </a:lnTo>
                <a:lnTo>
                  <a:pt x="1045394" y="1213779"/>
                </a:lnTo>
                <a:lnTo>
                  <a:pt x="1073893" y="1014166"/>
                </a:lnTo>
                <a:lnTo>
                  <a:pt x="1111611" y="1019551"/>
                </a:lnTo>
                <a:lnTo>
                  <a:pt x="1091351" y="1161452"/>
                </a:lnTo>
                <a:lnTo>
                  <a:pt x="1129153" y="1166250"/>
                </a:lnTo>
                <a:lnTo>
                  <a:pt x="1117747" y="1246134"/>
                </a:lnTo>
                <a:lnTo>
                  <a:pt x="1167302" y="1258466"/>
                </a:lnTo>
                <a:lnTo>
                  <a:pt x="1172804" y="1219926"/>
                </a:lnTo>
                <a:lnTo>
                  <a:pt x="1209647" y="1231441"/>
                </a:lnTo>
                <a:lnTo>
                  <a:pt x="1231973" y="1075063"/>
                </a:lnTo>
                <a:lnTo>
                  <a:pt x="1271385" y="1068579"/>
                </a:lnTo>
                <a:lnTo>
                  <a:pt x="1245586" y="1249281"/>
                </a:lnTo>
                <a:lnTo>
                  <a:pt x="1295550" y="1258743"/>
                </a:lnTo>
                <a:lnTo>
                  <a:pt x="1322960" y="1066760"/>
                </a:lnTo>
                <a:lnTo>
                  <a:pt x="1360677" y="1072145"/>
                </a:lnTo>
                <a:lnTo>
                  <a:pt x="1337736" y="1232827"/>
                </a:lnTo>
                <a:lnTo>
                  <a:pt x="1376404" y="1231560"/>
                </a:lnTo>
                <a:lnTo>
                  <a:pt x="1432359" y="839638"/>
                </a:lnTo>
                <a:lnTo>
                  <a:pt x="1482054" y="850992"/>
                </a:lnTo>
                <a:lnTo>
                  <a:pt x="1452260" y="1059669"/>
                </a:lnTo>
                <a:lnTo>
                  <a:pt x="1489978" y="1065054"/>
                </a:lnTo>
                <a:lnTo>
                  <a:pt x="1497724" y="1010798"/>
                </a:lnTo>
                <a:lnTo>
                  <a:pt x="1534846" y="1020357"/>
                </a:lnTo>
                <a:lnTo>
                  <a:pt x="1551977" y="900367"/>
                </a:lnTo>
                <a:lnTo>
                  <a:pt x="1601522" y="912764"/>
                </a:lnTo>
                <a:lnTo>
                  <a:pt x="1560975" y="1196761"/>
                </a:lnTo>
                <a:lnTo>
                  <a:pt x="1599838" y="1194125"/>
                </a:lnTo>
                <a:close/>
              </a:path>
              <a:path w="2499360" h="1276350">
                <a:moveTo>
                  <a:pt x="902021" y="960017"/>
                </a:moveTo>
                <a:lnTo>
                  <a:pt x="879211" y="1119785"/>
                </a:lnTo>
                <a:lnTo>
                  <a:pt x="839901" y="1125551"/>
                </a:lnTo>
                <a:lnTo>
                  <a:pt x="865523" y="946089"/>
                </a:lnTo>
                <a:lnTo>
                  <a:pt x="902021" y="960017"/>
                </a:lnTo>
                <a:close/>
              </a:path>
              <a:path w="2499360" h="1276350">
                <a:moveTo>
                  <a:pt x="978916" y="421433"/>
                </a:moveTo>
                <a:lnTo>
                  <a:pt x="905326" y="936866"/>
                </a:lnTo>
                <a:lnTo>
                  <a:pt x="866734" y="937611"/>
                </a:lnTo>
                <a:lnTo>
                  <a:pt x="941776" y="412005"/>
                </a:lnTo>
                <a:lnTo>
                  <a:pt x="978916" y="421433"/>
                </a:lnTo>
                <a:close/>
              </a:path>
              <a:path w="2499360" h="1276350">
                <a:moveTo>
                  <a:pt x="1051431" y="542511"/>
                </a:moveTo>
                <a:lnTo>
                  <a:pt x="1010763" y="827355"/>
                </a:lnTo>
                <a:lnTo>
                  <a:pt x="972003" y="829274"/>
                </a:lnTo>
                <a:lnTo>
                  <a:pt x="1013714" y="537126"/>
                </a:lnTo>
                <a:lnTo>
                  <a:pt x="1051431" y="542511"/>
                </a:lnTo>
                <a:close/>
              </a:path>
              <a:path w="2499360" h="1276350">
                <a:moveTo>
                  <a:pt x="1071709" y="400480"/>
                </a:moveTo>
                <a:lnTo>
                  <a:pt x="1052325" y="536250"/>
                </a:lnTo>
                <a:lnTo>
                  <a:pt x="1015054" y="527735"/>
                </a:lnTo>
                <a:lnTo>
                  <a:pt x="1035165" y="386878"/>
                </a:lnTo>
                <a:lnTo>
                  <a:pt x="1071709" y="400480"/>
                </a:lnTo>
                <a:close/>
              </a:path>
              <a:path w="2499360" h="1276350">
                <a:moveTo>
                  <a:pt x="1106429" y="426863"/>
                </a:moveTo>
                <a:lnTo>
                  <a:pt x="1007747" y="1118041"/>
                </a:lnTo>
                <a:lnTo>
                  <a:pt x="969797" y="1114287"/>
                </a:lnTo>
                <a:lnTo>
                  <a:pt x="1067538" y="429694"/>
                </a:lnTo>
                <a:lnTo>
                  <a:pt x="1106429" y="426863"/>
                </a:lnTo>
                <a:close/>
              </a:path>
              <a:path w="2499360" h="1276350">
                <a:moveTo>
                  <a:pt x="1081639" y="959910"/>
                </a:moveTo>
                <a:lnTo>
                  <a:pt x="1047908" y="1196172"/>
                </a:lnTo>
                <a:lnTo>
                  <a:pt x="996193" y="1198969"/>
                </a:lnTo>
                <a:lnTo>
                  <a:pt x="1030754" y="956903"/>
                </a:lnTo>
                <a:lnTo>
                  <a:pt x="1056494" y="956320"/>
                </a:lnTo>
                <a:lnTo>
                  <a:pt x="1081639" y="959910"/>
                </a:lnTo>
                <a:close/>
              </a:path>
              <a:path w="2499360" h="1276350">
                <a:moveTo>
                  <a:pt x="1056494" y="956320"/>
                </a:moveTo>
                <a:lnTo>
                  <a:pt x="1030754" y="956903"/>
                </a:lnTo>
                <a:lnTo>
                  <a:pt x="1031349" y="952730"/>
                </a:lnTo>
                <a:lnTo>
                  <a:pt x="1056494" y="956320"/>
                </a:lnTo>
                <a:close/>
              </a:path>
              <a:path w="2499360" h="1276350">
                <a:moveTo>
                  <a:pt x="1134150" y="592116"/>
                </a:moveTo>
                <a:lnTo>
                  <a:pt x="1082235" y="955736"/>
                </a:lnTo>
                <a:lnTo>
                  <a:pt x="1056494" y="956320"/>
                </a:lnTo>
                <a:lnTo>
                  <a:pt x="1031349" y="952730"/>
                </a:lnTo>
                <a:lnTo>
                  <a:pt x="1083041" y="590674"/>
                </a:lnTo>
                <a:lnTo>
                  <a:pt x="1134150" y="592116"/>
                </a:lnTo>
                <a:close/>
              </a:path>
              <a:path w="2499360" h="1276350">
                <a:moveTo>
                  <a:pt x="1191550" y="459643"/>
                </a:moveTo>
                <a:lnTo>
                  <a:pt x="1112505" y="1013291"/>
                </a:lnTo>
                <a:lnTo>
                  <a:pt x="1075234" y="1004775"/>
                </a:lnTo>
                <a:lnTo>
                  <a:pt x="1153740" y="454910"/>
                </a:lnTo>
                <a:lnTo>
                  <a:pt x="1191550" y="459643"/>
                </a:lnTo>
                <a:close/>
              </a:path>
              <a:path w="2499360" h="1276350">
                <a:moveTo>
                  <a:pt x="1156088" y="977592"/>
                </a:moveTo>
                <a:lnTo>
                  <a:pt x="1130661" y="1155685"/>
                </a:lnTo>
                <a:lnTo>
                  <a:pt x="1091351" y="1161452"/>
                </a:lnTo>
                <a:lnTo>
                  <a:pt x="1120549" y="956948"/>
                </a:lnTo>
                <a:lnTo>
                  <a:pt x="1156088" y="977592"/>
                </a:lnTo>
                <a:close/>
              </a:path>
              <a:path w="2499360" h="1276350">
                <a:moveTo>
                  <a:pt x="1174439" y="849060"/>
                </a:moveTo>
                <a:lnTo>
                  <a:pt x="1159104" y="956464"/>
                </a:lnTo>
                <a:lnTo>
                  <a:pt x="1120549" y="956948"/>
                </a:lnTo>
                <a:lnTo>
                  <a:pt x="1136637" y="844262"/>
                </a:lnTo>
                <a:lnTo>
                  <a:pt x="1174439" y="849060"/>
                </a:lnTo>
                <a:close/>
              </a:path>
              <a:path w="2499360" h="1276350">
                <a:moveTo>
                  <a:pt x="1204046" y="641687"/>
                </a:moveTo>
                <a:lnTo>
                  <a:pt x="1175947" y="838496"/>
                </a:lnTo>
                <a:lnTo>
                  <a:pt x="1136637" y="844262"/>
                </a:lnTo>
                <a:lnTo>
                  <a:pt x="1166505" y="635062"/>
                </a:lnTo>
                <a:lnTo>
                  <a:pt x="1204046" y="641687"/>
                </a:lnTo>
                <a:close/>
              </a:path>
              <a:path w="2499360" h="1276350">
                <a:moveTo>
                  <a:pt x="1207128" y="620102"/>
                </a:moveTo>
                <a:lnTo>
                  <a:pt x="1205936" y="628449"/>
                </a:lnTo>
                <a:lnTo>
                  <a:pt x="1168218" y="623064"/>
                </a:lnTo>
                <a:lnTo>
                  <a:pt x="1169410" y="614717"/>
                </a:lnTo>
                <a:lnTo>
                  <a:pt x="1207128" y="620102"/>
                </a:lnTo>
                <a:close/>
              </a:path>
              <a:path w="2499360" h="1276350">
                <a:moveTo>
                  <a:pt x="1229007" y="466854"/>
                </a:moveTo>
                <a:lnTo>
                  <a:pt x="1208319" y="611755"/>
                </a:lnTo>
                <a:lnTo>
                  <a:pt x="1170602" y="606369"/>
                </a:lnTo>
                <a:lnTo>
                  <a:pt x="1191308" y="461339"/>
                </a:lnTo>
                <a:lnTo>
                  <a:pt x="1229007" y="466854"/>
                </a:lnTo>
                <a:close/>
              </a:path>
              <a:path w="2499360" h="1276350">
                <a:moveTo>
                  <a:pt x="1225613" y="850045"/>
                </a:moveTo>
                <a:lnTo>
                  <a:pt x="1169527" y="1242880"/>
                </a:lnTo>
                <a:lnTo>
                  <a:pt x="1119107" y="1236613"/>
                </a:lnTo>
                <a:lnTo>
                  <a:pt x="1175546" y="841300"/>
                </a:lnTo>
                <a:lnTo>
                  <a:pt x="1225613" y="850045"/>
                </a:lnTo>
                <a:close/>
              </a:path>
              <a:path w="2499360" h="1276350">
                <a:moveTo>
                  <a:pt x="1240137" y="748315"/>
                </a:moveTo>
                <a:lnTo>
                  <a:pt x="1227624" y="835959"/>
                </a:lnTo>
                <a:lnTo>
                  <a:pt x="1176664" y="833475"/>
                </a:lnTo>
                <a:lnTo>
                  <a:pt x="1190304" y="737939"/>
                </a:lnTo>
                <a:lnTo>
                  <a:pt x="1240137" y="748315"/>
                </a:lnTo>
                <a:close/>
              </a:path>
              <a:path w="2499360" h="1276350">
                <a:moveTo>
                  <a:pt x="1270415" y="536246"/>
                </a:moveTo>
                <a:lnTo>
                  <a:pt x="1243741" y="723078"/>
                </a:lnTo>
                <a:lnTo>
                  <a:pt x="1192156" y="724962"/>
                </a:lnTo>
                <a:lnTo>
                  <a:pt x="1220684" y="525154"/>
                </a:lnTo>
                <a:lnTo>
                  <a:pt x="1270415" y="536246"/>
                </a:lnTo>
                <a:close/>
              </a:path>
              <a:path w="2499360" h="1276350">
                <a:moveTo>
                  <a:pt x="1344003" y="559952"/>
                </a:moveTo>
                <a:lnTo>
                  <a:pt x="1302193" y="852794"/>
                </a:lnTo>
                <a:lnTo>
                  <a:pt x="1263554" y="853865"/>
                </a:lnTo>
                <a:lnTo>
                  <a:pt x="1246171" y="975615"/>
                </a:lnTo>
                <a:lnTo>
                  <a:pt x="1208631" y="968991"/>
                </a:lnTo>
                <a:lnTo>
                  <a:pt x="1274102" y="510423"/>
                </a:lnTo>
                <a:lnTo>
                  <a:pt x="1223812" y="503243"/>
                </a:lnTo>
                <a:lnTo>
                  <a:pt x="1229771" y="461507"/>
                </a:lnTo>
                <a:lnTo>
                  <a:pt x="1276497" y="493649"/>
                </a:lnTo>
                <a:lnTo>
                  <a:pt x="1310361" y="526024"/>
                </a:lnTo>
                <a:lnTo>
                  <a:pt x="1344003" y="559952"/>
                </a:lnTo>
                <a:close/>
              </a:path>
              <a:path w="2499360" h="1276350">
                <a:moveTo>
                  <a:pt x="1244831" y="985006"/>
                </a:moveTo>
                <a:lnTo>
                  <a:pt x="1212663" y="1210312"/>
                </a:lnTo>
                <a:lnTo>
                  <a:pt x="1176379" y="1194884"/>
                </a:lnTo>
                <a:lnTo>
                  <a:pt x="1206396" y="984642"/>
                </a:lnTo>
                <a:lnTo>
                  <a:pt x="1244831" y="985006"/>
                </a:lnTo>
                <a:close/>
              </a:path>
              <a:path w="2499360" h="1276350">
                <a:moveTo>
                  <a:pt x="1302193" y="852794"/>
                </a:moveTo>
                <a:lnTo>
                  <a:pt x="1276245" y="1034539"/>
                </a:lnTo>
                <a:lnTo>
                  <a:pt x="1237503" y="1036327"/>
                </a:lnTo>
                <a:lnTo>
                  <a:pt x="1263331" y="855430"/>
                </a:lnTo>
                <a:lnTo>
                  <a:pt x="1302193" y="852794"/>
                </a:lnTo>
                <a:close/>
              </a:path>
              <a:path w="2499360" h="1276350">
                <a:moveTo>
                  <a:pt x="1343927" y="919904"/>
                </a:moveTo>
                <a:lnTo>
                  <a:pt x="1300317" y="1225355"/>
                </a:lnTo>
                <a:lnTo>
                  <a:pt x="1248695" y="1227500"/>
                </a:lnTo>
                <a:lnTo>
                  <a:pt x="1293078" y="916636"/>
                </a:lnTo>
                <a:lnTo>
                  <a:pt x="1343927" y="919904"/>
                </a:lnTo>
                <a:close/>
              </a:path>
              <a:path w="2499360" h="1276350">
                <a:moveTo>
                  <a:pt x="1601647" y="822033"/>
                </a:moveTo>
                <a:lnTo>
                  <a:pt x="1562851" y="824200"/>
                </a:lnTo>
                <a:lnTo>
                  <a:pt x="1545385" y="946537"/>
                </a:lnTo>
                <a:lnTo>
                  <a:pt x="1507854" y="939848"/>
                </a:lnTo>
                <a:lnTo>
                  <a:pt x="1524166" y="825597"/>
                </a:lnTo>
                <a:lnTo>
                  <a:pt x="1487128" y="815451"/>
                </a:lnTo>
                <a:lnTo>
                  <a:pt x="1490200" y="793932"/>
                </a:lnTo>
                <a:lnTo>
                  <a:pt x="1438318" y="797903"/>
                </a:lnTo>
                <a:lnTo>
                  <a:pt x="1407035" y="1017014"/>
                </a:lnTo>
                <a:lnTo>
                  <a:pt x="1369764" y="1008499"/>
                </a:lnTo>
                <a:lnTo>
                  <a:pt x="1361571" y="1065885"/>
                </a:lnTo>
                <a:lnTo>
                  <a:pt x="1324301" y="1057370"/>
                </a:lnTo>
                <a:lnTo>
                  <a:pt x="1346357" y="902883"/>
                </a:lnTo>
                <a:lnTo>
                  <a:pt x="1296430" y="893160"/>
                </a:lnTo>
                <a:lnTo>
                  <a:pt x="1339774" y="589572"/>
                </a:lnTo>
                <a:lnTo>
                  <a:pt x="1419135" y="662704"/>
                </a:lnTo>
                <a:lnTo>
                  <a:pt x="1452570" y="698084"/>
                </a:lnTo>
                <a:lnTo>
                  <a:pt x="1498695" y="734433"/>
                </a:lnTo>
                <a:lnTo>
                  <a:pt x="1532434" y="767685"/>
                </a:lnTo>
                <a:lnTo>
                  <a:pt x="1566427" y="799159"/>
                </a:lnTo>
                <a:lnTo>
                  <a:pt x="1601647" y="822033"/>
                </a:lnTo>
                <a:close/>
              </a:path>
              <a:path w="2499360" h="1276350">
                <a:moveTo>
                  <a:pt x="1406141" y="1023274"/>
                </a:moveTo>
                <a:lnTo>
                  <a:pt x="1378135" y="1219431"/>
                </a:lnTo>
                <a:lnTo>
                  <a:pt x="1340111" y="1216198"/>
                </a:lnTo>
                <a:lnTo>
                  <a:pt x="1368424" y="1017889"/>
                </a:lnTo>
                <a:lnTo>
                  <a:pt x="1406141" y="1023274"/>
                </a:lnTo>
                <a:close/>
              </a:path>
              <a:path w="2499360" h="1276350">
                <a:moveTo>
                  <a:pt x="1488692" y="804496"/>
                </a:moveTo>
                <a:lnTo>
                  <a:pt x="1482054" y="850992"/>
                </a:lnTo>
                <a:lnTo>
                  <a:pt x="1432955" y="835465"/>
                </a:lnTo>
                <a:lnTo>
                  <a:pt x="1438318" y="797903"/>
                </a:lnTo>
                <a:lnTo>
                  <a:pt x="1488692" y="804496"/>
                </a:lnTo>
                <a:close/>
              </a:path>
              <a:path w="2499360" h="1276350">
                <a:moveTo>
                  <a:pt x="1493599" y="1039687"/>
                </a:moveTo>
                <a:lnTo>
                  <a:pt x="1492361" y="1048360"/>
                </a:lnTo>
                <a:lnTo>
                  <a:pt x="1454644" y="1042975"/>
                </a:lnTo>
                <a:lnTo>
                  <a:pt x="1458815" y="1013760"/>
                </a:lnTo>
                <a:lnTo>
                  <a:pt x="1493599" y="1039687"/>
                </a:lnTo>
                <a:close/>
              </a:path>
              <a:path w="2499360" h="1276350">
                <a:moveTo>
                  <a:pt x="1515004" y="889765"/>
                </a:moveTo>
                <a:lnTo>
                  <a:pt x="1496448" y="1019732"/>
                </a:lnTo>
                <a:lnTo>
                  <a:pt x="1458815" y="1013760"/>
                </a:lnTo>
                <a:lnTo>
                  <a:pt x="1476114" y="892597"/>
                </a:lnTo>
                <a:lnTo>
                  <a:pt x="1515004" y="889765"/>
                </a:lnTo>
                <a:close/>
              </a:path>
              <a:path w="2499360" h="1276350">
                <a:moveTo>
                  <a:pt x="1521531" y="844052"/>
                </a:moveTo>
                <a:lnTo>
                  <a:pt x="1515004" y="889765"/>
                </a:lnTo>
                <a:lnTo>
                  <a:pt x="1478460" y="876163"/>
                </a:lnTo>
                <a:lnTo>
                  <a:pt x="1484214" y="835863"/>
                </a:lnTo>
                <a:lnTo>
                  <a:pt x="1521531" y="844052"/>
                </a:lnTo>
                <a:close/>
              </a:path>
              <a:path w="2499360" h="1276350">
                <a:moveTo>
                  <a:pt x="1538421" y="995315"/>
                </a:moveTo>
                <a:lnTo>
                  <a:pt x="1534846" y="1020357"/>
                </a:lnTo>
                <a:lnTo>
                  <a:pt x="1498320" y="1006625"/>
                </a:lnTo>
                <a:lnTo>
                  <a:pt x="1501299" y="985757"/>
                </a:lnTo>
                <a:lnTo>
                  <a:pt x="1538421" y="995315"/>
                </a:lnTo>
                <a:close/>
              </a:path>
              <a:path w="2499360" h="1276350">
                <a:moveTo>
                  <a:pt x="1542964" y="963492"/>
                </a:moveTo>
                <a:lnTo>
                  <a:pt x="1538421" y="995315"/>
                </a:lnTo>
                <a:lnTo>
                  <a:pt x="1501895" y="981583"/>
                </a:lnTo>
                <a:lnTo>
                  <a:pt x="1506075" y="952303"/>
                </a:lnTo>
                <a:lnTo>
                  <a:pt x="1542964" y="963492"/>
                </a:lnTo>
                <a:close/>
              </a:path>
              <a:path w="2499360" h="1276350">
                <a:moveTo>
                  <a:pt x="2499196" y="1274569"/>
                </a:moveTo>
                <a:lnTo>
                  <a:pt x="2229616" y="1275798"/>
                </a:lnTo>
                <a:lnTo>
                  <a:pt x="2178476" y="1274577"/>
                </a:lnTo>
                <a:lnTo>
                  <a:pt x="2139995" y="1274538"/>
                </a:lnTo>
                <a:lnTo>
                  <a:pt x="2139907" y="1275151"/>
                </a:lnTo>
                <a:lnTo>
                  <a:pt x="2050198" y="1274503"/>
                </a:lnTo>
                <a:lnTo>
                  <a:pt x="2011630" y="1275077"/>
                </a:lnTo>
                <a:lnTo>
                  <a:pt x="1921921" y="1274429"/>
                </a:lnTo>
                <a:lnTo>
                  <a:pt x="1806216" y="1276150"/>
                </a:lnTo>
                <a:lnTo>
                  <a:pt x="1755075" y="1274928"/>
                </a:lnTo>
                <a:lnTo>
                  <a:pt x="1677939" y="1276076"/>
                </a:lnTo>
                <a:lnTo>
                  <a:pt x="1626798" y="1274854"/>
                </a:lnTo>
                <a:lnTo>
                  <a:pt x="1588255" y="1275252"/>
                </a:lnTo>
                <a:lnTo>
                  <a:pt x="1599838" y="1194125"/>
                </a:lnTo>
                <a:lnTo>
                  <a:pt x="1563154" y="1181501"/>
                </a:lnTo>
                <a:lnTo>
                  <a:pt x="1604613" y="891114"/>
                </a:lnTo>
                <a:lnTo>
                  <a:pt x="1554509" y="882630"/>
                </a:lnTo>
                <a:lnTo>
                  <a:pt x="1562851" y="824200"/>
                </a:lnTo>
                <a:lnTo>
                  <a:pt x="1600648" y="829029"/>
                </a:lnTo>
                <a:lnTo>
                  <a:pt x="1613030" y="832163"/>
                </a:lnTo>
                <a:lnTo>
                  <a:pt x="1647284" y="861806"/>
                </a:lnTo>
                <a:lnTo>
                  <a:pt x="1681761" y="889885"/>
                </a:lnTo>
                <a:lnTo>
                  <a:pt x="1659975" y="1042480"/>
                </a:lnTo>
                <a:lnTo>
                  <a:pt x="1709129" y="1057616"/>
                </a:lnTo>
                <a:lnTo>
                  <a:pt x="1729035" y="918194"/>
                </a:lnTo>
                <a:lnTo>
                  <a:pt x="1763959" y="943142"/>
                </a:lnTo>
                <a:lnTo>
                  <a:pt x="1800575" y="956241"/>
                </a:lnTo>
                <a:lnTo>
                  <a:pt x="1763131" y="1218504"/>
                </a:lnTo>
                <a:lnTo>
                  <a:pt x="1812481" y="1232270"/>
                </a:lnTo>
                <a:lnTo>
                  <a:pt x="1849397" y="973706"/>
                </a:lnTo>
                <a:lnTo>
                  <a:pt x="1884768" y="995524"/>
                </a:lnTo>
                <a:lnTo>
                  <a:pt x="1920363" y="1015778"/>
                </a:lnTo>
                <a:lnTo>
                  <a:pt x="1920586" y="1014212"/>
                </a:lnTo>
                <a:lnTo>
                  <a:pt x="1958081" y="1021163"/>
                </a:lnTo>
                <a:lnTo>
                  <a:pt x="1957410" y="1025858"/>
                </a:lnTo>
                <a:lnTo>
                  <a:pt x="2043314" y="1053161"/>
                </a:lnTo>
                <a:lnTo>
                  <a:pt x="2041116" y="1068551"/>
                </a:lnTo>
                <a:lnTo>
                  <a:pt x="2077847" y="1080848"/>
                </a:lnTo>
                <a:lnTo>
                  <a:pt x="2077093" y="1086130"/>
                </a:lnTo>
                <a:lnTo>
                  <a:pt x="2126946" y="1096370"/>
                </a:lnTo>
                <a:lnTo>
                  <a:pt x="2197017" y="1144707"/>
                </a:lnTo>
                <a:lnTo>
                  <a:pt x="2195826" y="1153054"/>
                </a:lnTo>
                <a:lnTo>
                  <a:pt x="2246116" y="1160234"/>
                </a:lnTo>
                <a:lnTo>
                  <a:pt x="2246712" y="1156061"/>
                </a:lnTo>
                <a:lnTo>
                  <a:pt x="2281859" y="1179444"/>
                </a:lnTo>
                <a:lnTo>
                  <a:pt x="2317231" y="1201263"/>
                </a:lnTo>
                <a:lnTo>
                  <a:pt x="2365398" y="1223311"/>
                </a:lnTo>
                <a:lnTo>
                  <a:pt x="2438935" y="1247377"/>
                </a:lnTo>
                <a:lnTo>
                  <a:pt x="2487491" y="1266702"/>
                </a:lnTo>
                <a:lnTo>
                  <a:pt x="2499196" y="1274569"/>
                </a:lnTo>
                <a:close/>
              </a:path>
              <a:path w="2499360" h="1276350">
                <a:moveTo>
                  <a:pt x="1614734" y="820229"/>
                </a:moveTo>
                <a:lnTo>
                  <a:pt x="1613225" y="830793"/>
                </a:lnTo>
                <a:lnTo>
                  <a:pt x="1600648" y="829029"/>
                </a:lnTo>
                <a:lnTo>
                  <a:pt x="1601647" y="822033"/>
                </a:lnTo>
                <a:lnTo>
                  <a:pt x="1614734" y="820229"/>
                </a:lnTo>
                <a:close/>
              </a:path>
              <a:path w="2499360" h="1276350">
                <a:moveTo>
                  <a:pt x="1729035" y="918194"/>
                </a:moveTo>
                <a:lnTo>
                  <a:pt x="1711308" y="1042357"/>
                </a:lnTo>
                <a:lnTo>
                  <a:pt x="1659975" y="1042480"/>
                </a:lnTo>
                <a:lnTo>
                  <a:pt x="1681761" y="889885"/>
                </a:lnTo>
                <a:lnTo>
                  <a:pt x="1729035" y="918194"/>
                </a:lnTo>
                <a:close/>
              </a:path>
              <a:path w="2499360" h="1276350">
                <a:moveTo>
                  <a:pt x="1818114" y="1192817"/>
                </a:moveTo>
                <a:lnTo>
                  <a:pt x="1814762" y="1216293"/>
                </a:lnTo>
                <a:lnTo>
                  <a:pt x="1765133" y="1204483"/>
                </a:lnTo>
                <a:lnTo>
                  <a:pt x="1767991" y="1184463"/>
                </a:lnTo>
                <a:lnTo>
                  <a:pt x="1818114" y="1192817"/>
                </a:lnTo>
                <a:close/>
              </a:path>
              <a:path w="2499360" h="1276350">
                <a:moveTo>
                  <a:pt x="1849397" y="973706"/>
                </a:moveTo>
                <a:lnTo>
                  <a:pt x="1818114" y="1192817"/>
                </a:lnTo>
                <a:lnTo>
                  <a:pt x="1767991" y="1184463"/>
                </a:lnTo>
                <a:lnTo>
                  <a:pt x="1800575" y="956241"/>
                </a:lnTo>
                <a:lnTo>
                  <a:pt x="1849397" y="973706"/>
                </a:lnTo>
                <a:close/>
              </a:path>
            </a:pathLst>
          </a:custGeom>
          <a:solidFill>
            <a:srgbClr val="ECE783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2607945" cy="2484120"/>
          </a:xfrm>
          <a:custGeom>
            <a:avLst/>
            <a:gdLst/>
            <a:ahLst/>
            <a:cxnLst/>
            <a:rect l="l" t="t" r="r" b="b"/>
            <a:pathLst>
              <a:path w="2607945" h="2484120">
                <a:moveTo>
                  <a:pt x="1099680" y="120467"/>
                </a:moveTo>
                <a:lnTo>
                  <a:pt x="1099680" y="133453"/>
                </a:lnTo>
                <a:lnTo>
                  <a:pt x="1095785" y="138647"/>
                </a:lnTo>
                <a:lnTo>
                  <a:pt x="1089292" y="139946"/>
                </a:lnTo>
                <a:lnTo>
                  <a:pt x="1033960" y="155384"/>
                </a:lnTo>
                <a:lnTo>
                  <a:pt x="995708" y="173689"/>
                </a:lnTo>
                <a:lnTo>
                  <a:pt x="951493" y="237852"/>
                </a:lnTo>
                <a:lnTo>
                  <a:pt x="936055" y="293183"/>
                </a:lnTo>
                <a:lnTo>
                  <a:pt x="934756" y="299676"/>
                </a:lnTo>
                <a:lnTo>
                  <a:pt x="929562" y="303572"/>
                </a:lnTo>
                <a:lnTo>
                  <a:pt x="916576" y="303572"/>
                </a:lnTo>
                <a:lnTo>
                  <a:pt x="911381" y="299676"/>
                </a:lnTo>
                <a:lnTo>
                  <a:pt x="910083" y="293183"/>
                </a:lnTo>
                <a:lnTo>
                  <a:pt x="894645" y="237851"/>
                </a:lnTo>
                <a:lnTo>
                  <a:pt x="876339" y="199599"/>
                </a:lnTo>
                <a:lnTo>
                  <a:pt x="812177" y="155384"/>
                </a:lnTo>
                <a:lnTo>
                  <a:pt x="756846" y="139946"/>
                </a:lnTo>
                <a:lnTo>
                  <a:pt x="750353" y="138647"/>
                </a:lnTo>
                <a:lnTo>
                  <a:pt x="746457" y="133453"/>
                </a:lnTo>
                <a:lnTo>
                  <a:pt x="746457" y="120467"/>
                </a:lnTo>
                <a:lnTo>
                  <a:pt x="750353" y="115273"/>
                </a:lnTo>
                <a:lnTo>
                  <a:pt x="756846" y="113974"/>
                </a:lnTo>
                <a:lnTo>
                  <a:pt x="811388" y="98756"/>
                </a:lnTo>
                <a:lnTo>
                  <a:pt x="811388" y="125661"/>
                </a:lnTo>
                <a:lnTo>
                  <a:pt x="853309" y="142198"/>
                </a:lnTo>
                <a:lnTo>
                  <a:pt x="883785" y="164458"/>
                </a:lnTo>
                <a:lnTo>
                  <a:pt x="905984" y="195239"/>
                </a:lnTo>
                <a:lnTo>
                  <a:pt x="923069" y="237342"/>
                </a:lnTo>
                <a:lnTo>
                  <a:pt x="939606" y="195421"/>
                </a:lnTo>
                <a:lnTo>
                  <a:pt x="961865" y="164945"/>
                </a:lnTo>
                <a:lnTo>
                  <a:pt x="992646" y="142746"/>
                </a:lnTo>
                <a:lnTo>
                  <a:pt x="1034750" y="125661"/>
                </a:lnTo>
                <a:lnTo>
                  <a:pt x="1034750" y="98804"/>
                </a:lnTo>
                <a:lnTo>
                  <a:pt x="1089292" y="113974"/>
                </a:lnTo>
                <a:lnTo>
                  <a:pt x="1095785" y="115273"/>
                </a:lnTo>
                <a:lnTo>
                  <a:pt x="1099680" y="120467"/>
                </a:lnTo>
                <a:close/>
              </a:path>
              <a:path w="2607945" h="2484120">
                <a:moveTo>
                  <a:pt x="1034750" y="98804"/>
                </a:moveTo>
                <a:lnTo>
                  <a:pt x="1034750" y="125661"/>
                </a:lnTo>
                <a:lnTo>
                  <a:pt x="992829" y="108576"/>
                </a:lnTo>
                <a:lnTo>
                  <a:pt x="962352" y="86378"/>
                </a:lnTo>
                <a:lnTo>
                  <a:pt x="940154" y="55901"/>
                </a:lnTo>
                <a:lnTo>
                  <a:pt x="923069" y="13980"/>
                </a:lnTo>
                <a:lnTo>
                  <a:pt x="906532" y="55901"/>
                </a:lnTo>
                <a:lnTo>
                  <a:pt x="884273" y="86378"/>
                </a:lnTo>
                <a:lnTo>
                  <a:pt x="853491" y="108576"/>
                </a:lnTo>
                <a:lnTo>
                  <a:pt x="811388" y="125661"/>
                </a:lnTo>
                <a:lnTo>
                  <a:pt x="811388" y="98756"/>
                </a:lnTo>
                <a:lnTo>
                  <a:pt x="812177" y="98536"/>
                </a:lnTo>
                <a:lnTo>
                  <a:pt x="850429" y="80231"/>
                </a:lnTo>
                <a:lnTo>
                  <a:pt x="876339" y="54321"/>
                </a:lnTo>
                <a:lnTo>
                  <a:pt x="894645" y="16069"/>
                </a:lnTo>
                <a:lnTo>
                  <a:pt x="899128" y="0"/>
                </a:lnTo>
                <a:lnTo>
                  <a:pt x="946663" y="0"/>
                </a:lnTo>
                <a:lnTo>
                  <a:pt x="950869" y="15570"/>
                </a:lnTo>
                <a:lnTo>
                  <a:pt x="968863" y="53759"/>
                </a:lnTo>
                <a:lnTo>
                  <a:pt x="994773" y="79856"/>
                </a:lnTo>
                <a:lnTo>
                  <a:pt x="1033337" y="98411"/>
                </a:lnTo>
                <a:lnTo>
                  <a:pt x="1034750" y="98804"/>
                </a:lnTo>
                <a:close/>
              </a:path>
              <a:path w="2607945" h="2484120">
                <a:moveTo>
                  <a:pt x="2607375" y="993"/>
                </a:moveTo>
                <a:lnTo>
                  <a:pt x="2607375" y="7487"/>
                </a:lnTo>
                <a:lnTo>
                  <a:pt x="2599583" y="15278"/>
                </a:lnTo>
                <a:lnTo>
                  <a:pt x="2593090" y="16577"/>
                </a:lnTo>
                <a:lnTo>
                  <a:pt x="2587895" y="12681"/>
                </a:lnTo>
                <a:lnTo>
                  <a:pt x="2571054" y="2475"/>
                </a:lnTo>
                <a:lnTo>
                  <a:pt x="2566809" y="0"/>
                </a:lnTo>
                <a:lnTo>
                  <a:pt x="2606878" y="0"/>
                </a:lnTo>
                <a:lnTo>
                  <a:pt x="2607375" y="993"/>
                </a:lnTo>
                <a:close/>
              </a:path>
              <a:path w="2607945" h="2484120">
                <a:moveTo>
                  <a:pt x="2515815" y="0"/>
                </a:moveTo>
                <a:lnTo>
                  <a:pt x="2494902" y="60547"/>
                </a:lnTo>
                <a:lnTo>
                  <a:pt x="2485304" y="98390"/>
                </a:lnTo>
                <a:lnTo>
                  <a:pt x="2484006" y="104883"/>
                </a:lnTo>
                <a:lnTo>
                  <a:pt x="2478811" y="108779"/>
                </a:lnTo>
                <a:lnTo>
                  <a:pt x="2465825" y="108779"/>
                </a:lnTo>
                <a:lnTo>
                  <a:pt x="2460631" y="104883"/>
                </a:lnTo>
                <a:lnTo>
                  <a:pt x="2459332" y="98390"/>
                </a:lnTo>
                <a:lnTo>
                  <a:pt x="2449734" y="60547"/>
                </a:lnTo>
                <a:lnTo>
                  <a:pt x="2440015" y="28427"/>
                </a:lnTo>
                <a:lnTo>
                  <a:pt x="2429565" y="1420"/>
                </a:lnTo>
                <a:lnTo>
                  <a:pt x="2428821" y="0"/>
                </a:lnTo>
                <a:lnTo>
                  <a:pt x="2515815" y="0"/>
                </a:lnTo>
                <a:close/>
              </a:path>
              <a:path w="2607945" h="2484120">
                <a:moveTo>
                  <a:pt x="2377827" y="0"/>
                </a:moveTo>
                <a:lnTo>
                  <a:pt x="2373582" y="2475"/>
                </a:lnTo>
                <a:lnTo>
                  <a:pt x="2356741" y="12681"/>
                </a:lnTo>
                <a:lnTo>
                  <a:pt x="2351547" y="15278"/>
                </a:lnTo>
                <a:lnTo>
                  <a:pt x="2345053" y="15278"/>
                </a:lnTo>
                <a:lnTo>
                  <a:pt x="2337261" y="7487"/>
                </a:lnTo>
                <a:lnTo>
                  <a:pt x="2335963" y="993"/>
                </a:lnTo>
                <a:lnTo>
                  <a:pt x="2336708" y="0"/>
                </a:lnTo>
                <a:lnTo>
                  <a:pt x="2377827" y="0"/>
                </a:lnTo>
                <a:close/>
              </a:path>
              <a:path w="2607945" h="2484120">
                <a:moveTo>
                  <a:pt x="734769" y="269808"/>
                </a:moveTo>
                <a:lnTo>
                  <a:pt x="734769" y="276301"/>
                </a:lnTo>
                <a:lnTo>
                  <a:pt x="733471" y="280197"/>
                </a:lnTo>
                <a:lnTo>
                  <a:pt x="730874" y="282794"/>
                </a:lnTo>
                <a:lnTo>
                  <a:pt x="536081" y="464600"/>
                </a:lnTo>
                <a:lnTo>
                  <a:pt x="530887" y="469795"/>
                </a:lnTo>
                <a:lnTo>
                  <a:pt x="523095" y="469795"/>
                </a:lnTo>
                <a:lnTo>
                  <a:pt x="512706" y="459406"/>
                </a:lnTo>
                <a:lnTo>
                  <a:pt x="512706" y="451614"/>
                </a:lnTo>
                <a:lnTo>
                  <a:pt x="517901" y="446420"/>
                </a:lnTo>
                <a:lnTo>
                  <a:pt x="712693" y="264613"/>
                </a:lnTo>
                <a:lnTo>
                  <a:pt x="717887" y="259419"/>
                </a:lnTo>
                <a:lnTo>
                  <a:pt x="725679" y="259419"/>
                </a:lnTo>
                <a:lnTo>
                  <a:pt x="733471" y="267210"/>
                </a:lnTo>
                <a:lnTo>
                  <a:pt x="734769" y="269808"/>
                </a:lnTo>
                <a:close/>
              </a:path>
              <a:path w="2607945" h="2484120">
                <a:moveTo>
                  <a:pt x="410115" y="571087"/>
                </a:moveTo>
                <a:lnTo>
                  <a:pt x="410115" y="578878"/>
                </a:lnTo>
                <a:lnTo>
                  <a:pt x="408816" y="581476"/>
                </a:lnTo>
                <a:lnTo>
                  <a:pt x="406219" y="584073"/>
                </a:lnTo>
                <a:lnTo>
                  <a:pt x="325705" y="659393"/>
                </a:lnTo>
                <a:lnTo>
                  <a:pt x="320510" y="664587"/>
                </a:lnTo>
                <a:lnTo>
                  <a:pt x="312719" y="664587"/>
                </a:lnTo>
                <a:lnTo>
                  <a:pt x="302330" y="654198"/>
                </a:lnTo>
                <a:lnTo>
                  <a:pt x="302330" y="646406"/>
                </a:lnTo>
                <a:lnTo>
                  <a:pt x="307524" y="641212"/>
                </a:lnTo>
                <a:lnTo>
                  <a:pt x="388039" y="565892"/>
                </a:lnTo>
                <a:lnTo>
                  <a:pt x="393233" y="560698"/>
                </a:lnTo>
                <a:lnTo>
                  <a:pt x="401025" y="560698"/>
                </a:lnTo>
                <a:lnTo>
                  <a:pt x="408816" y="568489"/>
                </a:lnTo>
                <a:lnTo>
                  <a:pt x="410115" y="571087"/>
                </a:lnTo>
                <a:close/>
              </a:path>
              <a:path w="2607945" h="2484120">
                <a:moveTo>
                  <a:pt x="178961" y="786657"/>
                </a:moveTo>
                <a:lnTo>
                  <a:pt x="178961" y="794449"/>
                </a:lnTo>
                <a:lnTo>
                  <a:pt x="177663" y="797046"/>
                </a:lnTo>
                <a:lnTo>
                  <a:pt x="175065" y="799643"/>
                </a:lnTo>
                <a:lnTo>
                  <a:pt x="0" y="963594"/>
                </a:lnTo>
                <a:lnTo>
                  <a:pt x="0" y="928387"/>
                </a:lnTo>
                <a:lnTo>
                  <a:pt x="156885" y="781463"/>
                </a:lnTo>
                <a:lnTo>
                  <a:pt x="162079" y="776268"/>
                </a:lnTo>
                <a:lnTo>
                  <a:pt x="169871" y="776268"/>
                </a:lnTo>
                <a:lnTo>
                  <a:pt x="177663" y="784059"/>
                </a:lnTo>
                <a:lnTo>
                  <a:pt x="178961" y="786657"/>
                </a:lnTo>
                <a:close/>
              </a:path>
              <a:path w="2607945" h="2484120">
                <a:moveTo>
                  <a:pt x="1868869" y="0"/>
                </a:moveTo>
                <a:lnTo>
                  <a:pt x="1726913" y="21772"/>
                </a:lnTo>
                <a:lnTo>
                  <a:pt x="1720420" y="23071"/>
                </a:lnTo>
                <a:lnTo>
                  <a:pt x="1712628" y="17876"/>
                </a:lnTo>
                <a:lnTo>
                  <a:pt x="1712628" y="11383"/>
                </a:lnTo>
                <a:lnTo>
                  <a:pt x="1711329" y="4890"/>
                </a:lnTo>
                <a:lnTo>
                  <a:pt x="1714589" y="0"/>
                </a:lnTo>
                <a:lnTo>
                  <a:pt x="1868869" y="0"/>
                </a:lnTo>
                <a:close/>
              </a:path>
              <a:path w="2607945" h="2484120">
                <a:moveTo>
                  <a:pt x="1551599" y="29564"/>
                </a:moveTo>
                <a:lnTo>
                  <a:pt x="1551599" y="43848"/>
                </a:lnTo>
                <a:lnTo>
                  <a:pt x="1547703" y="49043"/>
                </a:lnTo>
                <a:lnTo>
                  <a:pt x="1541210" y="50342"/>
                </a:lnTo>
                <a:lnTo>
                  <a:pt x="1472384" y="60730"/>
                </a:lnTo>
                <a:lnTo>
                  <a:pt x="1465891" y="62029"/>
                </a:lnTo>
                <a:lnTo>
                  <a:pt x="1458099" y="56835"/>
                </a:lnTo>
                <a:lnTo>
                  <a:pt x="1458099" y="43848"/>
                </a:lnTo>
                <a:lnTo>
                  <a:pt x="1461995" y="36057"/>
                </a:lnTo>
                <a:lnTo>
                  <a:pt x="1468488" y="36057"/>
                </a:lnTo>
                <a:lnTo>
                  <a:pt x="1537314" y="25668"/>
                </a:lnTo>
                <a:lnTo>
                  <a:pt x="1543807" y="24369"/>
                </a:lnTo>
                <a:lnTo>
                  <a:pt x="1551599" y="29564"/>
                </a:lnTo>
                <a:close/>
              </a:path>
              <a:path w="2607945" h="2484120">
                <a:moveTo>
                  <a:pt x="1347716" y="65925"/>
                </a:moveTo>
                <a:lnTo>
                  <a:pt x="1347716" y="75015"/>
                </a:lnTo>
                <a:lnTo>
                  <a:pt x="1342522" y="80210"/>
                </a:lnTo>
                <a:lnTo>
                  <a:pt x="1337328" y="81508"/>
                </a:lnTo>
                <a:lnTo>
                  <a:pt x="1181494" y="104883"/>
                </a:lnTo>
                <a:lnTo>
                  <a:pt x="1175001" y="106182"/>
                </a:lnTo>
                <a:lnTo>
                  <a:pt x="1167209" y="100987"/>
                </a:lnTo>
                <a:lnTo>
                  <a:pt x="1167209" y="94494"/>
                </a:lnTo>
                <a:lnTo>
                  <a:pt x="1165910" y="88001"/>
                </a:lnTo>
                <a:lnTo>
                  <a:pt x="1171105" y="80210"/>
                </a:lnTo>
                <a:lnTo>
                  <a:pt x="1177598" y="80210"/>
                </a:lnTo>
                <a:lnTo>
                  <a:pt x="1333432" y="56834"/>
                </a:lnTo>
                <a:lnTo>
                  <a:pt x="1339925" y="54237"/>
                </a:lnTo>
                <a:lnTo>
                  <a:pt x="1346418" y="59432"/>
                </a:lnTo>
                <a:lnTo>
                  <a:pt x="1347716" y="65925"/>
                </a:lnTo>
                <a:close/>
              </a:path>
              <a:path w="2607945" h="2484120">
                <a:moveTo>
                  <a:pt x="976312" y="2372268"/>
                </a:moveTo>
                <a:lnTo>
                  <a:pt x="967445" y="2415467"/>
                </a:lnTo>
                <a:lnTo>
                  <a:pt x="943360" y="2450997"/>
                </a:lnTo>
                <a:lnTo>
                  <a:pt x="907830" y="2475082"/>
                </a:lnTo>
                <a:lnTo>
                  <a:pt x="864631" y="2483949"/>
                </a:lnTo>
                <a:lnTo>
                  <a:pt x="821432" y="2475082"/>
                </a:lnTo>
                <a:lnTo>
                  <a:pt x="785902" y="2450997"/>
                </a:lnTo>
                <a:lnTo>
                  <a:pt x="761817" y="2415467"/>
                </a:lnTo>
                <a:lnTo>
                  <a:pt x="752950" y="2372268"/>
                </a:lnTo>
                <a:lnTo>
                  <a:pt x="761817" y="2328521"/>
                </a:lnTo>
                <a:lnTo>
                  <a:pt x="780221" y="2301419"/>
                </a:lnTo>
                <a:lnTo>
                  <a:pt x="780221" y="2372268"/>
                </a:lnTo>
                <a:lnTo>
                  <a:pt x="787039" y="2405383"/>
                </a:lnTo>
                <a:lnTo>
                  <a:pt x="805544" y="2432654"/>
                </a:lnTo>
                <a:lnTo>
                  <a:pt x="832815" y="2451159"/>
                </a:lnTo>
                <a:lnTo>
                  <a:pt x="865930" y="2457977"/>
                </a:lnTo>
                <a:lnTo>
                  <a:pt x="899044" y="2451159"/>
                </a:lnTo>
                <a:lnTo>
                  <a:pt x="926315" y="2432654"/>
                </a:lnTo>
                <a:lnTo>
                  <a:pt x="944821" y="2405383"/>
                </a:lnTo>
                <a:lnTo>
                  <a:pt x="951638" y="2372268"/>
                </a:lnTo>
                <a:lnTo>
                  <a:pt x="951638" y="2305752"/>
                </a:lnTo>
                <a:lnTo>
                  <a:pt x="967445" y="2329069"/>
                </a:lnTo>
                <a:lnTo>
                  <a:pt x="976312" y="2372268"/>
                </a:lnTo>
                <a:close/>
              </a:path>
              <a:path w="2607945" h="2484120">
                <a:moveTo>
                  <a:pt x="951638" y="2305752"/>
                </a:moveTo>
                <a:lnTo>
                  <a:pt x="951638" y="2372268"/>
                </a:lnTo>
                <a:lnTo>
                  <a:pt x="944821" y="2338605"/>
                </a:lnTo>
                <a:lnTo>
                  <a:pt x="926315" y="2311395"/>
                </a:lnTo>
                <a:lnTo>
                  <a:pt x="899044" y="2293194"/>
                </a:lnTo>
                <a:lnTo>
                  <a:pt x="865930" y="2286559"/>
                </a:lnTo>
                <a:lnTo>
                  <a:pt x="832815" y="2293377"/>
                </a:lnTo>
                <a:lnTo>
                  <a:pt x="805544" y="2311882"/>
                </a:lnTo>
                <a:lnTo>
                  <a:pt x="787039" y="2339153"/>
                </a:lnTo>
                <a:lnTo>
                  <a:pt x="780221" y="2372268"/>
                </a:lnTo>
                <a:lnTo>
                  <a:pt x="780221" y="2301419"/>
                </a:lnTo>
                <a:lnTo>
                  <a:pt x="785902" y="2293052"/>
                </a:lnTo>
                <a:lnTo>
                  <a:pt x="821432" y="2269271"/>
                </a:lnTo>
                <a:lnTo>
                  <a:pt x="864631" y="2260587"/>
                </a:lnTo>
                <a:lnTo>
                  <a:pt x="907830" y="2269454"/>
                </a:lnTo>
                <a:lnTo>
                  <a:pt x="943360" y="2293539"/>
                </a:lnTo>
                <a:lnTo>
                  <a:pt x="951638" y="2305752"/>
                </a:lnTo>
                <a:close/>
              </a:path>
              <a:path w="2607945" h="2484120">
                <a:moveTo>
                  <a:pt x="1537315" y="1169749"/>
                </a:moveTo>
                <a:lnTo>
                  <a:pt x="1532993" y="1190872"/>
                </a:lnTo>
                <a:lnTo>
                  <a:pt x="1521244" y="1208220"/>
                </a:lnTo>
                <a:lnTo>
                  <a:pt x="1503895" y="1219969"/>
                </a:lnTo>
                <a:lnTo>
                  <a:pt x="1482772" y="1224291"/>
                </a:lnTo>
                <a:lnTo>
                  <a:pt x="1461650" y="1219969"/>
                </a:lnTo>
                <a:lnTo>
                  <a:pt x="1444301" y="1208220"/>
                </a:lnTo>
                <a:lnTo>
                  <a:pt x="1432552" y="1190872"/>
                </a:lnTo>
                <a:lnTo>
                  <a:pt x="1428230" y="1169749"/>
                </a:lnTo>
                <a:lnTo>
                  <a:pt x="1432552" y="1148626"/>
                </a:lnTo>
                <a:lnTo>
                  <a:pt x="1444301" y="1131277"/>
                </a:lnTo>
                <a:lnTo>
                  <a:pt x="1454202" y="1124572"/>
                </a:lnTo>
                <a:lnTo>
                  <a:pt x="1454202" y="1169749"/>
                </a:lnTo>
                <a:lnTo>
                  <a:pt x="1456475" y="1180787"/>
                </a:lnTo>
                <a:lnTo>
                  <a:pt x="1462643" y="1189877"/>
                </a:lnTo>
                <a:lnTo>
                  <a:pt x="1471734" y="1196046"/>
                </a:lnTo>
                <a:lnTo>
                  <a:pt x="1482772" y="1198318"/>
                </a:lnTo>
                <a:lnTo>
                  <a:pt x="1493811" y="1196046"/>
                </a:lnTo>
                <a:lnTo>
                  <a:pt x="1502901" y="1189877"/>
                </a:lnTo>
                <a:lnTo>
                  <a:pt x="1509069" y="1180787"/>
                </a:lnTo>
                <a:lnTo>
                  <a:pt x="1511342" y="1169749"/>
                </a:lnTo>
                <a:lnTo>
                  <a:pt x="1511342" y="1124572"/>
                </a:lnTo>
                <a:lnTo>
                  <a:pt x="1521244" y="1131277"/>
                </a:lnTo>
                <a:lnTo>
                  <a:pt x="1532993" y="1148626"/>
                </a:lnTo>
                <a:lnTo>
                  <a:pt x="1537315" y="1169749"/>
                </a:lnTo>
                <a:close/>
              </a:path>
              <a:path w="2607945" h="2484120">
                <a:moveTo>
                  <a:pt x="1511342" y="1124572"/>
                </a:moveTo>
                <a:lnTo>
                  <a:pt x="1511342" y="1169749"/>
                </a:lnTo>
                <a:lnTo>
                  <a:pt x="1509069" y="1158711"/>
                </a:lnTo>
                <a:lnTo>
                  <a:pt x="1502901" y="1149620"/>
                </a:lnTo>
                <a:lnTo>
                  <a:pt x="1493811" y="1143452"/>
                </a:lnTo>
                <a:lnTo>
                  <a:pt x="1482772" y="1141179"/>
                </a:lnTo>
                <a:lnTo>
                  <a:pt x="1471734" y="1143452"/>
                </a:lnTo>
                <a:lnTo>
                  <a:pt x="1462643" y="1149620"/>
                </a:lnTo>
                <a:lnTo>
                  <a:pt x="1456475" y="1158711"/>
                </a:lnTo>
                <a:lnTo>
                  <a:pt x="1454202" y="1169749"/>
                </a:lnTo>
                <a:lnTo>
                  <a:pt x="1454202" y="1124572"/>
                </a:lnTo>
                <a:lnTo>
                  <a:pt x="1461650" y="1119529"/>
                </a:lnTo>
                <a:lnTo>
                  <a:pt x="1482772" y="1115207"/>
                </a:lnTo>
                <a:lnTo>
                  <a:pt x="1503895" y="1119529"/>
                </a:lnTo>
                <a:lnTo>
                  <a:pt x="1511342" y="1124572"/>
                </a:lnTo>
                <a:close/>
              </a:path>
              <a:path w="2607945" h="2484120">
                <a:moveTo>
                  <a:pt x="2232074" y="1659327"/>
                </a:moveTo>
                <a:lnTo>
                  <a:pt x="2227955" y="1680247"/>
                </a:lnTo>
                <a:lnTo>
                  <a:pt x="2216653" y="1697150"/>
                </a:lnTo>
                <a:lnTo>
                  <a:pt x="2199751" y="1708452"/>
                </a:lnTo>
                <a:lnTo>
                  <a:pt x="2178831" y="1712571"/>
                </a:lnTo>
                <a:lnTo>
                  <a:pt x="2157911" y="1708452"/>
                </a:lnTo>
                <a:lnTo>
                  <a:pt x="2141009" y="1697150"/>
                </a:lnTo>
                <a:lnTo>
                  <a:pt x="2129707" y="1680247"/>
                </a:lnTo>
                <a:lnTo>
                  <a:pt x="2125588" y="1659327"/>
                </a:lnTo>
                <a:lnTo>
                  <a:pt x="2129707" y="1638408"/>
                </a:lnTo>
                <a:lnTo>
                  <a:pt x="2141009" y="1621505"/>
                </a:lnTo>
                <a:lnTo>
                  <a:pt x="2157911" y="1610203"/>
                </a:lnTo>
                <a:lnTo>
                  <a:pt x="2178831" y="1606084"/>
                </a:lnTo>
                <a:lnTo>
                  <a:pt x="2199751" y="1610203"/>
                </a:lnTo>
                <a:lnTo>
                  <a:pt x="2216653" y="1621505"/>
                </a:lnTo>
                <a:lnTo>
                  <a:pt x="2227955" y="1638408"/>
                </a:lnTo>
                <a:lnTo>
                  <a:pt x="2232074" y="1659327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9691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00"/>
              </a:spcBef>
            </a:pPr>
            <a:r>
              <a:rPr spc="245" dirty="0"/>
              <a:t>Key</a:t>
            </a:r>
            <a:r>
              <a:rPr spc="-90" dirty="0"/>
              <a:t> </a:t>
            </a:r>
            <a:r>
              <a:rPr spc="155" dirty="0"/>
              <a:t>Features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75947" y="2835728"/>
            <a:ext cx="8333105" cy="578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" indent="-252095">
              <a:lnSpc>
                <a:spcPct val="100000"/>
              </a:lnSpc>
              <a:spcBef>
                <a:spcPts val="95"/>
              </a:spcBef>
              <a:buSzPct val="86458"/>
              <a:buChar char="•"/>
              <a:tabLst>
                <a:tab pos="253365" algn="l"/>
              </a:tabLst>
            </a:pP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Create</a:t>
            </a:r>
            <a:r>
              <a:rPr sz="4800" spc="-3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5" dirty="0">
                <a:solidFill>
                  <a:srgbClr val="293C62"/>
                </a:solidFill>
                <a:latin typeface="Tahoma"/>
                <a:cs typeface="Tahoma"/>
              </a:rPr>
              <a:t>save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buSzPct val="86458"/>
              <a:buChar char="•"/>
              <a:tabLst>
                <a:tab pos="253365" algn="l"/>
              </a:tabLst>
            </a:pPr>
            <a:r>
              <a:rPr sz="4800" spc="95" dirty="0">
                <a:solidFill>
                  <a:srgbClr val="293C62"/>
                </a:solidFill>
                <a:latin typeface="Tahoma"/>
                <a:cs typeface="Tahoma"/>
              </a:rPr>
              <a:t>Edit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110" dirty="0">
                <a:solidFill>
                  <a:srgbClr val="293C62"/>
                </a:solidFill>
                <a:latin typeface="Tahoma"/>
                <a:cs typeface="Tahoma"/>
              </a:rPr>
              <a:t>delete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293C62"/>
                </a:solidFill>
                <a:latin typeface="Tahoma"/>
                <a:cs typeface="Tahoma"/>
              </a:rPr>
              <a:t>existing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buSzPct val="86458"/>
              <a:buChar char="•"/>
              <a:tabLst>
                <a:tab pos="253365" algn="l"/>
              </a:tabLst>
            </a:pP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Search</a:t>
            </a:r>
            <a:r>
              <a:rPr sz="4800" spc="-2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2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dirty="0">
                <a:solidFill>
                  <a:srgbClr val="293C62"/>
                </a:solidFill>
                <a:latin typeface="Tahoma"/>
                <a:cs typeface="Tahoma"/>
              </a:rPr>
              <a:t>organize</a:t>
            </a:r>
            <a:r>
              <a:rPr sz="4800" spc="-2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spcBef>
                <a:spcPts val="5"/>
              </a:spcBef>
              <a:buSzPct val="86458"/>
              <a:buChar char="•"/>
              <a:tabLst>
                <a:tab pos="253365" algn="l"/>
              </a:tabLst>
            </a:pPr>
            <a:r>
              <a:rPr sz="4800" spc="114" dirty="0">
                <a:solidFill>
                  <a:srgbClr val="293C62"/>
                </a:solidFill>
                <a:latin typeface="Tahoma"/>
                <a:cs typeface="Tahoma"/>
              </a:rPr>
              <a:t>User-</a:t>
            </a: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friendly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293C62"/>
                </a:solidFill>
                <a:latin typeface="Tahoma"/>
                <a:cs typeface="Tahoma"/>
              </a:rPr>
              <a:t>interface</a:t>
            </a:r>
            <a:endParaRPr sz="4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04" y="926427"/>
            <a:ext cx="444312" cy="3229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1041" y="1701959"/>
            <a:ext cx="4606051" cy="690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75" y="1601655"/>
            <a:ext cx="8801099" cy="8448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0466" y="389379"/>
            <a:ext cx="5153025" cy="98964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365" dirty="0">
                <a:latin typeface="Cambria"/>
                <a:cs typeface="Cambria"/>
              </a:rPr>
              <a:t>User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285" dirty="0">
                <a:latin typeface="Cambria"/>
                <a:cs typeface="Cambria"/>
              </a:rPr>
              <a:t>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601655"/>
            <a:ext cx="7048499" cy="86853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610" y="219606"/>
            <a:ext cx="5800724" cy="10067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365" dirty="0">
                <a:latin typeface="Cambria"/>
                <a:cs typeface="Cambria"/>
              </a:rPr>
              <a:t>User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285" dirty="0">
                <a:latin typeface="Cambria"/>
                <a:cs typeface="Cambria"/>
              </a:rPr>
              <a:t>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1236" y="8379101"/>
            <a:ext cx="4773233" cy="19078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060058" y="-742"/>
            <a:ext cx="5227955" cy="6272530"/>
            <a:chOff x="13060058" y="-742"/>
            <a:chExt cx="5227955" cy="62725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0058" y="-742"/>
              <a:ext cx="5226813" cy="2290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3836" y="471295"/>
              <a:ext cx="2614163" cy="580044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12189" y="2759199"/>
            <a:ext cx="8531860" cy="7527925"/>
            <a:chOff x="-12189" y="2759199"/>
            <a:chExt cx="8531860" cy="7527925"/>
          </a:xfrm>
        </p:grpSpPr>
        <p:sp>
          <p:nvSpPr>
            <p:cNvPr id="7" name="object 7"/>
            <p:cNvSpPr/>
            <p:nvPr/>
          </p:nvSpPr>
          <p:spPr>
            <a:xfrm>
              <a:off x="0" y="2759199"/>
              <a:ext cx="1889125" cy="5720715"/>
            </a:xfrm>
            <a:custGeom>
              <a:avLst/>
              <a:gdLst/>
              <a:ahLst/>
              <a:cxnLst/>
              <a:rect l="l" t="t" r="r" b="b"/>
              <a:pathLst>
                <a:path w="1889125" h="5720715">
                  <a:moveTo>
                    <a:pt x="1631802" y="1937442"/>
                  </a:moveTo>
                  <a:lnTo>
                    <a:pt x="1655855" y="2025106"/>
                  </a:lnTo>
                  <a:lnTo>
                    <a:pt x="1676670" y="2112946"/>
                  </a:lnTo>
                  <a:lnTo>
                    <a:pt x="1694166" y="2200855"/>
                  </a:lnTo>
                  <a:lnTo>
                    <a:pt x="1708263" y="2288729"/>
                  </a:lnTo>
                  <a:lnTo>
                    <a:pt x="1718882" y="2376461"/>
                  </a:lnTo>
                  <a:lnTo>
                    <a:pt x="1722862" y="2420240"/>
                  </a:lnTo>
                  <a:lnTo>
                    <a:pt x="1741690" y="2462516"/>
                  </a:lnTo>
                  <a:lnTo>
                    <a:pt x="1759321" y="2505156"/>
                  </a:lnTo>
                  <a:lnTo>
                    <a:pt x="1775766" y="2548143"/>
                  </a:lnTo>
                  <a:lnTo>
                    <a:pt x="1791037" y="2591459"/>
                  </a:lnTo>
                  <a:lnTo>
                    <a:pt x="1805148" y="2635087"/>
                  </a:lnTo>
                  <a:lnTo>
                    <a:pt x="1818111" y="2679010"/>
                  </a:lnTo>
                  <a:lnTo>
                    <a:pt x="1829938" y="2723210"/>
                  </a:lnTo>
                  <a:lnTo>
                    <a:pt x="1840641" y="2767671"/>
                  </a:lnTo>
                  <a:lnTo>
                    <a:pt x="1850233" y="2812374"/>
                  </a:lnTo>
                  <a:lnTo>
                    <a:pt x="1858727" y="2857303"/>
                  </a:lnTo>
                  <a:lnTo>
                    <a:pt x="1866134" y="2902440"/>
                  </a:lnTo>
                  <a:lnTo>
                    <a:pt x="1872468" y="2947768"/>
                  </a:lnTo>
                  <a:lnTo>
                    <a:pt x="1877740" y="2993270"/>
                  </a:lnTo>
                  <a:lnTo>
                    <a:pt x="1881963" y="3038928"/>
                  </a:lnTo>
                  <a:lnTo>
                    <a:pt x="1885150" y="3084725"/>
                  </a:lnTo>
                  <a:lnTo>
                    <a:pt x="1887312" y="3130644"/>
                  </a:lnTo>
                  <a:lnTo>
                    <a:pt x="1888614" y="3222778"/>
                  </a:lnTo>
                  <a:lnTo>
                    <a:pt x="1885968" y="3315192"/>
                  </a:lnTo>
                  <a:lnTo>
                    <a:pt x="1879474" y="3407748"/>
                  </a:lnTo>
                  <a:lnTo>
                    <a:pt x="1869230" y="3500307"/>
                  </a:lnTo>
                  <a:lnTo>
                    <a:pt x="1855337" y="3592730"/>
                  </a:lnTo>
                  <a:lnTo>
                    <a:pt x="1837893" y="3684880"/>
                  </a:lnTo>
                  <a:lnTo>
                    <a:pt x="1816997" y="3776618"/>
                  </a:lnTo>
                  <a:lnTo>
                    <a:pt x="1792750" y="3867806"/>
                  </a:lnTo>
                  <a:lnTo>
                    <a:pt x="1765249" y="3958305"/>
                  </a:lnTo>
                  <a:lnTo>
                    <a:pt x="1734596" y="4047978"/>
                  </a:lnTo>
                  <a:lnTo>
                    <a:pt x="1700888" y="4136685"/>
                  </a:lnTo>
                  <a:lnTo>
                    <a:pt x="1664225" y="4224289"/>
                  </a:lnTo>
                  <a:lnTo>
                    <a:pt x="1624706" y="4310651"/>
                  </a:lnTo>
                  <a:lnTo>
                    <a:pt x="1582431" y="4395632"/>
                  </a:lnTo>
                  <a:lnTo>
                    <a:pt x="1537499" y="4479096"/>
                  </a:lnTo>
                  <a:lnTo>
                    <a:pt x="1490010" y="4560902"/>
                  </a:lnTo>
                  <a:lnTo>
                    <a:pt x="1440062" y="4640914"/>
                  </a:lnTo>
                  <a:lnTo>
                    <a:pt x="1387754" y="4718991"/>
                  </a:lnTo>
                  <a:lnTo>
                    <a:pt x="1333187" y="4794998"/>
                  </a:lnTo>
                  <a:lnTo>
                    <a:pt x="1276460" y="4868794"/>
                  </a:lnTo>
                  <a:lnTo>
                    <a:pt x="1217670" y="4940241"/>
                  </a:lnTo>
                  <a:lnTo>
                    <a:pt x="1156919" y="5009202"/>
                  </a:lnTo>
                  <a:lnTo>
                    <a:pt x="1094305" y="5075537"/>
                  </a:lnTo>
                  <a:lnTo>
                    <a:pt x="1029928" y="5139110"/>
                  </a:lnTo>
                  <a:lnTo>
                    <a:pt x="963887" y="5199780"/>
                  </a:lnTo>
                  <a:lnTo>
                    <a:pt x="896280" y="5257411"/>
                  </a:lnTo>
                  <a:lnTo>
                    <a:pt x="827209" y="5311863"/>
                  </a:lnTo>
                  <a:lnTo>
                    <a:pt x="756770" y="5362998"/>
                  </a:lnTo>
                  <a:lnTo>
                    <a:pt x="685065" y="5410678"/>
                  </a:lnTo>
                  <a:lnTo>
                    <a:pt x="612192" y="5454765"/>
                  </a:lnTo>
                  <a:lnTo>
                    <a:pt x="538251" y="5495120"/>
                  </a:lnTo>
                  <a:lnTo>
                    <a:pt x="463340" y="5531605"/>
                  </a:lnTo>
                  <a:lnTo>
                    <a:pt x="334732" y="5588687"/>
                  </a:lnTo>
                  <a:lnTo>
                    <a:pt x="203766" y="5643161"/>
                  </a:lnTo>
                  <a:lnTo>
                    <a:pt x="70662" y="5694811"/>
                  </a:lnTo>
                  <a:lnTo>
                    <a:pt x="0" y="5720672"/>
                  </a:lnTo>
                  <a:lnTo>
                    <a:pt x="0" y="0"/>
                  </a:lnTo>
                  <a:lnTo>
                    <a:pt x="50466" y="24688"/>
                  </a:lnTo>
                  <a:lnTo>
                    <a:pt x="131724" y="67500"/>
                  </a:lnTo>
                  <a:lnTo>
                    <a:pt x="211904" y="113352"/>
                  </a:lnTo>
                  <a:lnTo>
                    <a:pt x="290924" y="162138"/>
                  </a:lnTo>
                  <a:lnTo>
                    <a:pt x="368706" y="213753"/>
                  </a:lnTo>
                  <a:lnTo>
                    <a:pt x="445169" y="268089"/>
                  </a:lnTo>
                  <a:lnTo>
                    <a:pt x="520233" y="325041"/>
                  </a:lnTo>
                  <a:lnTo>
                    <a:pt x="593818" y="384503"/>
                  </a:lnTo>
                  <a:lnTo>
                    <a:pt x="665845" y="446369"/>
                  </a:lnTo>
                  <a:lnTo>
                    <a:pt x="736233" y="510532"/>
                  </a:lnTo>
                  <a:lnTo>
                    <a:pt x="804902" y="576887"/>
                  </a:lnTo>
                  <a:lnTo>
                    <a:pt x="871773" y="645328"/>
                  </a:lnTo>
                  <a:lnTo>
                    <a:pt x="936765" y="715748"/>
                  </a:lnTo>
                  <a:lnTo>
                    <a:pt x="999798" y="788041"/>
                  </a:lnTo>
                  <a:lnTo>
                    <a:pt x="1060792" y="862101"/>
                  </a:lnTo>
                  <a:lnTo>
                    <a:pt x="1119668" y="937823"/>
                  </a:lnTo>
                  <a:lnTo>
                    <a:pt x="1176345" y="1015100"/>
                  </a:lnTo>
                  <a:lnTo>
                    <a:pt x="1230744" y="1093826"/>
                  </a:lnTo>
                  <a:lnTo>
                    <a:pt x="1282783" y="1173894"/>
                  </a:lnTo>
                  <a:lnTo>
                    <a:pt x="1332384" y="1255200"/>
                  </a:lnTo>
                  <a:lnTo>
                    <a:pt x="1379467" y="1337636"/>
                  </a:lnTo>
                  <a:lnTo>
                    <a:pt x="1423951" y="1421097"/>
                  </a:lnTo>
                  <a:lnTo>
                    <a:pt x="1465756" y="1505477"/>
                  </a:lnTo>
                  <a:lnTo>
                    <a:pt x="1504802" y="1590669"/>
                  </a:lnTo>
                  <a:lnTo>
                    <a:pt x="1541010" y="1676568"/>
                  </a:lnTo>
                  <a:lnTo>
                    <a:pt x="1574299" y="1763067"/>
                  </a:lnTo>
                  <a:lnTo>
                    <a:pt x="1604590" y="1850061"/>
                  </a:lnTo>
                  <a:lnTo>
                    <a:pt x="1631802" y="1937442"/>
                  </a:lnTo>
                  <a:close/>
                </a:path>
              </a:pathLst>
            </a:custGeom>
            <a:solidFill>
              <a:srgbClr val="B4D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2179" y="2767126"/>
              <a:ext cx="1894839" cy="5400675"/>
            </a:xfrm>
            <a:custGeom>
              <a:avLst/>
              <a:gdLst/>
              <a:ahLst/>
              <a:cxnLst/>
              <a:rect l="l" t="t" r="r" b="b"/>
              <a:pathLst>
                <a:path w="1894839" h="5400675">
                  <a:moveTo>
                    <a:pt x="82232" y="5030990"/>
                  </a:moveTo>
                  <a:lnTo>
                    <a:pt x="22466" y="5004943"/>
                  </a:lnTo>
                  <a:lnTo>
                    <a:pt x="12179" y="4969700"/>
                  </a:lnTo>
                  <a:lnTo>
                    <a:pt x="12179" y="5062931"/>
                  </a:lnTo>
                  <a:lnTo>
                    <a:pt x="82232" y="5030990"/>
                  </a:lnTo>
                  <a:close/>
                </a:path>
                <a:path w="1894839" h="5400675">
                  <a:moveTo>
                    <a:pt x="95402" y="626046"/>
                  </a:moveTo>
                  <a:lnTo>
                    <a:pt x="36334" y="604977"/>
                  </a:lnTo>
                  <a:lnTo>
                    <a:pt x="47675" y="643801"/>
                  </a:lnTo>
                  <a:lnTo>
                    <a:pt x="95402" y="626046"/>
                  </a:lnTo>
                  <a:close/>
                </a:path>
                <a:path w="1894839" h="5400675">
                  <a:moveTo>
                    <a:pt x="136817" y="3983710"/>
                  </a:moveTo>
                  <a:lnTo>
                    <a:pt x="47434" y="3677716"/>
                  </a:lnTo>
                  <a:lnTo>
                    <a:pt x="927" y="3699637"/>
                  </a:lnTo>
                  <a:lnTo>
                    <a:pt x="7251" y="3721303"/>
                  </a:lnTo>
                  <a:lnTo>
                    <a:pt x="9994" y="3866578"/>
                  </a:lnTo>
                  <a:lnTo>
                    <a:pt x="47574" y="3859365"/>
                  </a:lnTo>
                  <a:lnTo>
                    <a:pt x="81876" y="3976789"/>
                  </a:lnTo>
                  <a:lnTo>
                    <a:pt x="82626" y="3979341"/>
                  </a:lnTo>
                  <a:lnTo>
                    <a:pt x="136817" y="3983710"/>
                  </a:lnTo>
                  <a:close/>
                </a:path>
                <a:path w="1894839" h="5400675">
                  <a:moveTo>
                    <a:pt x="139890" y="4718951"/>
                  </a:moveTo>
                  <a:lnTo>
                    <a:pt x="112179" y="4624082"/>
                  </a:lnTo>
                  <a:lnTo>
                    <a:pt x="63588" y="4638891"/>
                  </a:lnTo>
                  <a:lnTo>
                    <a:pt x="85166" y="4712754"/>
                  </a:lnTo>
                  <a:lnTo>
                    <a:pt x="139890" y="4718951"/>
                  </a:lnTo>
                  <a:close/>
                </a:path>
                <a:path w="1894839" h="5400675">
                  <a:moveTo>
                    <a:pt x="155054" y="3864978"/>
                  </a:moveTo>
                  <a:lnTo>
                    <a:pt x="27355" y="3427806"/>
                  </a:lnTo>
                  <a:lnTo>
                    <a:pt x="2235" y="3432352"/>
                  </a:lnTo>
                  <a:lnTo>
                    <a:pt x="7950" y="3542500"/>
                  </a:lnTo>
                  <a:lnTo>
                    <a:pt x="1130" y="3609759"/>
                  </a:lnTo>
                  <a:lnTo>
                    <a:pt x="24993" y="3600881"/>
                  </a:lnTo>
                  <a:lnTo>
                    <a:pt x="47434" y="3677716"/>
                  </a:lnTo>
                  <a:lnTo>
                    <a:pt x="110972" y="3895229"/>
                  </a:lnTo>
                  <a:lnTo>
                    <a:pt x="155054" y="3864978"/>
                  </a:lnTo>
                  <a:close/>
                </a:path>
                <a:path w="1894839" h="5400675">
                  <a:moveTo>
                    <a:pt x="165963" y="4986502"/>
                  </a:moveTo>
                  <a:lnTo>
                    <a:pt x="159118" y="4963071"/>
                  </a:lnTo>
                  <a:lnTo>
                    <a:pt x="150482" y="4952530"/>
                  </a:lnTo>
                  <a:lnTo>
                    <a:pt x="164312" y="4999875"/>
                  </a:lnTo>
                  <a:lnTo>
                    <a:pt x="165963" y="4986502"/>
                  </a:lnTo>
                  <a:close/>
                </a:path>
                <a:path w="1894839" h="5400675">
                  <a:moveTo>
                    <a:pt x="196672" y="791527"/>
                  </a:moveTo>
                  <a:lnTo>
                    <a:pt x="158584" y="661149"/>
                  </a:lnTo>
                  <a:lnTo>
                    <a:pt x="103378" y="653338"/>
                  </a:lnTo>
                  <a:lnTo>
                    <a:pt x="109855" y="675525"/>
                  </a:lnTo>
                  <a:lnTo>
                    <a:pt x="63906" y="699401"/>
                  </a:lnTo>
                  <a:lnTo>
                    <a:pt x="21348" y="553681"/>
                  </a:lnTo>
                  <a:lnTo>
                    <a:pt x="9334" y="557822"/>
                  </a:lnTo>
                  <a:lnTo>
                    <a:pt x="7048" y="685888"/>
                  </a:lnTo>
                  <a:lnTo>
                    <a:pt x="25793" y="750125"/>
                  </a:lnTo>
                  <a:lnTo>
                    <a:pt x="685" y="754672"/>
                  </a:lnTo>
                  <a:lnTo>
                    <a:pt x="7023" y="866940"/>
                  </a:lnTo>
                  <a:lnTo>
                    <a:pt x="7658" y="866787"/>
                  </a:lnTo>
                  <a:lnTo>
                    <a:pt x="56375" y="854773"/>
                  </a:lnTo>
                  <a:lnTo>
                    <a:pt x="41059" y="802347"/>
                  </a:lnTo>
                  <a:lnTo>
                    <a:pt x="196672" y="791527"/>
                  </a:lnTo>
                  <a:close/>
                </a:path>
                <a:path w="1894839" h="5400675">
                  <a:moveTo>
                    <a:pt x="208280" y="2824251"/>
                  </a:moveTo>
                  <a:lnTo>
                    <a:pt x="183083" y="2737967"/>
                  </a:lnTo>
                  <a:lnTo>
                    <a:pt x="135915" y="2757678"/>
                  </a:lnTo>
                  <a:lnTo>
                    <a:pt x="160820" y="2842933"/>
                  </a:lnTo>
                  <a:lnTo>
                    <a:pt x="172986" y="2839288"/>
                  </a:lnTo>
                  <a:lnTo>
                    <a:pt x="208280" y="2824251"/>
                  </a:lnTo>
                  <a:close/>
                </a:path>
                <a:path w="1894839" h="5400675">
                  <a:moveTo>
                    <a:pt x="216014" y="4798352"/>
                  </a:moveTo>
                  <a:lnTo>
                    <a:pt x="145326" y="4737532"/>
                  </a:lnTo>
                  <a:lnTo>
                    <a:pt x="178485" y="4851044"/>
                  </a:lnTo>
                  <a:lnTo>
                    <a:pt x="216014" y="4798352"/>
                  </a:lnTo>
                  <a:close/>
                </a:path>
                <a:path w="1894839" h="5400675">
                  <a:moveTo>
                    <a:pt x="243128" y="225869"/>
                  </a:moveTo>
                  <a:lnTo>
                    <a:pt x="233057" y="191376"/>
                  </a:lnTo>
                  <a:lnTo>
                    <a:pt x="184404" y="206006"/>
                  </a:lnTo>
                  <a:lnTo>
                    <a:pt x="143090" y="64592"/>
                  </a:lnTo>
                  <a:lnTo>
                    <a:pt x="96507" y="40970"/>
                  </a:lnTo>
                  <a:lnTo>
                    <a:pt x="80924" y="32931"/>
                  </a:lnTo>
                  <a:lnTo>
                    <a:pt x="53314" y="28994"/>
                  </a:lnTo>
                  <a:lnTo>
                    <a:pt x="18859" y="1676"/>
                  </a:lnTo>
                  <a:lnTo>
                    <a:pt x="18783" y="1371"/>
                  </a:lnTo>
                  <a:lnTo>
                    <a:pt x="5168" y="0"/>
                  </a:lnTo>
                  <a:lnTo>
                    <a:pt x="11087" y="110883"/>
                  </a:lnTo>
                  <a:lnTo>
                    <a:pt x="47180" y="98615"/>
                  </a:lnTo>
                  <a:lnTo>
                    <a:pt x="52692" y="117513"/>
                  </a:lnTo>
                  <a:lnTo>
                    <a:pt x="2222" y="125806"/>
                  </a:lnTo>
                  <a:lnTo>
                    <a:pt x="21577" y="192100"/>
                  </a:lnTo>
                  <a:lnTo>
                    <a:pt x="72580" y="185610"/>
                  </a:lnTo>
                  <a:lnTo>
                    <a:pt x="86639" y="233680"/>
                  </a:lnTo>
                  <a:lnTo>
                    <a:pt x="86804" y="233705"/>
                  </a:lnTo>
                  <a:lnTo>
                    <a:pt x="142455" y="243598"/>
                  </a:lnTo>
                  <a:lnTo>
                    <a:pt x="148932" y="265734"/>
                  </a:lnTo>
                  <a:lnTo>
                    <a:pt x="203555" y="271602"/>
                  </a:lnTo>
                  <a:lnTo>
                    <a:pt x="243128" y="225869"/>
                  </a:lnTo>
                  <a:close/>
                </a:path>
                <a:path w="1894839" h="5400675">
                  <a:moveTo>
                    <a:pt x="249770" y="1335659"/>
                  </a:moveTo>
                  <a:lnTo>
                    <a:pt x="180009" y="1096860"/>
                  </a:lnTo>
                  <a:lnTo>
                    <a:pt x="129946" y="1106639"/>
                  </a:lnTo>
                  <a:lnTo>
                    <a:pt x="169799" y="1243126"/>
                  </a:lnTo>
                  <a:lnTo>
                    <a:pt x="116522" y="1060704"/>
                  </a:lnTo>
                  <a:lnTo>
                    <a:pt x="70307" y="1083627"/>
                  </a:lnTo>
                  <a:lnTo>
                    <a:pt x="97205" y="1175740"/>
                  </a:lnTo>
                  <a:lnTo>
                    <a:pt x="25806" y="1112469"/>
                  </a:lnTo>
                  <a:lnTo>
                    <a:pt x="5638" y="1043406"/>
                  </a:lnTo>
                  <a:lnTo>
                    <a:pt x="10363" y="1195451"/>
                  </a:lnTo>
                  <a:lnTo>
                    <a:pt x="49530" y="1193698"/>
                  </a:lnTo>
                  <a:lnTo>
                    <a:pt x="97523" y="1176807"/>
                  </a:lnTo>
                  <a:lnTo>
                    <a:pt x="120243" y="1254582"/>
                  </a:lnTo>
                  <a:lnTo>
                    <a:pt x="176352" y="1265555"/>
                  </a:lnTo>
                  <a:lnTo>
                    <a:pt x="194017" y="1325994"/>
                  </a:lnTo>
                  <a:lnTo>
                    <a:pt x="249770" y="1335659"/>
                  </a:lnTo>
                  <a:close/>
                </a:path>
                <a:path w="1894839" h="5400675">
                  <a:moveTo>
                    <a:pt x="276415" y="1245730"/>
                  </a:moveTo>
                  <a:lnTo>
                    <a:pt x="237451" y="1112329"/>
                  </a:lnTo>
                  <a:lnTo>
                    <a:pt x="183197" y="1107770"/>
                  </a:lnTo>
                  <a:lnTo>
                    <a:pt x="222580" y="1242580"/>
                  </a:lnTo>
                  <a:lnTo>
                    <a:pt x="276415" y="1245730"/>
                  </a:lnTo>
                  <a:close/>
                </a:path>
                <a:path w="1894839" h="5400675">
                  <a:moveTo>
                    <a:pt x="292544" y="4516831"/>
                  </a:moveTo>
                  <a:lnTo>
                    <a:pt x="232905" y="4493844"/>
                  </a:lnTo>
                  <a:lnTo>
                    <a:pt x="175831" y="4298442"/>
                  </a:lnTo>
                  <a:lnTo>
                    <a:pt x="123291" y="4299737"/>
                  </a:lnTo>
                  <a:lnTo>
                    <a:pt x="199237" y="4559732"/>
                  </a:lnTo>
                  <a:lnTo>
                    <a:pt x="246557" y="4540618"/>
                  </a:lnTo>
                  <a:lnTo>
                    <a:pt x="247751" y="4544669"/>
                  </a:lnTo>
                  <a:lnTo>
                    <a:pt x="292544" y="4516831"/>
                  </a:lnTo>
                  <a:close/>
                </a:path>
                <a:path w="1894839" h="5400675">
                  <a:moveTo>
                    <a:pt x="322300" y="4992205"/>
                  </a:moveTo>
                  <a:lnTo>
                    <a:pt x="321729" y="4991087"/>
                  </a:lnTo>
                  <a:lnTo>
                    <a:pt x="322110" y="4992408"/>
                  </a:lnTo>
                  <a:lnTo>
                    <a:pt x="322300" y="4992205"/>
                  </a:lnTo>
                  <a:close/>
                </a:path>
                <a:path w="1894839" h="5400675">
                  <a:moveTo>
                    <a:pt x="342112" y="1289443"/>
                  </a:moveTo>
                  <a:lnTo>
                    <a:pt x="319722" y="1212786"/>
                  </a:lnTo>
                  <a:lnTo>
                    <a:pt x="264401" y="1204595"/>
                  </a:lnTo>
                  <a:lnTo>
                    <a:pt x="276415" y="1245730"/>
                  </a:lnTo>
                  <a:lnTo>
                    <a:pt x="287769" y="1284566"/>
                  </a:lnTo>
                  <a:lnTo>
                    <a:pt x="342112" y="1289443"/>
                  </a:lnTo>
                  <a:close/>
                </a:path>
                <a:path w="1894839" h="5400675">
                  <a:moveTo>
                    <a:pt x="343204" y="5236146"/>
                  </a:moveTo>
                  <a:lnTo>
                    <a:pt x="319557" y="5190922"/>
                  </a:lnTo>
                  <a:lnTo>
                    <a:pt x="297738" y="5169751"/>
                  </a:lnTo>
                  <a:lnTo>
                    <a:pt x="261023" y="5169052"/>
                  </a:lnTo>
                  <a:lnTo>
                    <a:pt x="207137" y="5181016"/>
                  </a:lnTo>
                  <a:lnTo>
                    <a:pt x="202768" y="5131524"/>
                  </a:lnTo>
                  <a:lnTo>
                    <a:pt x="196062" y="5125720"/>
                  </a:lnTo>
                  <a:lnTo>
                    <a:pt x="196062" y="5268074"/>
                  </a:lnTo>
                  <a:lnTo>
                    <a:pt x="193573" y="5277396"/>
                  </a:lnTo>
                  <a:lnTo>
                    <a:pt x="186309" y="5270398"/>
                  </a:lnTo>
                  <a:lnTo>
                    <a:pt x="196062" y="5268074"/>
                  </a:lnTo>
                  <a:lnTo>
                    <a:pt x="196062" y="5125720"/>
                  </a:lnTo>
                  <a:lnTo>
                    <a:pt x="189268" y="5119814"/>
                  </a:lnTo>
                  <a:lnTo>
                    <a:pt x="175298" y="5107698"/>
                  </a:lnTo>
                  <a:lnTo>
                    <a:pt x="156819" y="5080190"/>
                  </a:lnTo>
                  <a:lnTo>
                    <a:pt x="152552" y="5047729"/>
                  </a:lnTo>
                  <a:lnTo>
                    <a:pt x="162407" y="5010023"/>
                  </a:lnTo>
                  <a:lnTo>
                    <a:pt x="165658" y="5004486"/>
                  </a:lnTo>
                  <a:lnTo>
                    <a:pt x="149098" y="4947805"/>
                  </a:lnTo>
                  <a:lnTo>
                    <a:pt x="130860" y="4937747"/>
                  </a:lnTo>
                  <a:lnTo>
                    <a:pt x="123367" y="4929949"/>
                  </a:lnTo>
                  <a:lnTo>
                    <a:pt x="111264" y="4924196"/>
                  </a:lnTo>
                  <a:lnTo>
                    <a:pt x="94043" y="4918837"/>
                  </a:lnTo>
                  <a:lnTo>
                    <a:pt x="90906" y="4925961"/>
                  </a:lnTo>
                  <a:lnTo>
                    <a:pt x="82270" y="4932083"/>
                  </a:lnTo>
                  <a:lnTo>
                    <a:pt x="137439" y="4978095"/>
                  </a:lnTo>
                  <a:lnTo>
                    <a:pt x="131381" y="4993068"/>
                  </a:lnTo>
                  <a:lnTo>
                    <a:pt x="122301" y="5015547"/>
                  </a:lnTo>
                  <a:lnTo>
                    <a:pt x="116243" y="5030521"/>
                  </a:lnTo>
                  <a:lnTo>
                    <a:pt x="88988" y="5097932"/>
                  </a:lnTo>
                  <a:lnTo>
                    <a:pt x="85966" y="5105425"/>
                  </a:lnTo>
                  <a:lnTo>
                    <a:pt x="92773" y="5128755"/>
                  </a:lnTo>
                  <a:lnTo>
                    <a:pt x="102641" y="5144681"/>
                  </a:lnTo>
                  <a:lnTo>
                    <a:pt x="102222" y="5161077"/>
                  </a:lnTo>
                  <a:lnTo>
                    <a:pt x="90779" y="5175466"/>
                  </a:lnTo>
                  <a:lnTo>
                    <a:pt x="80924" y="5177460"/>
                  </a:lnTo>
                  <a:lnTo>
                    <a:pt x="75501" y="5176761"/>
                  </a:lnTo>
                  <a:lnTo>
                    <a:pt x="64668" y="5175377"/>
                  </a:lnTo>
                  <a:lnTo>
                    <a:pt x="47726" y="5170932"/>
                  </a:lnTo>
                  <a:lnTo>
                    <a:pt x="35814" y="5165864"/>
                  </a:lnTo>
                  <a:lnTo>
                    <a:pt x="38811" y="5176126"/>
                  </a:lnTo>
                  <a:lnTo>
                    <a:pt x="37503" y="5189486"/>
                  </a:lnTo>
                  <a:lnTo>
                    <a:pt x="39141" y="5195113"/>
                  </a:lnTo>
                  <a:lnTo>
                    <a:pt x="32600" y="5208448"/>
                  </a:lnTo>
                  <a:lnTo>
                    <a:pt x="29159" y="5214531"/>
                  </a:lnTo>
                  <a:lnTo>
                    <a:pt x="21945" y="5225516"/>
                  </a:lnTo>
                  <a:lnTo>
                    <a:pt x="18110" y="5230253"/>
                  </a:lnTo>
                  <a:lnTo>
                    <a:pt x="14058" y="5234229"/>
                  </a:lnTo>
                  <a:lnTo>
                    <a:pt x="12179" y="5233428"/>
                  </a:lnTo>
                  <a:lnTo>
                    <a:pt x="12179" y="5356999"/>
                  </a:lnTo>
                  <a:lnTo>
                    <a:pt x="68084" y="5347754"/>
                  </a:lnTo>
                  <a:lnTo>
                    <a:pt x="86194" y="5284775"/>
                  </a:lnTo>
                  <a:lnTo>
                    <a:pt x="115989" y="5315331"/>
                  </a:lnTo>
                  <a:lnTo>
                    <a:pt x="113842" y="5343703"/>
                  </a:lnTo>
                  <a:lnTo>
                    <a:pt x="96062" y="5372138"/>
                  </a:lnTo>
                  <a:lnTo>
                    <a:pt x="88595" y="5400129"/>
                  </a:lnTo>
                  <a:lnTo>
                    <a:pt x="186067" y="5394553"/>
                  </a:lnTo>
                  <a:lnTo>
                    <a:pt x="190030" y="5390261"/>
                  </a:lnTo>
                  <a:lnTo>
                    <a:pt x="193890" y="5385638"/>
                  </a:lnTo>
                  <a:lnTo>
                    <a:pt x="205740" y="5319065"/>
                  </a:lnTo>
                  <a:lnTo>
                    <a:pt x="267716" y="5263413"/>
                  </a:lnTo>
                  <a:lnTo>
                    <a:pt x="286410" y="5256009"/>
                  </a:lnTo>
                  <a:lnTo>
                    <a:pt x="307136" y="5255514"/>
                  </a:lnTo>
                  <a:lnTo>
                    <a:pt x="327012" y="5252148"/>
                  </a:lnTo>
                  <a:lnTo>
                    <a:pt x="343204" y="5236146"/>
                  </a:lnTo>
                  <a:close/>
                </a:path>
                <a:path w="1894839" h="5400675">
                  <a:moveTo>
                    <a:pt x="357225" y="1160005"/>
                  </a:moveTo>
                  <a:lnTo>
                    <a:pt x="335292" y="1084922"/>
                  </a:lnTo>
                  <a:lnTo>
                    <a:pt x="293865" y="1124280"/>
                  </a:lnTo>
                  <a:lnTo>
                    <a:pt x="306222" y="1166583"/>
                  </a:lnTo>
                  <a:lnTo>
                    <a:pt x="357225" y="1160005"/>
                  </a:lnTo>
                  <a:close/>
                </a:path>
                <a:path w="1894839" h="5400675">
                  <a:moveTo>
                    <a:pt x="368439" y="4051947"/>
                  </a:moveTo>
                  <a:lnTo>
                    <a:pt x="155803" y="3323996"/>
                  </a:lnTo>
                  <a:lnTo>
                    <a:pt x="143637" y="3327641"/>
                  </a:lnTo>
                  <a:lnTo>
                    <a:pt x="107721" y="3340570"/>
                  </a:lnTo>
                  <a:lnTo>
                    <a:pt x="168478" y="3548583"/>
                  </a:lnTo>
                  <a:lnTo>
                    <a:pt x="217843" y="3717582"/>
                  </a:lnTo>
                  <a:lnTo>
                    <a:pt x="314921" y="4049890"/>
                  </a:lnTo>
                  <a:lnTo>
                    <a:pt x="315264" y="4049903"/>
                  </a:lnTo>
                  <a:lnTo>
                    <a:pt x="368439" y="4051947"/>
                  </a:lnTo>
                  <a:close/>
                </a:path>
                <a:path w="1894839" h="5400675">
                  <a:moveTo>
                    <a:pt x="378142" y="1775142"/>
                  </a:moveTo>
                  <a:lnTo>
                    <a:pt x="368223" y="1741208"/>
                  </a:lnTo>
                  <a:lnTo>
                    <a:pt x="316992" y="1746999"/>
                  </a:lnTo>
                  <a:lnTo>
                    <a:pt x="276453" y="1789379"/>
                  </a:lnTo>
                  <a:lnTo>
                    <a:pt x="280746" y="1804073"/>
                  </a:lnTo>
                  <a:lnTo>
                    <a:pt x="281381" y="1803869"/>
                  </a:lnTo>
                  <a:lnTo>
                    <a:pt x="329209" y="1788807"/>
                  </a:lnTo>
                  <a:lnTo>
                    <a:pt x="378142" y="1775142"/>
                  </a:lnTo>
                  <a:close/>
                </a:path>
                <a:path w="1894839" h="5400675">
                  <a:moveTo>
                    <a:pt x="473417" y="4411319"/>
                  </a:moveTo>
                  <a:lnTo>
                    <a:pt x="461365" y="4370044"/>
                  </a:lnTo>
                  <a:lnTo>
                    <a:pt x="405320" y="4358208"/>
                  </a:lnTo>
                  <a:lnTo>
                    <a:pt x="405028" y="4358373"/>
                  </a:lnTo>
                  <a:lnTo>
                    <a:pt x="434809" y="4460329"/>
                  </a:lnTo>
                  <a:lnTo>
                    <a:pt x="473417" y="4411319"/>
                  </a:lnTo>
                  <a:close/>
                </a:path>
                <a:path w="1894839" h="5400675">
                  <a:moveTo>
                    <a:pt x="550837" y="4721669"/>
                  </a:moveTo>
                  <a:lnTo>
                    <a:pt x="494944" y="4665015"/>
                  </a:lnTo>
                  <a:lnTo>
                    <a:pt x="516013" y="4557128"/>
                  </a:lnTo>
                  <a:lnTo>
                    <a:pt x="465594" y="4565701"/>
                  </a:lnTo>
                  <a:lnTo>
                    <a:pt x="494461" y="4664519"/>
                  </a:lnTo>
                  <a:lnTo>
                    <a:pt x="494804" y="4665713"/>
                  </a:lnTo>
                  <a:lnTo>
                    <a:pt x="217843" y="3717582"/>
                  </a:lnTo>
                  <a:lnTo>
                    <a:pt x="168262" y="3729012"/>
                  </a:lnTo>
                  <a:lnTo>
                    <a:pt x="157187" y="3691090"/>
                  </a:lnTo>
                  <a:lnTo>
                    <a:pt x="105156" y="3694138"/>
                  </a:lnTo>
                  <a:lnTo>
                    <a:pt x="155054" y="3864978"/>
                  </a:lnTo>
                  <a:lnTo>
                    <a:pt x="163588" y="3894201"/>
                  </a:lnTo>
                  <a:lnTo>
                    <a:pt x="110972" y="3895229"/>
                  </a:lnTo>
                  <a:lnTo>
                    <a:pt x="136817" y="3983710"/>
                  </a:lnTo>
                  <a:lnTo>
                    <a:pt x="99999" y="4038841"/>
                  </a:lnTo>
                  <a:lnTo>
                    <a:pt x="149250" y="4026293"/>
                  </a:lnTo>
                  <a:lnTo>
                    <a:pt x="152666" y="4037965"/>
                  </a:lnTo>
                  <a:lnTo>
                    <a:pt x="202615" y="4027817"/>
                  </a:lnTo>
                  <a:lnTo>
                    <a:pt x="212432" y="4061409"/>
                  </a:lnTo>
                  <a:lnTo>
                    <a:pt x="263220" y="4054144"/>
                  </a:lnTo>
                  <a:lnTo>
                    <a:pt x="269887" y="4076941"/>
                  </a:lnTo>
                  <a:lnTo>
                    <a:pt x="234264" y="4136110"/>
                  </a:lnTo>
                  <a:lnTo>
                    <a:pt x="172173" y="4104767"/>
                  </a:lnTo>
                  <a:lnTo>
                    <a:pt x="153847" y="4041991"/>
                  </a:lnTo>
                  <a:lnTo>
                    <a:pt x="102323" y="4046804"/>
                  </a:lnTo>
                  <a:lnTo>
                    <a:pt x="114541" y="4088676"/>
                  </a:lnTo>
                  <a:lnTo>
                    <a:pt x="71412" y="4122140"/>
                  </a:lnTo>
                  <a:lnTo>
                    <a:pt x="30568" y="4163479"/>
                  </a:lnTo>
                  <a:lnTo>
                    <a:pt x="11798" y="4099179"/>
                  </a:lnTo>
                  <a:lnTo>
                    <a:pt x="56172" y="4069956"/>
                  </a:lnTo>
                  <a:lnTo>
                    <a:pt x="51587" y="4054284"/>
                  </a:lnTo>
                  <a:lnTo>
                    <a:pt x="93395" y="4016210"/>
                  </a:lnTo>
                  <a:lnTo>
                    <a:pt x="81876" y="3976789"/>
                  </a:lnTo>
                  <a:lnTo>
                    <a:pt x="31953" y="3987050"/>
                  </a:lnTo>
                  <a:lnTo>
                    <a:pt x="41173" y="4018648"/>
                  </a:lnTo>
                  <a:lnTo>
                    <a:pt x="23736" y="3958945"/>
                  </a:lnTo>
                  <a:lnTo>
                    <a:pt x="11137" y="3961066"/>
                  </a:lnTo>
                  <a:lnTo>
                    <a:pt x="5829" y="4078782"/>
                  </a:lnTo>
                  <a:lnTo>
                    <a:pt x="3721" y="4615065"/>
                  </a:lnTo>
                  <a:lnTo>
                    <a:pt x="12179" y="4870526"/>
                  </a:lnTo>
                  <a:lnTo>
                    <a:pt x="30568" y="4888204"/>
                  </a:lnTo>
                  <a:lnTo>
                    <a:pt x="75463" y="4860734"/>
                  </a:lnTo>
                  <a:lnTo>
                    <a:pt x="48272" y="4767656"/>
                  </a:lnTo>
                  <a:lnTo>
                    <a:pt x="93014" y="4739652"/>
                  </a:lnTo>
                  <a:lnTo>
                    <a:pt x="38163" y="4551870"/>
                  </a:lnTo>
                  <a:lnTo>
                    <a:pt x="132346" y="4511941"/>
                  </a:lnTo>
                  <a:lnTo>
                    <a:pt x="152958" y="4582528"/>
                  </a:lnTo>
                  <a:lnTo>
                    <a:pt x="111213" y="4620755"/>
                  </a:lnTo>
                  <a:lnTo>
                    <a:pt x="112179" y="4624082"/>
                  </a:lnTo>
                  <a:lnTo>
                    <a:pt x="138252" y="4713338"/>
                  </a:lnTo>
                  <a:lnTo>
                    <a:pt x="183781" y="4688027"/>
                  </a:lnTo>
                  <a:lnTo>
                    <a:pt x="180746" y="4677638"/>
                  </a:lnTo>
                  <a:lnTo>
                    <a:pt x="222313" y="4638738"/>
                  </a:lnTo>
                  <a:lnTo>
                    <a:pt x="106616" y="4242663"/>
                  </a:lnTo>
                  <a:lnTo>
                    <a:pt x="156210" y="4231310"/>
                  </a:lnTo>
                  <a:lnTo>
                    <a:pt x="175831" y="4298442"/>
                  </a:lnTo>
                  <a:lnTo>
                    <a:pt x="207670" y="4407433"/>
                  </a:lnTo>
                  <a:lnTo>
                    <a:pt x="239229" y="4334319"/>
                  </a:lnTo>
                  <a:lnTo>
                    <a:pt x="247599" y="4362970"/>
                  </a:lnTo>
                  <a:lnTo>
                    <a:pt x="305028" y="4378363"/>
                  </a:lnTo>
                  <a:lnTo>
                    <a:pt x="258127" y="4399000"/>
                  </a:lnTo>
                  <a:lnTo>
                    <a:pt x="292544" y="4516831"/>
                  </a:lnTo>
                  <a:lnTo>
                    <a:pt x="293560" y="4520298"/>
                  </a:lnTo>
                  <a:lnTo>
                    <a:pt x="340448" y="4499648"/>
                  </a:lnTo>
                  <a:lnTo>
                    <a:pt x="333108" y="4474540"/>
                  </a:lnTo>
                  <a:lnTo>
                    <a:pt x="392239" y="4495812"/>
                  </a:lnTo>
                  <a:lnTo>
                    <a:pt x="441198" y="4663376"/>
                  </a:lnTo>
                  <a:lnTo>
                    <a:pt x="390664" y="4671555"/>
                  </a:lnTo>
                  <a:lnTo>
                    <a:pt x="407466" y="4729099"/>
                  </a:lnTo>
                  <a:lnTo>
                    <a:pt x="362585" y="4575441"/>
                  </a:lnTo>
                  <a:lnTo>
                    <a:pt x="308356" y="4570971"/>
                  </a:lnTo>
                  <a:lnTo>
                    <a:pt x="257060" y="4576534"/>
                  </a:lnTo>
                  <a:lnTo>
                    <a:pt x="265366" y="4604969"/>
                  </a:lnTo>
                  <a:lnTo>
                    <a:pt x="320611" y="4612932"/>
                  </a:lnTo>
                  <a:lnTo>
                    <a:pt x="339585" y="4677867"/>
                  </a:lnTo>
                  <a:lnTo>
                    <a:pt x="299974" y="4723447"/>
                  </a:lnTo>
                  <a:lnTo>
                    <a:pt x="256159" y="4754626"/>
                  </a:lnTo>
                  <a:lnTo>
                    <a:pt x="263220" y="4778832"/>
                  </a:lnTo>
                  <a:lnTo>
                    <a:pt x="215214" y="4795596"/>
                  </a:lnTo>
                  <a:lnTo>
                    <a:pt x="216014" y="4798352"/>
                  </a:lnTo>
                  <a:lnTo>
                    <a:pt x="219163" y="4809121"/>
                  </a:lnTo>
                  <a:lnTo>
                    <a:pt x="271068" y="4805705"/>
                  </a:lnTo>
                  <a:lnTo>
                    <a:pt x="278828" y="4832210"/>
                  </a:lnTo>
                  <a:lnTo>
                    <a:pt x="329514" y="4824539"/>
                  </a:lnTo>
                  <a:lnTo>
                    <a:pt x="332282" y="4834026"/>
                  </a:lnTo>
                  <a:lnTo>
                    <a:pt x="375983" y="4802492"/>
                  </a:lnTo>
                  <a:lnTo>
                    <a:pt x="420408" y="4773371"/>
                  </a:lnTo>
                  <a:lnTo>
                    <a:pt x="414820" y="4754245"/>
                  </a:lnTo>
                  <a:lnTo>
                    <a:pt x="454812" y="4709985"/>
                  </a:lnTo>
                  <a:lnTo>
                    <a:pt x="514184" y="4732058"/>
                  </a:lnTo>
                  <a:lnTo>
                    <a:pt x="526402" y="4728591"/>
                  </a:lnTo>
                  <a:lnTo>
                    <a:pt x="529564" y="4727702"/>
                  </a:lnTo>
                  <a:lnTo>
                    <a:pt x="530618" y="4728756"/>
                  </a:lnTo>
                  <a:lnTo>
                    <a:pt x="530669" y="4727384"/>
                  </a:lnTo>
                  <a:lnTo>
                    <a:pt x="550837" y="4721669"/>
                  </a:lnTo>
                  <a:close/>
                </a:path>
                <a:path w="1894839" h="5400675">
                  <a:moveTo>
                    <a:pt x="563727" y="4720463"/>
                  </a:moveTo>
                  <a:lnTo>
                    <a:pt x="563029" y="4718113"/>
                  </a:lnTo>
                  <a:lnTo>
                    <a:pt x="550837" y="4721669"/>
                  </a:lnTo>
                  <a:lnTo>
                    <a:pt x="563727" y="4720463"/>
                  </a:lnTo>
                  <a:close/>
                </a:path>
                <a:path w="1894839" h="5400675">
                  <a:moveTo>
                    <a:pt x="596531" y="4423613"/>
                  </a:moveTo>
                  <a:lnTo>
                    <a:pt x="595757" y="4420971"/>
                  </a:lnTo>
                  <a:lnTo>
                    <a:pt x="593788" y="4423359"/>
                  </a:lnTo>
                  <a:lnTo>
                    <a:pt x="596531" y="4423613"/>
                  </a:lnTo>
                  <a:close/>
                </a:path>
                <a:path w="1894839" h="5400675">
                  <a:moveTo>
                    <a:pt x="679932" y="4533493"/>
                  </a:moveTo>
                  <a:lnTo>
                    <a:pt x="647153" y="4465980"/>
                  </a:lnTo>
                  <a:lnTo>
                    <a:pt x="637374" y="4445266"/>
                  </a:lnTo>
                  <a:lnTo>
                    <a:pt x="629272" y="4433862"/>
                  </a:lnTo>
                  <a:lnTo>
                    <a:pt x="618845" y="4427486"/>
                  </a:lnTo>
                  <a:lnTo>
                    <a:pt x="606704" y="4424527"/>
                  </a:lnTo>
                  <a:lnTo>
                    <a:pt x="596531" y="4423613"/>
                  </a:lnTo>
                  <a:lnTo>
                    <a:pt x="599186" y="4432706"/>
                  </a:lnTo>
                  <a:lnTo>
                    <a:pt x="602881" y="4440212"/>
                  </a:lnTo>
                  <a:lnTo>
                    <a:pt x="607644" y="4446295"/>
                  </a:lnTo>
                  <a:lnTo>
                    <a:pt x="611809" y="4452759"/>
                  </a:lnTo>
                  <a:lnTo>
                    <a:pt x="618947" y="4466463"/>
                  </a:lnTo>
                  <a:lnTo>
                    <a:pt x="628269" y="4498327"/>
                  </a:lnTo>
                  <a:lnTo>
                    <a:pt x="629754" y="4511218"/>
                  </a:lnTo>
                  <a:lnTo>
                    <a:pt x="629920" y="4518914"/>
                  </a:lnTo>
                  <a:lnTo>
                    <a:pt x="628865" y="4534319"/>
                  </a:lnTo>
                  <a:lnTo>
                    <a:pt x="614680" y="4578121"/>
                  </a:lnTo>
                  <a:lnTo>
                    <a:pt x="610425" y="4585436"/>
                  </a:lnTo>
                  <a:lnTo>
                    <a:pt x="621614" y="4623714"/>
                  </a:lnTo>
                  <a:lnTo>
                    <a:pt x="622414" y="4626483"/>
                  </a:lnTo>
                  <a:lnTo>
                    <a:pt x="610400" y="4585360"/>
                  </a:lnTo>
                  <a:lnTo>
                    <a:pt x="601853" y="4597362"/>
                  </a:lnTo>
                  <a:lnTo>
                    <a:pt x="596849" y="4603191"/>
                  </a:lnTo>
                  <a:lnTo>
                    <a:pt x="591299" y="4608576"/>
                  </a:lnTo>
                  <a:lnTo>
                    <a:pt x="578180" y="4634319"/>
                  </a:lnTo>
                  <a:lnTo>
                    <a:pt x="576999" y="4663186"/>
                  </a:lnTo>
                  <a:lnTo>
                    <a:pt x="577811" y="4690415"/>
                  </a:lnTo>
                  <a:lnTo>
                    <a:pt x="571741" y="4713783"/>
                  </a:lnTo>
                  <a:lnTo>
                    <a:pt x="571347" y="4715332"/>
                  </a:lnTo>
                  <a:lnTo>
                    <a:pt x="571906" y="4714316"/>
                  </a:lnTo>
                  <a:lnTo>
                    <a:pt x="570865" y="4717186"/>
                  </a:lnTo>
                  <a:lnTo>
                    <a:pt x="571347" y="4715332"/>
                  </a:lnTo>
                  <a:lnTo>
                    <a:pt x="570674" y="4716538"/>
                  </a:lnTo>
                  <a:lnTo>
                    <a:pt x="560082" y="4735627"/>
                  </a:lnTo>
                  <a:lnTo>
                    <a:pt x="551510" y="4744047"/>
                  </a:lnTo>
                  <a:lnTo>
                    <a:pt x="542290" y="4740681"/>
                  </a:lnTo>
                  <a:lnTo>
                    <a:pt x="535406" y="4733658"/>
                  </a:lnTo>
                  <a:lnTo>
                    <a:pt x="530618" y="4728756"/>
                  </a:lnTo>
                  <a:lnTo>
                    <a:pt x="529424" y="4756162"/>
                  </a:lnTo>
                  <a:lnTo>
                    <a:pt x="532168" y="4775835"/>
                  </a:lnTo>
                  <a:lnTo>
                    <a:pt x="541794" y="4794720"/>
                  </a:lnTo>
                  <a:lnTo>
                    <a:pt x="561136" y="4821733"/>
                  </a:lnTo>
                  <a:lnTo>
                    <a:pt x="552932" y="4825454"/>
                  </a:lnTo>
                  <a:lnTo>
                    <a:pt x="518071" y="4848771"/>
                  </a:lnTo>
                  <a:lnTo>
                    <a:pt x="556133" y="4979047"/>
                  </a:lnTo>
                  <a:lnTo>
                    <a:pt x="554863" y="4972431"/>
                  </a:lnTo>
                  <a:lnTo>
                    <a:pt x="553910" y="4965357"/>
                  </a:lnTo>
                  <a:lnTo>
                    <a:pt x="552526" y="4952657"/>
                  </a:lnTo>
                  <a:lnTo>
                    <a:pt x="552488" y="4940681"/>
                  </a:lnTo>
                  <a:lnTo>
                    <a:pt x="553732" y="4928768"/>
                  </a:lnTo>
                  <a:lnTo>
                    <a:pt x="570699" y="4884051"/>
                  </a:lnTo>
                  <a:lnTo>
                    <a:pt x="577786" y="4874234"/>
                  </a:lnTo>
                  <a:lnTo>
                    <a:pt x="603338" y="4926025"/>
                  </a:lnTo>
                  <a:lnTo>
                    <a:pt x="610920" y="4916868"/>
                  </a:lnTo>
                  <a:lnTo>
                    <a:pt x="618388" y="4908537"/>
                  </a:lnTo>
                  <a:lnTo>
                    <a:pt x="623963" y="4900879"/>
                  </a:lnTo>
                  <a:lnTo>
                    <a:pt x="625881" y="4893729"/>
                  </a:lnTo>
                  <a:lnTo>
                    <a:pt x="623049" y="4865268"/>
                  </a:lnTo>
                  <a:lnTo>
                    <a:pt x="614832" y="4808563"/>
                  </a:lnTo>
                  <a:lnTo>
                    <a:pt x="611162" y="4780153"/>
                  </a:lnTo>
                  <a:lnTo>
                    <a:pt x="631926" y="4747666"/>
                  </a:lnTo>
                  <a:lnTo>
                    <a:pt x="653580" y="4745177"/>
                  </a:lnTo>
                  <a:lnTo>
                    <a:pt x="652665" y="4730051"/>
                  </a:lnTo>
                  <a:lnTo>
                    <a:pt x="652792" y="4714621"/>
                  </a:lnTo>
                  <a:lnTo>
                    <a:pt x="653961" y="4699406"/>
                  </a:lnTo>
                  <a:lnTo>
                    <a:pt x="656170" y="4684230"/>
                  </a:lnTo>
                  <a:lnTo>
                    <a:pt x="655624" y="4665865"/>
                  </a:lnTo>
                  <a:lnTo>
                    <a:pt x="654939" y="4663516"/>
                  </a:lnTo>
                  <a:lnTo>
                    <a:pt x="643547" y="4651781"/>
                  </a:lnTo>
                  <a:lnTo>
                    <a:pt x="629475" y="4641113"/>
                  </a:lnTo>
                  <a:lnTo>
                    <a:pt x="622731" y="4626191"/>
                  </a:lnTo>
                  <a:lnTo>
                    <a:pt x="622871" y="4626064"/>
                  </a:lnTo>
                  <a:lnTo>
                    <a:pt x="644144" y="4606112"/>
                  </a:lnTo>
                  <a:lnTo>
                    <a:pt x="657237" y="4589754"/>
                  </a:lnTo>
                  <a:lnTo>
                    <a:pt x="667385" y="4568444"/>
                  </a:lnTo>
                  <a:lnTo>
                    <a:pt x="679932" y="4533493"/>
                  </a:lnTo>
                  <a:close/>
                </a:path>
                <a:path w="1894839" h="5400675">
                  <a:moveTo>
                    <a:pt x="691337" y="4613834"/>
                  </a:moveTo>
                  <a:lnTo>
                    <a:pt x="679119" y="4617288"/>
                  </a:lnTo>
                  <a:lnTo>
                    <a:pt x="679424" y="4618342"/>
                  </a:lnTo>
                  <a:lnTo>
                    <a:pt x="691337" y="4613834"/>
                  </a:lnTo>
                  <a:close/>
                </a:path>
                <a:path w="1894839" h="5400675">
                  <a:moveTo>
                    <a:pt x="745223" y="4999850"/>
                  </a:moveTo>
                  <a:lnTo>
                    <a:pt x="717054" y="5003266"/>
                  </a:lnTo>
                  <a:lnTo>
                    <a:pt x="689470" y="4993068"/>
                  </a:lnTo>
                  <a:lnTo>
                    <a:pt x="664019" y="4976977"/>
                  </a:lnTo>
                  <a:lnTo>
                    <a:pt x="639343" y="4963592"/>
                  </a:lnTo>
                  <a:lnTo>
                    <a:pt x="627697" y="4977371"/>
                  </a:lnTo>
                  <a:lnTo>
                    <a:pt x="626224" y="4990084"/>
                  </a:lnTo>
                  <a:lnTo>
                    <a:pt x="633907" y="5016411"/>
                  </a:lnTo>
                  <a:lnTo>
                    <a:pt x="635254" y="5026774"/>
                  </a:lnTo>
                  <a:lnTo>
                    <a:pt x="634225" y="5038826"/>
                  </a:lnTo>
                  <a:lnTo>
                    <a:pt x="628091" y="5048809"/>
                  </a:lnTo>
                  <a:lnTo>
                    <a:pt x="627545" y="5049075"/>
                  </a:lnTo>
                  <a:lnTo>
                    <a:pt x="614476" y="5055565"/>
                  </a:lnTo>
                  <a:lnTo>
                    <a:pt x="581367" y="5029035"/>
                  </a:lnTo>
                  <a:lnTo>
                    <a:pt x="560019" y="4992370"/>
                  </a:lnTo>
                  <a:lnTo>
                    <a:pt x="518071" y="4848771"/>
                  </a:lnTo>
                  <a:lnTo>
                    <a:pt x="515861" y="4850689"/>
                  </a:lnTo>
                  <a:lnTo>
                    <a:pt x="487400" y="4885334"/>
                  </a:lnTo>
                  <a:lnTo>
                    <a:pt x="469836" y="4926635"/>
                  </a:lnTo>
                  <a:lnTo>
                    <a:pt x="415378" y="4896599"/>
                  </a:lnTo>
                  <a:lnTo>
                    <a:pt x="343446" y="4970488"/>
                  </a:lnTo>
                  <a:lnTo>
                    <a:pt x="327977" y="4986375"/>
                  </a:lnTo>
                  <a:lnTo>
                    <a:pt x="322300" y="4992205"/>
                  </a:lnTo>
                  <a:lnTo>
                    <a:pt x="332143" y="5011445"/>
                  </a:lnTo>
                  <a:lnTo>
                    <a:pt x="339153" y="5028285"/>
                  </a:lnTo>
                  <a:lnTo>
                    <a:pt x="336854" y="5020424"/>
                  </a:lnTo>
                  <a:lnTo>
                    <a:pt x="347052" y="5051679"/>
                  </a:lnTo>
                  <a:lnTo>
                    <a:pt x="352120" y="5072685"/>
                  </a:lnTo>
                  <a:lnTo>
                    <a:pt x="359473" y="5116017"/>
                  </a:lnTo>
                  <a:lnTo>
                    <a:pt x="370535" y="5158194"/>
                  </a:lnTo>
                  <a:lnTo>
                    <a:pt x="385292" y="5199227"/>
                  </a:lnTo>
                  <a:lnTo>
                    <a:pt x="403758" y="5239105"/>
                  </a:lnTo>
                  <a:lnTo>
                    <a:pt x="404545" y="5241810"/>
                  </a:lnTo>
                  <a:lnTo>
                    <a:pt x="415429" y="5240858"/>
                  </a:lnTo>
                  <a:lnTo>
                    <a:pt x="421640" y="5241607"/>
                  </a:lnTo>
                  <a:lnTo>
                    <a:pt x="427253" y="5222811"/>
                  </a:lnTo>
                  <a:lnTo>
                    <a:pt x="419188" y="5207178"/>
                  </a:lnTo>
                  <a:lnTo>
                    <a:pt x="408482" y="5193144"/>
                  </a:lnTo>
                  <a:lnTo>
                    <a:pt x="404406" y="5176850"/>
                  </a:lnTo>
                  <a:lnTo>
                    <a:pt x="405358" y="5169408"/>
                  </a:lnTo>
                  <a:lnTo>
                    <a:pt x="406031" y="5162143"/>
                  </a:lnTo>
                  <a:lnTo>
                    <a:pt x="407060" y="5149012"/>
                  </a:lnTo>
                  <a:lnTo>
                    <a:pt x="486156" y="5099824"/>
                  </a:lnTo>
                  <a:lnTo>
                    <a:pt x="470674" y="5025377"/>
                  </a:lnTo>
                  <a:lnTo>
                    <a:pt x="534009" y="5010061"/>
                  </a:lnTo>
                  <a:lnTo>
                    <a:pt x="563727" y="5111801"/>
                  </a:lnTo>
                  <a:lnTo>
                    <a:pt x="604100" y="5106860"/>
                  </a:lnTo>
                  <a:lnTo>
                    <a:pt x="618350" y="5102796"/>
                  </a:lnTo>
                  <a:lnTo>
                    <a:pt x="633349" y="5098529"/>
                  </a:lnTo>
                  <a:lnTo>
                    <a:pt x="645795" y="5094986"/>
                  </a:lnTo>
                  <a:lnTo>
                    <a:pt x="675322" y="5076698"/>
                  </a:lnTo>
                  <a:lnTo>
                    <a:pt x="707123" y="5045761"/>
                  </a:lnTo>
                  <a:lnTo>
                    <a:pt x="742708" y="5003216"/>
                  </a:lnTo>
                  <a:lnTo>
                    <a:pt x="745223" y="4999850"/>
                  </a:lnTo>
                  <a:close/>
                </a:path>
                <a:path w="1894839" h="5400675">
                  <a:moveTo>
                    <a:pt x="748157" y="4999152"/>
                  </a:moveTo>
                  <a:lnTo>
                    <a:pt x="746544" y="4998631"/>
                  </a:lnTo>
                  <a:lnTo>
                    <a:pt x="745223" y="4999850"/>
                  </a:lnTo>
                  <a:lnTo>
                    <a:pt x="746785" y="4999469"/>
                  </a:lnTo>
                  <a:lnTo>
                    <a:pt x="748157" y="4999152"/>
                  </a:lnTo>
                  <a:close/>
                </a:path>
                <a:path w="1894839" h="5400675">
                  <a:moveTo>
                    <a:pt x="825030" y="587362"/>
                  </a:moveTo>
                  <a:lnTo>
                    <a:pt x="808177" y="574967"/>
                  </a:lnTo>
                  <a:lnTo>
                    <a:pt x="774280" y="549503"/>
                  </a:lnTo>
                  <a:lnTo>
                    <a:pt x="736930" y="512216"/>
                  </a:lnTo>
                  <a:lnTo>
                    <a:pt x="782675" y="668858"/>
                  </a:lnTo>
                  <a:lnTo>
                    <a:pt x="825030" y="587362"/>
                  </a:lnTo>
                  <a:close/>
                </a:path>
                <a:path w="1894839" h="5400675">
                  <a:moveTo>
                    <a:pt x="883539" y="4592383"/>
                  </a:moveTo>
                  <a:lnTo>
                    <a:pt x="810348" y="4341850"/>
                  </a:lnTo>
                  <a:lnTo>
                    <a:pt x="761923" y="4357230"/>
                  </a:lnTo>
                  <a:lnTo>
                    <a:pt x="770724" y="4387380"/>
                  </a:lnTo>
                  <a:lnTo>
                    <a:pt x="665480" y="4389437"/>
                  </a:lnTo>
                  <a:lnTo>
                    <a:pt x="630732" y="4270476"/>
                  </a:lnTo>
                  <a:lnTo>
                    <a:pt x="689305" y="4289831"/>
                  </a:lnTo>
                  <a:lnTo>
                    <a:pt x="709701" y="4359618"/>
                  </a:lnTo>
                  <a:lnTo>
                    <a:pt x="737654" y="4274159"/>
                  </a:lnTo>
                  <a:lnTo>
                    <a:pt x="783221" y="4248950"/>
                  </a:lnTo>
                  <a:lnTo>
                    <a:pt x="774179" y="4218000"/>
                  </a:lnTo>
                  <a:lnTo>
                    <a:pt x="723709" y="4226382"/>
                  </a:lnTo>
                  <a:lnTo>
                    <a:pt x="684314" y="4091546"/>
                  </a:lnTo>
                  <a:lnTo>
                    <a:pt x="683806" y="4089806"/>
                  </a:lnTo>
                  <a:lnTo>
                    <a:pt x="668769" y="4077855"/>
                  </a:lnTo>
                  <a:lnTo>
                    <a:pt x="668769" y="4219549"/>
                  </a:lnTo>
                  <a:lnTo>
                    <a:pt x="630732" y="4270464"/>
                  </a:lnTo>
                  <a:lnTo>
                    <a:pt x="606221" y="4186567"/>
                  </a:lnTo>
                  <a:lnTo>
                    <a:pt x="657707" y="4181640"/>
                  </a:lnTo>
                  <a:lnTo>
                    <a:pt x="668769" y="4219549"/>
                  </a:lnTo>
                  <a:lnTo>
                    <a:pt x="668769" y="4077855"/>
                  </a:lnTo>
                  <a:lnTo>
                    <a:pt x="636828" y="4052468"/>
                  </a:lnTo>
                  <a:lnTo>
                    <a:pt x="636828" y="4110202"/>
                  </a:lnTo>
                  <a:lnTo>
                    <a:pt x="622452" y="4060977"/>
                  </a:lnTo>
                  <a:lnTo>
                    <a:pt x="636130" y="4107738"/>
                  </a:lnTo>
                  <a:lnTo>
                    <a:pt x="636828" y="4110202"/>
                  </a:lnTo>
                  <a:lnTo>
                    <a:pt x="636828" y="4052468"/>
                  </a:lnTo>
                  <a:lnTo>
                    <a:pt x="614870" y="4035006"/>
                  </a:lnTo>
                  <a:lnTo>
                    <a:pt x="667105" y="4032643"/>
                  </a:lnTo>
                  <a:lnTo>
                    <a:pt x="625055" y="3888676"/>
                  </a:lnTo>
                  <a:lnTo>
                    <a:pt x="676605" y="3884028"/>
                  </a:lnTo>
                  <a:lnTo>
                    <a:pt x="628929" y="3901935"/>
                  </a:lnTo>
                  <a:lnTo>
                    <a:pt x="667105" y="4032643"/>
                  </a:lnTo>
                  <a:lnTo>
                    <a:pt x="677811" y="4069296"/>
                  </a:lnTo>
                  <a:lnTo>
                    <a:pt x="718845" y="4028554"/>
                  </a:lnTo>
                  <a:lnTo>
                    <a:pt x="713790" y="4011282"/>
                  </a:lnTo>
                  <a:lnTo>
                    <a:pt x="763358" y="3999827"/>
                  </a:lnTo>
                  <a:lnTo>
                    <a:pt x="774280" y="4037190"/>
                  </a:lnTo>
                  <a:lnTo>
                    <a:pt x="730084" y="4067060"/>
                  </a:lnTo>
                  <a:lnTo>
                    <a:pt x="764146" y="4183646"/>
                  </a:lnTo>
                  <a:lnTo>
                    <a:pt x="812558" y="4168241"/>
                  </a:lnTo>
                  <a:lnTo>
                    <a:pt x="813244" y="4170553"/>
                  </a:lnTo>
                  <a:lnTo>
                    <a:pt x="863739" y="4162260"/>
                  </a:lnTo>
                  <a:lnTo>
                    <a:pt x="804824" y="3960545"/>
                  </a:lnTo>
                  <a:lnTo>
                    <a:pt x="753097" y="3964673"/>
                  </a:lnTo>
                  <a:lnTo>
                    <a:pt x="725055" y="3868686"/>
                  </a:lnTo>
                  <a:lnTo>
                    <a:pt x="780757" y="3878186"/>
                  </a:lnTo>
                  <a:lnTo>
                    <a:pt x="762215" y="3814699"/>
                  </a:lnTo>
                  <a:lnTo>
                    <a:pt x="803910" y="3776268"/>
                  </a:lnTo>
                  <a:lnTo>
                    <a:pt x="709409" y="3815080"/>
                  </a:lnTo>
                  <a:lnTo>
                    <a:pt x="715035" y="3834358"/>
                  </a:lnTo>
                  <a:lnTo>
                    <a:pt x="684174" y="3728745"/>
                  </a:lnTo>
                  <a:lnTo>
                    <a:pt x="699338" y="3780612"/>
                  </a:lnTo>
                  <a:lnTo>
                    <a:pt x="743953" y="3752177"/>
                  </a:lnTo>
                  <a:lnTo>
                    <a:pt x="732904" y="3714331"/>
                  </a:lnTo>
                  <a:lnTo>
                    <a:pt x="682218" y="3722014"/>
                  </a:lnTo>
                  <a:lnTo>
                    <a:pt x="674801" y="3696627"/>
                  </a:lnTo>
                  <a:lnTo>
                    <a:pt x="719823" y="3669563"/>
                  </a:lnTo>
                  <a:lnTo>
                    <a:pt x="767486" y="3651554"/>
                  </a:lnTo>
                  <a:lnTo>
                    <a:pt x="719188" y="3486226"/>
                  </a:lnTo>
                  <a:lnTo>
                    <a:pt x="664502" y="3480181"/>
                  </a:lnTo>
                  <a:lnTo>
                    <a:pt x="661860" y="3471126"/>
                  </a:lnTo>
                  <a:lnTo>
                    <a:pt x="611924" y="3481362"/>
                  </a:lnTo>
                  <a:lnTo>
                    <a:pt x="625348" y="3527336"/>
                  </a:lnTo>
                  <a:lnTo>
                    <a:pt x="624700" y="3527590"/>
                  </a:lnTo>
                  <a:lnTo>
                    <a:pt x="624700" y="3706330"/>
                  </a:lnTo>
                  <a:lnTo>
                    <a:pt x="592175" y="3728174"/>
                  </a:lnTo>
                  <a:lnTo>
                    <a:pt x="592175" y="4138485"/>
                  </a:lnTo>
                  <a:lnTo>
                    <a:pt x="554507" y="4090606"/>
                  </a:lnTo>
                  <a:lnTo>
                    <a:pt x="554507" y="4190720"/>
                  </a:lnTo>
                  <a:lnTo>
                    <a:pt x="506298" y="4206837"/>
                  </a:lnTo>
                  <a:lnTo>
                    <a:pt x="450418" y="4015549"/>
                  </a:lnTo>
                  <a:lnTo>
                    <a:pt x="414769" y="4029354"/>
                  </a:lnTo>
                  <a:lnTo>
                    <a:pt x="411365" y="4017721"/>
                  </a:lnTo>
                  <a:lnTo>
                    <a:pt x="411835" y="4019308"/>
                  </a:lnTo>
                  <a:lnTo>
                    <a:pt x="449427" y="4012133"/>
                  </a:lnTo>
                  <a:lnTo>
                    <a:pt x="450418" y="4015549"/>
                  </a:lnTo>
                  <a:lnTo>
                    <a:pt x="475678" y="4101998"/>
                  </a:lnTo>
                  <a:lnTo>
                    <a:pt x="525665" y="4091990"/>
                  </a:lnTo>
                  <a:lnTo>
                    <a:pt x="554507" y="4190720"/>
                  </a:lnTo>
                  <a:lnTo>
                    <a:pt x="554507" y="4090606"/>
                  </a:lnTo>
                  <a:lnTo>
                    <a:pt x="507987" y="4031450"/>
                  </a:lnTo>
                  <a:lnTo>
                    <a:pt x="566610" y="4050969"/>
                  </a:lnTo>
                  <a:lnTo>
                    <a:pt x="592175" y="4138485"/>
                  </a:lnTo>
                  <a:lnTo>
                    <a:pt x="592175" y="3728174"/>
                  </a:lnTo>
                  <a:lnTo>
                    <a:pt x="580466" y="3736035"/>
                  </a:lnTo>
                  <a:lnTo>
                    <a:pt x="582904" y="3744417"/>
                  </a:lnTo>
                  <a:lnTo>
                    <a:pt x="531761" y="3750449"/>
                  </a:lnTo>
                  <a:lnTo>
                    <a:pt x="557822" y="3839680"/>
                  </a:lnTo>
                  <a:lnTo>
                    <a:pt x="564388" y="3862197"/>
                  </a:lnTo>
                  <a:lnTo>
                    <a:pt x="548728" y="3863200"/>
                  </a:lnTo>
                  <a:lnTo>
                    <a:pt x="548728" y="3989743"/>
                  </a:lnTo>
                  <a:lnTo>
                    <a:pt x="498779" y="3999903"/>
                  </a:lnTo>
                  <a:lnTo>
                    <a:pt x="455256" y="3850932"/>
                  </a:lnTo>
                  <a:lnTo>
                    <a:pt x="482993" y="3945839"/>
                  </a:lnTo>
                  <a:lnTo>
                    <a:pt x="534631" y="3941534"/>
                  </a:lnTo>
                  <a:lnTo>
                    <a:pt x="548728" y="3989743"/>
                  </a:lnTo>
                  <a:lnTo>
                    <a:pt x="548728" y="3863200"/>
                  </a:lnTo>
                  <a:lnTo>
                    <a:pt x="512445" y="3865524"/>
                  </a:lnTo>
                  <a:lnTo>
                    <a:pt x="492823" y="3798341"/>
                  </a:lnTo>
                  <a:lnTo>
                    <a:pt x="453326" y="3844302"/>
                  </a:lnTo>
                  <a:lnTo>
                    <a:pt x="431660" y="3770134"/>
                  </a:lnTo>
                  <a:lnTo>
                    <a:pt x="431660" y="3951325"/>
                  </a:lnTo>
                  <a:lnTo>
                    <a:pt x="394957" y="3961549"/>
                  </a:lnTo>
                  <a:lnTo>
                    <a:pt x="383374" y="3921899"/>
                  </a:lnTo>
                  <a:lnTo>
                    <a:pt x="419138" y="3908437"/>
                  </a:lnTo>
                  <a:lnTo>
                    <a:pt x="431660" y="3951325"/>
                  </a:lnTo>
                  <a:lnTo>
                    <a:pt x="431660" y="3770134"/>
                  </a:lnTo>
                  <a:lnTo>
                    <a:pt x="419481" y="3728440"/>
                  </a:lnTo>
                  <a:lnTo>
                    <a:pt x="492823" y="3798341"/>
                  </a:lnTo>
                  <a:lnTo>
                    <a:pt x="511175" y="3861143"/>
                  </a:lnTo>
                  <a:lnTo>
                    <a:pt x="557822" y="3839680"/>
                  </a:lnTo>
                  <a:lnTo>
                    <a:pt x="513422" y="3687711"/>
                  </a:lnTo>
                  <a:lnTo>
                    <a:pt x="531761" y="3750449"/>
                  </a:lnTo>
                  <a:lnTo>
                    <a:pt x="573836" y="3713302"/>
                  </a:lnTo>
                  <a:lnTo>
                    <a:pt x="561809" y="3672167"/>
                  </a:lnTo>
                  <a:lnTo>
                    <a:pt x="610260" y="3656850"/>
                  </a:lnTo>
                  <a:lnTo>
                    <a:pt x="624700" y="3706330"/>
                  </a:lnTo>
                  <a:lnTo>
                    <a:pt x="624700" y="3527590"/>
                  </a:lnTo>
                  <a:lnTo>
                    <a:pt x="577646" y="3545192"/>
                  </a:lnTo>
                  <a:lnTo>
                    <a:pt x="581431" y="3558159"/>
                  </a:lnTo>
                  <a:lnTo>
                    <a:pt x="530593" y="3565283"/>
                  </a:lnTo>
                  <a:lnTo>
                    <a:pt x="534936" y="3580168"/>
                  </a:lnTo>
                  <a:lnTo>
                    <a:pt x="515112" y="3512299"/>
                  </a:lnTo>
                  <a:lnTo>
                    <a:pt x="469950" y="3538880"/>
                  </a:lnTo>
                  <a:lnTo>
                    <a:pt x="478942" y="3569690"/>
                  </a:lnTo>
                  <a:lnTo>
                    <a:pt x="432460" y="3591699"/>
                  </a:lnTo>
                  <a:lnTo>
                    <a:pt x="435813" y="3603180"/>
                  </a:lnTo>
                  <a:lnTo>
                    <a:pt x="321995" y="3575888"/>
                  </a:lnTo>
                  <a:lnTo>
                    <a:pt x="310642" y="3537000"/>
                  </a:lnTo>
                  <a:lnTo>
                    <a:pt x="273088" y="3544316"/>
                  </a:lnTo>
                  <a:lnTo>
                    <a:pt x="292481" y="3610711"/>
                  </a:lnTo>
                  <a:lnTo>
                    <a:pt x="325335" y="3587356"/>
                  </a:lnTo>
                  <a:lnTo>
                    <a:pt x="333870" y="3616553"/>
                  </a:lnTo>
                  <a:lnTo>
                    <a:pt x="300824" y="3639274"/>
                  </a:lnTo>
                  <a:lnTo>
                    <a:pt x="305485" y="3655237"/>
                  </a:lnTo>
                  <a:lnTo>
                    <a:pt x="317627" y="3696805"/>
                  </a:lnTo>
                  <a:lnTo>
                    <a:pt x="268579" y="3710051"/>
                  </a:lnTo>
                  <a:lnTo>
                    <a:pt x="295516" y="3802291"/>
                  </a:lnTo>
                  <a:lnTo>
                    <a:pt x="330885" y="3742207"/>
                  </a:lnTo>
                  <a:lnTo>
                    <a:pt x="356666" y="3830485"/>
                  </a:lnTo>
                  <a:lnTo>
                    <a:pt x="303161" y="3828440"/>
                  </a:lnTo>
                  <a:lnTo>
                    <a:pt x="368439" y="4051947"/>
                  </a:lnTo>
                  <a:lnTo>
                    <a:pt x="376643" y="4080014"/>
                  </a:lnTo>
                  <a:lnTo>
                    <a:pt x="330517" y="4103268"/>
                  </a:lnTo>
                  <a:lnTo>
                    <a:pt x="404952" y="4358094"/>
                  </a:lnTo>
                  <a:lnTo>
                    <a:pt x="405028" y="4358373"/>
                  </a:lnTo>
                  <a:lnTo>
                    <a:pt x="405307" y="4358170"/>
                  </a:lnTo>
                  <a:lnTo>
                    <a:pt x="416344" y="4351833"/>
                  </a:lnTo>
                  <a:lnTo>
                    <a:pt x="450316" y="4332224"/>
                  </a:lnTo>
                  <a:lnTo>
                    <a:pt x="496290" y="4308437"/>
                  </a:lnTo>
                  <a:lnTo>
                    <a:pt x="422262" y="4055021"/>
                  </a:lnTo>
                  <a:lnTo>
                    <a:pt x="494169" y="4301160"/>
                  </a:lnTo>
                  <a:lnTo>
                    <a:pt x="529272" y="4285475"/>
                  </a:lnTo>
                  <a:lnTo>
                    <a:pt x="541248" y="4326509"/>
                  </a:lnTo>
                  <a:lnTo>
                    <a:pt x="508355" y="4349724"/>
                  </a:lnTo>
                  <a:lnTo>
                    <a:pt x="518020" y="4382871"/>
                  </a:lnTo>
                  <a:lnTo>
                    <a:pt x="472020" y="4406519"/>
                  </a:lnTo>
                  <a:lnTo>
                    <a:pt x="473417" y="4411319"/>
                  </a:lnTo>
                  <a:lnTo>
                    <a:pt x="500329" y="4503471"/>
                  </a:lnTo>
                  <a:lnTo>
                    <a:pt x="550087" y="4492612"/>
                  </a:lnTo>
                  <a:lnTo>
                    <a:pt x="535101" y="4441304"/>
                  </a:lnTo>
                  <a:lnTo>
                    <a:pt x="571068" y="4428541"/>
                  </a:lnTo>
                  <a:lnTo>
                    <a:pt x="559066" y="4387481"/>
                  </a:lnTo>
                  <a:lnTo>
                    <a:pt x="562978" y="4400842"/>
                  </a:lnTo>
                  <a:lnTo>
                    <a:pt x="575183" y="4397349"/>
                  </a:lnTo>
                  <a:lnTo>
                    <a:pt x="611809" y="4386846"/>
                  </a:lnTo>
                  <a:lnTo>
                    <a:pt x="612698" y="4389882"/>
                  </a:lnTo>
                  <a:lnTo>
                    <a:pt x="674941" y="4421873"/>
                  </a:lnTo>
                  <a:lnTo>
                    <a:pt x="714806" y="4558284"/>
                  </a:lnTo>
                  <a:lnTo>
                    <a:pt x="691337" y="4613834"/>
                  </a:lnTo>
                  <a:lnTo>
                    <a:pt x="729386" y="4608195"/>
                  </a:lnTo>
                  <a:lnTo>
                    <a:pt x="730123" y="4610709"/>
                  </a:lnTo>
                  <a:lnTo>
                    <a:pt x="778852" y="4596346"/>
                  </a:lnTo>
                  <a:lnTo>
                    <a:pt x="750049" y="4497768"/>
                  </a:lnTo>
                  <a:lnTo>
                    <a:pt x="801306" y="4492079"/>
                  </a:lnTo>
                  <a:lnTo>
                    <a:pt x="807161" y="4512145"/>
                  </a:lnTo>
                  <a:lnTo>
                    <a:pt x="759396" y="4529734"/>
                  </a:lnTo>
                  <a:lnTo>
                    <a:pt x="778052" y="4593602"/>
                  </a:lnTo>
                  <a:lnTo>
                    <a:pt x="826985" y="4579963"/>
                  </a:lnTo>
                  <a:lnTo>
                    <a:pt x="835748" y="4609960"/>
                  </a:lnTo>
                  <a:lnTo>
                    <a:pt x="883539" y="4592383"/>
                  </a:lnTo>
                  <a:close/>
                </a:path>
                <a:path w="1894839" h="5400675">
                  <a:moveTo>
                    <a:pt x="885926" y="1747012"/>
                  </a:moveTo>
                  <a:lnTo>
                    <a:pt x="818857" y="1517434"/>
                  </a:lnTo>
                  <a:lnTo>
                    <a:pt x="771677" y="1537068"/>
                  </a:lnTo>
                  <a:lnTo>
                    <a:pt x="773899" y="1544688"/>
                  </a:lnTo>
                  <a:lnTo>
                    <a:pt x="727354" y="1566532"/>
                  </a:lnTo>
                  <a:lnTo>
                    <a:pt x="681672" y="1591310"/>
                  </a:lnTo>
                  <a:lnTo>
                    <a:pt x="649046" y="1615478"/>
                  </a:lnTo>
                  <a:lnTo>
                    <a:pt x="653834" y="1631924"/>
                  </a:lnTo>
                  <a:lnTo>
                    <a:pt x="607123" y="1653171"/>
                  </a:lnTo>
                  <a:lnTo>
                    <a:pt x="617385" y="1688299"/>
                  </a:lnTo>
                  <a:lnTo>
                    <a:pt x="627799" y="1723910"/>
                  </a:lnTo>
                  <a:lnTo>
                    <a:pt x="683094" y="1732102"/>
                  </a:lnTo>
                  <a:lnTo>
                    <a:pt x="696188" y="1776895"/>
                  </a:lnTo>
                  <a:lnTo>
                    <a:pt x="762457" y="1686699"/>
                  </a:lnTo>
                  <a:lnTo>
                    <a:pt x="778052" y="1740077"/>
                  </a:lnTo>
                  <a:lnTo>
                    <a:pt x="828636" y="1732076"/>
                  </a:lnTo>
                  <a:lnTo>
                    <a:pt x="836447" y="1758797"/>
                  </a:lnTo>
                  <a:lnTo>
                    <a:pt x="885926" y="1747012"/>
                  </a:lnTo>
                  <a:close/>
                </a:path>
                <a:path w="1894839" h="5400675">
                  <a:moveTo>
                    <a:pt x="930859" y="1538516"/>
                  </a:moveTo>
                  <a:lnTo>
                    <a:pt x="915835" y="1487068"/>
                  </a:lnTo>
                  <a:lnTo>
                    <a:pt x="865035" y="1494345"/>
                  </a:lnTo>
                  <a:lnTo>
                    <a:pt x="635901" y="709917"/>
                  </a:lnTo>
                  <a:lnTo>
                    <a:pt x="635901" y="891095"/>
                  </a:lnTo>
                  <a:lnTo>
                    <a:pt x="576160" y="867752"/>
                  </a:lnTo>
                  <a:lnTo>
                    <a:pt x="547878" y="770928"/>
                  </a:lnTo>
                  <a:lnTo>
                    <a:pt x="598208" y="762101"/>
                  </a:lnTo>
                  <a:lnTo>
                    <a:pt x="635901" y="891095"/>
                  </a:lnTo>
                  <a:lnTo>
                    <a:pt x="635901" y="709917"/>
                  </a:lnTo>
                  <a:lnTo>
                    <a:pt x="608761" y="617004"/>
                  </a:lnTo>
                  <a:lnTo>
                    <a:pt x="554151" y="611238"/>
                  </a:lnTo>
                  <a:lnTo>
                    <a:pt x="551395" y="601764"/>
                  </a:lnTo>
                  <a:lnTo>
                    <a:pt x="505599" y="626198"/>
                  </a:lnTo>
                  <a:lnTo>
                    <a:pt x="511987" y="648106"/>
                  </a:lnTo>
                  <a:lnTo>
                    <a:pt x="466991" y="675182"/>
                  </a:lnTo>
                  <a:lnTo>
                    <a:pt x="497154" y="778471"/>
                  </a:lnTo>
                  <a:lnTo>
                    <a:pt x="441998" y="589635"/>
                  </a:lnTo>
                  <a:lnTo>
                    <a:pt x="390855" y="595718"/>
                  </a:lnTo>
                  <a:lnTo>
                    <a:pt x="378091" y="552018"/>
                  </a:lnTo>
                  <a:lnTo>
                    <a:pt x="338505" y="552399"/>
                  </a:lnTo>
                  <a:lnTo>
                    <a:pt x="307594" y="446544"/>
                  </a:lnTo>
                  <a:lnTo>
                    <a:pt x="275424" y="460705"/>
                  </a:lnTo>
                  <a:lnTo>
                    <a:pt x="275424" y="517652"/>
                  </a:lnTo>
                  <a:lnTo>
                    <a:pt x="225628" y="528332"/>
                  </a:lnTo>
                  <a:lnTo>
                    <a:pt x="220256" y="509943"/>
                  </a:lnTo>
                  <a:lnTo>
                    <a:pt x="268351" y="493445"/>
                  </a:lnTo>
                  <a:lnTo>
                    <a:pt x="275424" y="517652"/>
                  </a:lnTo>
                  <a:lnTo>
                    <a:pt x="275424" y="460705"/>
                  </a:lnTo>
                  <a:lnTo>
                    <a:pt x="260692" y="467182"/>
                  </a:lnTo>
                  <a:lnTo>
                    <a:pt x="247294" y="421309"/>
                  </a:lnTo>
                  <a:lnTo>
                    <a:pt x="297916" y="413448"/>
                  </a:lnTo>
                  <a:lnTo>
                    <a:pt x="305625" y="439826"/>
                  </a:lnTo>
                  <a:lnTo>
                    <a:pt x="329692" y="386384"/>
                  </a:lnTo>
                  <a:lnTo>
                    <a:pt x="332105" y="394601"/>
                  </a:lnTo>
                  <a:lnTo>
                    <a:pt x="382219" y="385000"/>
                  </a:lnTo>
                  <a:lnTo>
                    <a:pt x="392836" y="421322"/>
                  </a:lnTo>
                  <a:lnTo>
                    <a:pt x="571525" y="489546"/>
                  </a:lnTo>
                  <a:lnTo>
                    <a:pt x="585241" y="536448"/>
                  </a:lnTo>
                  <a:lnTo>
                    <a:pt x="641096" y="546506"/>
                  </a:lnTo>
                  <a:lnTo>
                    <a:pt x="649363" y="574802"/>
                  </a:lnTo>
                  <a:lnTo>
                    <a:pt x="698842" y="563003"/>
                  </a:lnTo>
                  <a:lnTo>
                    <a:pt x="681278" y="502907"/>
                  </a:lnTo>
                  <a:lnTo>
                    <a:pt x="732599" y="497395"/>
                  </a:lnTo>
                  <a:lnTo>
                    <a:pt x="711733" y="471258"/>
                  </a:lnTo>
                  <a:lnTo>
                    <a:pt x="677722" y="445452"/>
                  </a:lnTo>
                  <a:lnTo>
                    <a:pt x="662635" y="439089"/>
                  </a:lnTo>
                  <a:lnTo>
                    <a:pt x="640283" y="407822"/>
                  </a:lnTo>
                  <a:lnTo>
                    <a:pt x="592683" y="380771"/>
                  </a:lnTo>
                  <a:lnTo>
                    <a:pt x="604685" y="421855"/>
                  </a:lnTo>
                  <a:lnTo>
                    <a:pt x="563499" y="462038"/>
                  </a:lnTo>
                  <a:lnTo>
                    <a:pt x="549021" y="412496"/>
                  </a:lnTo>
                  <a:lnTo>
                    <a:pt x="591464" y="376605"/>
                  </a:lnTo>
                  <a:lnTo>
                    <a:pt x="559930" y="359232"/>
                  </a:lnTo>
                  <a:lnTo>
                    <a:pt x="540385" y="337629"/>
                  </a:lnTo>
                  <a:lnTo>
                    <a:pt x="527126" y="337553"/>
                  </a:lnTo>
                  <a:lnTo>
                    <a:pt x="521944" y="319773"/>
                  </a:lnTo>
                  <a:lnTo>
                    <a:pt x="407644" y="245554"/>
                  </a:lnTo>
                  <a:lnTo>
                    <a:pt x="325564" y="191046"/>
                  </a:lnTo>
                  <a:lnTo>
                    <a:pt x="341731" y="246418"/>
                  </a:lnTo>
                  <a:lnTo>
                    <a:pt x="301599" y="290156"/>
                  </a:lnTo>
                  <a:lnTo>
                    <a:pt x="316039" y="339610"/>
                  </a:lnTo>
                  <a:lnTo>
                    <a:pt x="300189" y="285343"/>
                  </a:lnTo>
                  <a:lnTo>
                    <a:pt x="259410" y="281622"/>
                  </a:lnTo>
                  <a:lnTo>
                    <a:pt x="277812" y="344627"/>
                  </a:lnTo>
                  <a:lnTo>
                    <a:pt x="227876" y="354825"/>
                  </a:lnTo>
                  <a:lnTo>
                    <a:pt x="195961" y="426745"/>
                  </a:lnTo>
                  <a:lnTo>
                    <a:pt x="218401" y="503605"/>
                  </a:lnTo>
                  <a:lnTo>
                    <a:pt x="169100" y="334810"/>
                  </a:lnTo>
                  <a:lnTo>
                    <a:pt x="116801" y="336918"/>
                  </a:lnTo>
                  <a:lnTo>
                    <a:pt x="68402" y="352437"/>
                  </a:lnTo>
                  <a:lnTo>
                    <a:pt x="71615" y="363486"/>
                  </a:lnTo>
                  <a:lnTo>
                    <a:pt x="27889" y="394893"/>
                  </a:lnTo>
                  <a:lnTo>
                    <a:pt x="8470" y="328371"/>
                  </a:lnTo>
                  <a:lnTo>
                    <a:pt x="7759" y="507123"/>
                  </a:lnTo>
                  <a:lnTo>
                    <a:pt x="11709" y="520636"/>
                  </a:lnTo>
                  <a:lnTo>
                    <a:pt x="62814" y="514477"/>
                  </a:lnTo>
                  <a:lnTo>
                    <a:pt x="95402" y="626046"/>
                  </a:lnTo>
                  <a:lnTo>
                    <a:pt x="97193" y="632167"/>
                  </a:lnTo>
                  <a:lnTo>
                    <a:pt x="140563" y="599440"/>
                  </a:lnTo>
                  <a:lnTo>
                    <a:pt x="136461" y="585431"/>
                  </a:lnTo>
                  <a:lnTo>
                    <a:pt x="196253" y="608926"/>
                  </a:lnTo>
                  <a:lnTo>
                    <a:pt x="232257" y="732205"/>
                  </a:lnTo>
                  <a:lnTo>
                    <a:pt x="232410" y="732193"/>
                  </a:lnTo>
                  <a:lnTo>
                    <a:pt x="336359" y="726274"/>
                  </a:lnTo>
                  <a:lnTo>
                    <a:pt x="362483" y="815708"/>
                  </a:lnTo>
                  <a:lnTo>
                    <a:pt x="331012" y="889088"/>
                  </a:lnTo>
                  <a:lnTo>
                    <a:pt x="335394" y="904125"/>
                  </a:lnTo>
                  <a:lnTo>
                    <a:pt x="294119" y="762800"/>
                  </a:lnTo>
                  <a:lnTo>
                    <a:pt x="247383" y="783983"/>
                  </a:lnTo>
                  <a:lnTo>
                    <a:pt x="255498" y="811809"/>
                  </a:lnTo>
                  <a:lnTo>
                    <a:pt x="209829" y="836574"/>
                  </a:lnTo>
                  <a:lnTo>
                    <a:pt x="236016" y="926236"/>
                  </a:lnTo>
                  <a:lnTo>
                    <a:pt x="191643" y="955509"/>
                  </a:lnTo>
                  <a:lnTo>
                    <a:pt x="121831" y="897674"/>
                  </a:lnTo>
                  <a:lnTo>
                    <a:pt x="140309" y="960983"/>
                  </a:lnTo>
                  <a:lnTo>
                    <a:pt x="90627" y="972032"/>
                  </a:lnTo>
                  <a:lnTo>
                    <a:pt x="112166" y="1045781"/>
                  </a:lnTo>
                  <a:lnTo>
                    <a:pt x="86309" y="957275"/>
                  </a:lnTo>
                  <a:lnTo>
                    <a:pt x="34277" y="960323"/>
                  </a:lnTo>
                  <a:lnTo>
                    <a:pt x="8737" y="963396"/>
                  </a:lnTo>
                  <a:lnTo>
                    <a:pt x="10210" y="1013726"/>
                  </a:lnTo>
                  <a:lnTo>
                    <a:pt x="46393" y="1001788"/>
                  </a:lnTo>
                  <a:lnTo>
                    <a:pt x="63411" y="1060030"/>
                  </a:lnTo>
                  <a:lnTo>
                    <a:pt x="64071" y="1059929"/>
                  </a:lnTo>
                  <a:lnTo>
                    <a:pt x="114020" y="1052169"/>
                  </a:lnTo>
                  <a:lnTo>
                    <a:pt x="116522" y="1060704"/>
                  </a:lnTo>
                  <a:lnTo>
                    <a:pt x="117119" y="1062723"/>
                  </a:lnTo>
                  <a:lnTo>
                    <a:pt x="166433" y="1050417"/>
                  </a:lnTo>
                  <a:lnTo>
                    <a:pt x="180009" y="1096860"/>
                  </a:lnTo>
                  <a:lnTo>
                    <a:pt x="183197" y="1107770"/>
                  </a:lnTo>
                  <a:lnTo>
                    <a:pt x="217144" y="1042784"/>
                  </a:lnTo>
                  <a:lnTo>
                    <a:pt x="316179" y="1019492"/>
                  </a:lnTo>
                  <a:lnTo>
                    <a:pt x="335292" y="1084922"/>
                  </a:lnTo>
                  <a:lnTo>
                    <a:pt x="341388" y="1105789"/>
                  </a:lnTo>
                  <a:lnTo>
                    <a:pt x="341528" y="1105738"/>
                  </a:lnTo>
                  <a:lnTo>
                    <a:pt x="388912" y="1087285"/>
                  </a:lnTo>
                  <a:lnTo>
                    <a:pt x="380657" y="1059040"/>
                  </a:lnTo>
                  <a:lnTo>
                    <a:pt x="425742" y="1032205"/>
                  </a:lnTo>
                  <a:lnTo>
                    <a:pt x="393306" y="921181"/>
                  </a:lnTo>
                  <a:lnTo>
                    <a:pt x="441553" y="905154"/>
                  </a:lnTo>
                  <a:lnTo>
                    <a:pt x="454736" y="950277"/>
                  </a:lnTo>
                  <a:lnTo>
                    <a:pt x="493306" y="946505"/>
                  </a:lnTo>
                  <a:lnTo>
                    <a:pt x="497713" y="961542"/>
                  </a:lnTo>
                  <a:lnTo>
                    <a:pt x="550849" y="962291"/>
                  </a:lnTo>
                  <a:lnTo>
                    <a:pt x="572960" y="1037958"/>
                  </a:lnTo>
                  <a:lnTo>
                    <a:pt x="528624" y="1067371"/>
                  </a:lnTo>
                  <a:lnTo>
                    <a:pt x="543585" y="1118577"/>
                  </a:lnTo>
                  <a:lnTo>
                    <a:pt x="593636" y="1108760"/>
                  </a:lnTo>
                  <a:lnTo>
                    <a:pt x="683348" y="1053528"/>
                  </a:lnTo>
                  <a:lnTo>
                    <a:pt x="695528" y="1095260"/>
                  </a:lnTo>
                  <a:lnTo>
                    <a:pt x="650341" y="1121689"/>
                  </a:lnTo>
                  <a:lnTo>
                    <a:pt x="651243" y="1124826"/>
                  </a:lnTo>
                  <a:lnTo>
                    <a:pt x="603135" y="1141260"/>
                  </a:lnTo>
                  <a:lnTo>
                    <a:pt x="605383" y="1149007"/>
                  </a:lnTo>
                  <a:lnTo>
                    <a:pt x="558253" y="1168781"/>
                  </a:lnTo>
                  <a:lnTo>
                    <a:pt x="606221" y="1333055"/>
                  </a:lnTo>
                  <a:lnTo>
                    <a:pt x="556971" y="1164412"/>
                  </a:lnTo>
                  <a:lnTo>
                    <a:pt x="519290" y="1171270"/>
                  </a:lnTo>
                  <a:lnTo>
                    <a:pt x="521030" y="1177239"/>
                  </a:lnTo>
                  <a:lnTo>
                    <a:pt x="478548" y="1212977"/>
                  </a:lnTo>
                  <a:lnTo>
                    <a:pt x="435025" y="1245158"/>
                  </a:lnTo>
                  <a:lnTo>
                    <a:pt x="439229" y="1259560"/>
                  </a:lnTo>
                  <a:lnTo>
                    <a:pt x="479463" y="1397317"/>
                  </a:lnTo>
                  <a:lnTo>
                    <a:pt x="543280" y="1434604"/>
                  </a:lnTo>
                  <a:lnTo>
                    <a:pt x="547763" y="1449959"/>
                  </a:lnTo>
                  <a:lnTo>
                    <a:pt x="503542" y="1479740"/>
                  </a:lnTo>
                  <a:lnTo>
                    <a:pt x="524967" y="1553083"/>
                  </a:lnTo>
                  <a:lnTo>
                    <a:pt x="573735" y="1538833"/>
                  </a:lnTo>
                  <a:lnTo>
                    <a:pt x="560971" y="1495171"/>
                  </a:lnTo>
                  <a:lnTo>
                    <a:pt x="619201" y="1513306"/>
                  </a:lnTo>
                  <a:lnTo>
                    <a:pt x="618439" y="1510703"/>
                  </a:lnTo>
                  <a:lnTo>
                    <a:pt x="653389" y="1494485"/>
                  </a:lnTo>
                  <a:lnTo>
                    <a:pt x="634009" y="1428153"/>
                  </a:lnTo>
                  <a:lnTo>
                    <a:pt x="679043" y="1401127"/>
                  </a:lnTo>
                  <a:lnTo>
                    <a:pt x="674090" y="1384185"/>
                  </a:lnTo>
                  <a:lnTo>
                    <a:pt x="723404" y="1371879"/>
                  </a:lnTo>
                  <a:lnTo>
                    <a:pt x="726262" y="1381620"/>
                  </a:lnTo>
                  <a:lnTo>
                    <a:pt x="780491" y="1386116"/>
                  </a:lnTo>
                  <a:lnTo>
                    <a:pt x="818857" y="1517434"/>
                  </a:lnTo>
                  <a:lnTo>
                    <a:pt x="844956" y="1606765"/>
                  </a:lnTo>
                  <a:lnTo>
                    <a:pt x="890841" y="1582686"/>
                  </a:lnTo>
                  <a:lnTo>
                    <a:pt x="869226" y="1508721"/>
                  </a:lnTo>
                  <a:lnTo>
                    <a:pt x="883386" y="1557147"/>
                  </a:lnTo>
                  <a:lnTo>
                    <a:pt x="930859" y="1538516"/>
                  </a:lnTo>
                  <a:close/>
                </a:path>
                <a:path w="1894839" h="5400675">
                  <a:moveTo>
                    <a:pt x="987298" y="4585259"/>
                  </a:moveTo>
                  <a:lnTo>
                    <a:pt x="969810" y="4525391"/>
                  </a:lnTo>
                  <a:lnTo>
                    <a:pt x="914666" y="4517758"/>
                  </a:lnTo>
                  <a:lnTo>
                    <a:pt x="934339" y="4585119"/>
                  </a:lnTo>
                  <a:lnTo>
                    <a:pt x="936294" y="4591812"/>
                  </a:lnTo>
                  <a:lnTo>
                    <a:pt x="987298" y="4585259"/>
                  </a:lnTo>
                  <a:close/>
                </a:path>
                <a:path w="1894839" h="5400675">
                  <a:moveTo>
                    <a:pt x="1113409" y="1257541"/>
                  </a:moveTo>
                  <a:lnTo>
                    <a:pt x="1106639" y="1234389"/>
                  </a:lnTo>
                  <a:lnTo>
                    <a:pt x="1056132" y="1242656"/>
                  </a:lnTo>
                  <a:lnTo>
                    <a:pt x="1087602" y="1169212"/>
                  </a:lnTo>
                  <a:lnTo>
                    <a:pt x="1086002" y="1163713"/>
                  </a:lnTo>
                  <a:lnTo>
                    <a:pt x="1037475" y="1178788"/>
                  </a:lnTo>
                  <a:lnTo>
                    <a:pt x="1027303" y="1143939"/>
                  </a:lnTo>
                  <a:lnTo>
                    <a:pt x="966304" y="1116317"/>
                  </a:lnTo>
                  <a:lnTo>
                    <a:pt x="969467" y="1127188"/>
                  </a:lnTo>
                  <a:lnTo>
                    <a:pt x="953630" y="1072934"/>
                  </a:lnTo>
                  <a:lnTo>
                    <a:pt x="893368" y="1047775"/>
                  </a:lnTo>
                  <a:lnTo>
                    <a:pt x="938898" y="1203680"/>
                  </a:lnTo>
                  <a:lnTo>
                    <a:pt x="876668" y="990638"/>
                  </a:lnTo>
                  <a:lnTo>
                    <a:pt x="893368" y="1047775"/>
                  </a:lnTo>
                  <a:lnTo>
                    <a:pt x="937323" y="1017092"/>
                  </a:lnTo>
                  <a:lnTo>
                    <a:pt x="918489" y="952614"/>
                  </a:lnTo>
                  <a:lnTo>
                    <a:pt x="869899" y="967460"/>
                  </a:lnTo>
                  <a:lnTo>
                    <a:pt x="871105" y="971638"/>
                  </a:lnTo>
                  <a:lnTo>
                    <a:pt x="823391" y="989406"/>
                  </a:lnTo>
                  <a:lnTo>
                    <a:pt x="824992" y="994930"/>
                  </a:lnTo>
                  <a:lnTo>
                    <a:pt x="772909" y="997750"/>
                  </a:lnTo>
                  <a:lnTo>
                    <a:pt x="826731" y="1182039"/>
                  </a:lnTo>
                  <a:lnTo>
                    <a:pt x="695693" y="733437"/>
                  </a:lnTo>
                  <a:lnTo>
                    <a:pt x="633844" y="702868"/>
                  </a:lnTo>
                  <a:lnTo>
                    <a:pt x="842708" y="1417904"/>
                  </a:lnTo>
                  <a:lnTo>
                    <a:pt x="893597" y="1410970"/>
                  </a:lnTo>
                  <a:lnTo>
                    <a:pt x="897636" y="1424762"/>
                  </a:lnTo>
                  <a:lnTo>
                    <a:pt x="948118" y="1416456"/>
                  </a:lnTo>
                  <a:lnTo>
                    <a:pt x="949794" y="1422146"/>
                  </a:lnTo>
                  <a:lnTo>
                    <a:pt x="997648" y="1404772"/>
                  </a:lnTo>
                  <a:lnTo>
                    <a:pt x="980922" y="1347533"/>
                  </a:lnTo>
                  <a:lnTo>
                    <a:pt x="1028280" y="1328458"/>
                  </a:lnTo>
                  <a:lnTo>
                    <a:pt x="1025982" y="1320609"/>
                  </a:lnTo>
                  <a:lnTo>
                    <a:pt x="1072908" y="1300086"/>
                  </a:lnTo>
                  <a:lnTo>
                    <a:pt x="1060183" y="1256538"/>
                  </a:lnTo>
                  <a:lnTo>
                    <a:pt x="1064577" y="1271549"/>
                  </a:lnTo>
                  <a:lnTo>
                    <a:pt x="1113409" y="1257541"/>
                  </a:lnTo>
                  <a:close/>
                </a:path>
                <a:path w="1894839" h="5400675">
                  <a:moveTo>
                    <a:pt x="1159725" y="3363772"/>
                  </a:moveTo>
                  <a:lnTo>
                    <a:pt x="1139825" y="3295650"/>
                  </a:lnTo>
                  <a:lnTo>
                    <a:pt x="1083208" y="3283000"/>
                  </a:lnTo>
                  <a:lnTo>
                    <a:pt x="1108887" y="3370884"/>
                  </a:lnTo>
                  <a:lnTo>
                    <a:pt x="1159725" y="3363772"/>
                  </a:lnTo>
                  <a:close/>
                </a:path>
                <a:path w="1894839" h="5400675">
                  <a:moveTo>
                    <a:pt x="1234567" y="4163530"/>
                  </a:moveTo>
                  <a:lnTo>
                    <a:pt x="1189748" y="4010088"/>
                  </a:lnTo>
                  <a:lnTo>
                    <a:pt x="1142123" y="4028224"/>
                  </a:lnTo>
                  <a:lnTo>
                    <a:pt x="1086167" y="3836670"/>
                  </a:lnTo>
                  <a:lnTo>
                    <a:pt x="1035443" y="3844175"/>
                  </a:lnTo>
                  <a:lnTo>
                    <a:pt x="1060386" y="3929583"/>
                  </a:lnTo>
                  <a:lnTo>
                    <a:pt x="1098118" y="4058767"/>
                  </a:lnTo>
                  <a:lnTo>
                    <a:pt x="1054849" y="4091800"/>
                  </a:lnTo>
                  <a:lnTo>
                    <a:pt x="1064983" y="4126534"/>
                  </a:lnTo>
                  <a:lnTo>
                    <a:pt x="943952" y="4074477"/>
                  </a:lnTo>
                  <a:lnTo>
                    <a:pt x="944460" y="4076268"/>
                  </a:lnTo>
                  <a:lnTo>
                    <a:pt x="923023" y="4184015"/>
                  </a:lnTo>
                  <a:lnTo>
                    <a:pt x="870102" y="4184027"/>
                  </a:lnTo>
                  <a:lnTo>
                    <a:pt x="890981" y="4255567"/>
                  </a:lnTo>
                  <a:lnTo>
                    <a:pt x="849731" y="4295495"/>
                  </a:lnTo>
                  <a:lnTo>
                    <a:pt x="868934" y="4361269"/>
                  </a:lnTo>
                  <a:lnTo>
                    <a:pt x="830135" y="4409554"/>
                  </a:lnTo>
                  <a:lnTo>
                    <a:pt x="883539" y="4592383"/>
                  </a:lnTo>
                  <a:lnTo>
                    <a:pt x="883920" y="4593679"/>
                  </a:lnTo>
                  <a:lnTo>
                    <a:pt x="934339" y="4585119"/>
                  </a:lnTo>
                  <a:lnTo>
                    <a:pt x="882116" y="4406379"/>
                  </a:lnTo>
                  <a:lnTo>
                    <a:pt x="904405" y="4482630"/>
                  </a:lnTo>
                  <a:lnTo>
                    <a:pt x="952563" y="4466374"/>
                  </a:lnTo>
                  <a:lnTo>
                    <a:pt x="953046" y="4467999"/>
                  </a:lnTo>
                  <a:lnTo>
                    <a:pt x="965212" y="4464329"/>
                  </a:lnTo>
                  <a:lnTo>
                    <a:pt x="1001674" y="4453306"/>
                  </a:lnTo>
                  <a:lnTo>
                    <a:pt x="974598" y="4360608"/>
                  </a:lnTo>
                  <a:lnTo>
                    <a:pt x="924255" y="4369435"/>
                  </a:lnTo>
                  <a:lnTo>
                    <a:pt x="914628" y="4336478"/>
                  </a:lnTo>
                  <a:lnTo>
                    <a:pt x="959370" y="4308475"/>
                  </a:lnTo>
                  <a:lnTo>
                    <a:pt x="933767" y="4220832"/>
                  </a:lnTo>
                  <a:lnTo>
                    <a:pt x="1025575" y="4172737"/>
                  </a:lnTo>
                  <a:lnTo>
                    <a:pt x="995527" y="4251058"/>
                  </a:lnTo>
                  <a:lnTo>
                    <a:pt x="998512" y="4261282"/>
                  </a:lnTo>
                  <a:lnTo>
                    <a:pt x="1050582" y="4258424"/>
                  </a:lnTo>
                  <a:lnTo>
                    <a:pt x="1069733" y="4323981"/>
                  </a:lnTo>
                  <a:lnTo>
                    <a:pt x="1023353" y="4346308"/>
                  </a:lnTo>
                  <a:lnTo>
                    <a:pt x="1024356" y="4349762"/>
                  </a:lnTo>
                  <a:lnTo>
                    <a:pt x="976325" y="4366488"/>
                  </a:lnTo>
                  <a:lnTo>
                    <a:pt x="994791" y="4429722"/>
                  </a:lnTo>
                  <a:lnTo>
                    <a:pt x="1038415" y="4397895"/>
                  </a:lnTo>
                  <a:lnTo>
                    <a:pt x="1050315" y="4438637"/>
                  </a:lnTo>
                  <a:lnTo>
                    <a:pt x="1105471" y="4446295"/>
                  </a:lnTo>
                  <a:lnTo>
                    <a:pt x="1108113" y="4455312"/>
                  </a:lnTo>
                  <a:lnTo>
                    <a:pt x="1157897" y="4444568"/>
                  </a:lnTo>
                  <a:lnTo>
                    <a:pt x="1123124" y="4325544"/>
                  </a:lnTo>
                  <a:lnTo>
                    <a:pt x="1070368" y="4326115"/>
                  </a:lnTo>
                  <a:lnTo>
                    <a:pt x="1119187" y="4312069"/>
                  </a:lnTo>
                  <a:lnTo>
                    <a:pt x="1090752" y="4214723"/>
                  </a:lnTo>
                  <a:lnTo>
                    <a:pt x="1039914" y="4221848"/>
                  </a:lnTo>
                  <a:lnTo>
                    <a:pt x="1088694" y="4207713"/>
                  </a:lnTo>
                  <a:lnTo>
                    <a:pt x="1090752" y="4214723"/>
                  </a:lnTo>
                  <a:lnTo>
                    <a:pt x="1096873" y="4235678"/>
                  </a:lnTo>
                  <a:lnTo>
                    <a:pt x="1195806" y="4211993"/>
                  </a:lnTo>
                  <a:lnTo>
                    <a:pt x="1149172" y="4052392"/>
                  </a:lnTo>
                  <a:lnTo>
                    <a:pt x="1190726" y="4194594"/>
                  </a:lnTo>
                  <a:lnTo>
                    <a:pt x="1234567" y="4163530"/>
                  </a:lnTo>
                  <a:close/>
                </a:path>
                <a:path w="1894839" h="5400675">
                  <a:moveTo>
                    <a:pt x="1236916" y="1126032"/>
                  </a:moveTo>
                  <a:lnTo>
                    <a:pt x="1236573" y="1122819"/>
                  </a:lnTo>
                  <a:lnTo>
                    <a:pt x="1234770" y="1116622"/>
                  </a:lnTo>
                  <a:lnTo>
                    <a:pt x="1216660" y="1078992"/>
                  </a:lnTo>
                  <a:lnTo>
                    <a:pt x="1197775" y="1041679"/>
                  </a:lnTo>
                  <a:lnTo>
                    <a:pt x="1180846" y="1006436"/>
                  </a:lnTo>
                  <a:lnTo>
                    <a:pt x="1131836" y="940663"/>
                  </a:lnTo>
                  <a:lnTo>
                    <a:pt x="1102677" y="902563"/>
                  </a:lnTo>
                  <a:lnTo>
                    <a:pt x="1052080" y="838149"/>
                  </a:lnTo>
                  <a:lnTo>
                    <a:pt x="1018032" y="795782"/>
                  </a:lnTo>
                  <a:lnTo>
                    <a:pt x="1018032" y="811390"/>
                  </a:lnTo>
                  <a:lnTo>
                    <a:pt x="999147" y="823010"/>
                  </a:lnTo>
                  <a:lnTo>
                    <a:pt x="1005243" y="802093"/>
                  </a:lnTo>
                  <a:lnTo>
                    <a:pt x="1018032" y="811390"/>
                  </a:lnTo>
                  <a:lnTo>
                    <a:pt x="1018032" y="795782"/>
                  </a:lnTo>
                  <a:lnTo>
                    <a:pt x="1010894" y="786942"/>
                  </a:lnTo>
                  <a:lnTo>
                    <a:pt x="980706" y="750163"/>
                  </a:lnTo>
                  <a:lnTo>
                    <a:pt x="926782" y="685901"/>
                  </a:lnTo>
                  <a:lnTo>
                    <a:pt x="925512" y="687552"/>
                  </a:lnTo>
                  <a:lnTo>
                    <a:pt x="918425" y="729881"/>
                  </a:lnTo>
                  <a:lnTo>
                    <a:pt x="923721" y="772972"/>
                  </a:lnTo>
                  <a:lnTo>
                    <a:pt x="929767" y="815632"/>
                  </a:lnTo>
                  <a:lnTo>
                    <a:pt x="995616" y="826617"/>
                  </a:lnTo>
                  <a:lnTo>
                    <a:pt x="995260" y="825398"/>
                  </a:lnTo>
                  <a:lnTo>
                    <a:pt x="995870" y="826655"/>
                  </a:lnTo>
                  <a:lnTo>
                    <a:pt x="1006779" y="849172"/>
                  </a:lnTo>
                  <a:lnTo>
                    <a:pt x="1006995" y="849896"/>
                  </a:lnTo>
                  <a:lnTo>
                    <a:pt x="1022248" y="873810"/>
                  </a:lnTo>
                  <a:lnTo>
                    <a:pt x="1042111" y="891451"/>
                  </a:lnTo>
                  <a:lnTo>
                    <a:pt x="1067523" y="900125"/>
                  </a:lnTo>
                  <a:lnTo>
                    <a:pt x="1064298" y="889076"/>
                  </a:lnTo>
                  <a:lnTo>
                    <a:pt x="1068552" y="900468"/>
                  </a:lnTo>
                  <a:lnTo>
                    <a:pt x="1071295" y="907834"/>
                  </a:lnTo>
                  <a:lnTo>
                    <a:pt x="1069213" y="900696"/>
                  </a:lnTo>
                  <a:lnTo>
                    <a:pt x="1139317" y="990015"/>
                  </a:lnTo>
                  <a:lnTo>
                    <a:pt x="1113472" y="1023645"/>
                  </a:lnTo>
                  <a:lnTo>
                    <a:pt x="1196327" y="1137716"/>
                  </a:lnTo>
                  <a:lnTo>
                    <a:pt x="1203934" y="1145692"/>
                  </a:lnTo>
                  <a:lnTo>
                    <a:pt x="1212646" y="1150277"/>
                  </a:lnTo>
                  <a:lnTo>
                    <a:pt x="1221892" y="1150239"/>
                  </a:lnTo>
                  <a:lnTo>
                    <a:pt x="1231125" y="1144346"/>
                  </a:lnTo>
                  <a:lnTo>
                    <a:pt x="1233919" y="1140282"/>
                  </a:lnTo>
                  <a:lnTo>
                    <a:pt x="1235633" y="1135799"/>
                  </a:lnTo>
                  <a:lnTo>
                    <a:pt x="1236916" y="1126032"/>
                  </a:lnTo>
                  <a:close/>
                </a:path>
                <a:path w="1894839" h="5400675">
                  <a:moveTo>
                    <a:pt x="1302283" y="2266492"/>
                  </a:moveTo>
                  <a:lnTo>
                    <a:pt x="1290243" y="2225294"/>
                  </a:lnTo>
                  <a:lnTo>
                    <a:pt x="1227264" y="2190864"/>
                  </a:lnTo>
                  <a:lnTo>
                    <a:pt x="1249324" y="2266391"/>
                  </a:lnTo>
                  <a:lnTo>
                    <a:pt x="1255445" y="2287320"/>
                  </a:lnTo>
                  <a:lnTo>
                    <a:pt x="1302283" y="2266492"/>
                  </a:lnTo>
                  <a:close/>
                </a:path>
                <a:path w="1894839" h="5400675">
                  <a:moveTo>
                    <a:pt x="1350010" y="4196384"/>
                  </a:moveTo>
                  <a:lnTo>
                    <a:pt x="1335544" y="4146867"/>
                  </a:lnTo>
                  <a:lnTo>
                    <a:pt x="1290586" y="4174096"/>
                  </a:lnTo>
                  <a:lnTo>
                    <a:pt x="1302207" y="4213898"/>
                  </a:lnTo>
                  <a:lnTo>
                    <a:pt x="1350010" y="4196384"/>
                  </a:lnTo>
                  <a:close/>
                </a:path>
                <a:path w="1894839" h="5400675">
                  <a:moveTo>
                    <a:pt x="1360182" y="1287056"/>
                  </a:moveTo>
                  <a:lnTo>
                    <a:pt x="1338986" y="1259789"/>
                  </a:lnTo>
                  <a:lnTo>
                    <a:pt x="1311198" y="1209954"/>
                  </a:lnTo>
                  <a:lnTo>
                    <a:pt x="1335011" y="1291488"/>
                  </a:lnTo>
                  <a:lnTo>
                    <a:pt x="1360182" y="1287056"/>
                  </a:lnTo>
                  <a:close/>
                </a:path>
                <a:path w="1894839" h="5400675">
                  <a:moveTo>
                    <a:pt x="1385277" y="4135932"/>
                  </a:moveTo>
                  <a:lnTo>
                    <a:pt x="1361097" y="4053141"/>
                  </a:lnTo>
                  <a:lnTo>
                    <a:pt x="1312646" y="4068432"/>
                  </a:lnTo>
                  <a:lnTo>
                    <a:pt x="1323632" y="4106075"/>
                  </a:lnTo>
                  <a:lnTo>
                    <a:pt x="1309420" y="4057434"/>
                  </a:lnTo>
                  <a:lnTo>
                    <a:pt x="1358976" y="4045877"/>
                  </a:lnTo>
                  <a:lnTo>
                    <a:pt x="1270279" y="3742245"/>
                  </a:lnTo>
                  <a:lnTo>
                    <a:pt x="1223975" y="3764889"/>
                  </a:lnTo>
                  <a:lnTo>
                    <a:pt x="1227378" y="3776561"/>
                  </a:lnTo>
                  <a:lnTo>
                    <a:pt x="1190790" y="3787152"/>
                  </a:lnTo>
                  <a:lnTo>
                    <a:pt x="1166380" y="3794201"/>
                  </a:lnTo>
                  <a:lnTo>
                    <a:pt x="1129779" y="3804793"/>
                  </a:lnTo>
                  <a:lnTo>
                    <a:pt x="1199527" y="3862387"/>
                  </a:lnTo>
                  <a:lnTo>
                    <a:pt x="1209827" y="3897642"/>
                  </a:lnTo>
                  <a:lnTo>
                    <a:pt x="1268882" y="3918648"/>
                  </a:lnTo>
                  <a:lnTo>
                    <a:pt x="1274953" y="3939425"/>
                  </a:lnTo>
                  <a:lnTo>
                    <a:pt x="1228128" y="3960279"/>
                  </a:lnTo>
                  <a:lnTo>
                    <a:pt x="1229626" y="3965422"/>
                  </a:lnTo>
                  <a:lnTo>
                    <a:pt x="1178585" y="3971848"/>
                  </a:lnTo>
                  <a:lnTo>
                    <a:pt x="1189748" y="4010088"/>
                  </a:lnTo>
                  <a:lnTo>
                    <a:pt x="1223187" y="4124566"/>
                  </a:lnTo>
                  <a:lnTo>
                    <a:pt x="1223327" y="4124515"/>
                  </a:lnTo>
                  <a:lnTo>
                    <a:pt x="1271384" y="4108373"/>
                  </a:lnTo>
                  <a:lnTo>
                    <a:pt x="1276921" y="4127309"/>
                  </a:lnTo>
                  <a:lnTo>
                    <a:pt x="1328369" y="4122331"/>
                  </a:lnTo>
                  <a:lnTo>
                    <a:pt x="1329105" y="4124807"/>
                  </a:lnTo>
                  <a:lnTo>
                    <a:pt x="1385277" y="4135932"/>
                  </a:lnTo>
                  <a:close/>
                </a:path>
                <a:path w="1894839" h="5400675">
                  <a:moveTo>
                    <a:pt x="1425155" y="3774211"/>
                  </a:moveTo>
                  <a:lnTo>
                    <a:pt x="1384312" y="3634384"/>
                  </a:lnTo>
                  <a:lnTo>
                    <a:pt x="1327531" y="3621163"/>
                  </a:lnTo>
                  <a:lnTo>
                    <a:pt x="1374749" y="3782822"/>
                  </a:lnTo>
                  <a:lnTo>
                    <a:pt x="1425155" y="3774211"/>
                  </a:lnTo>
                  <a:close/>
                </a:path>
                <a:path w="1894839" h="5400675">
                  <a:moveTo>
                    <a:pt x="1436268" y="3993426"/>
                  </a:moveTo>
                  <a:lnTo>
                    <a:pt x="1416316" y="3925125"/>
                  </a:lnTo>
                  <a:lnTo>
                    <a:pt x="1365605" y="3932694"/>
                  </a:lnTo>
                  <a:lnTo>
                    <a:pt x="1377950" y="3974973"/>
                  </a:lnTo>
                  <a:lnTo>
                    <a:pt x="1387182" y="4006545"/>
                  </a:lnTo>
                  <a:lnTo>
                    <a:pt x="1436268" y="3993426"/>
                  </a:lnTo>
                  <a:close/>
                </a:path>
                <a:path w="1894839" h="5400675">
                  <a:moveTo>
                    <a:pt x="1519770" y="1606943"/>
                  </a:moveTo>
                  <a:lnTo>
                    <a:pt x="1514551" y="1589074"/>
                  </a:lnTo>
                  <a:lnTo>
                    <a:pt x="1490599" y="1552371"/>
                  </a:lnTo>
                  <a:lnTo>
                    <a:pt x="1487589" y="1542046"/>
                  </a:lnTo>
                  <a:lnTo>
                    <a:pt x="1467764" y="1564767"/>
                  </a:lnTo>
                  <a:lnTo>
                    <a:pt x="1472514" y="1581010"/>
                  </a:lnTo>
                  <a:lnTo>
                    <a:pt x="1426946" y="1606207"/>
                  </a:lnTo>
                  <a:lnTo>
                    <a:pt x="1441119" y="1654721"/>
                  </a:lnTo>
                  <a:lnTo>
                    <a:pt x="1486103" y="1627555"/>
                  </a:lnTo>
                  <a:lnTo>
                    <a:pt x="1519770" y="1606943"/>
                  </a:lnTo>
                  <a:close/>
                </a:path>
                <a:path w="1894839" h="5400675">
                  <a:moveTo>
                    <a:pt x="1528305" y="3583800"/>
                  </a:moveTo>
                  <a:lnTo>
                    <a:pt x="1525968" y="3575799"/>
                  </a:lnTo>
                  <a:lnTo>
                    <a:pt x="1474698" y="3581476"/>
                  </a:lnTo>
                  <a:lnTo>
                    <a:pt x="1468602" y="3560597"/>
                  </a:lnTo>
                  <a:lnTo>
                    <a:pt x="1418882" y="3571544"/>
                  </a:lnTo>
                  <a:lnTo>
                    <a:pt x="1419834" y="3574808"/>
                  </a:lnTo>
                  <a:lnTo>
                    <a:pt x="1455661" y="3697465"/>
                  </a:lnTo>
                  <a:lnTo>
                    <a:pt x="1528305" y="3583800"/>
                  </a:lnTo>
                  <a:close/>
                </a:path>
                <a:path w="1894839" h="5400675">
                  <a:moveTo>
                    <a:pt x="1717611" y="2601264"/>
                  </a:moveTo>
                  <a:lnTo>
                    <a:pt x="1705013" y="2558161"/>
                  </a:lnTo>
                  <a:lnTo>
                    <a:pt x="1601597" y="2566466"/>
                  </a:lnTo>
                  <a:lnTo>
                    <a:pt x="1620812" y="2632252"/>
                  </a:lnTo>
                  <a:lnTo>
                    <a:pt x="1628140" y="2657335"/>
                  </a:lnTo>
                  <a:lnTo>
                    <a:pt x="1674380" y="2634450"/>
                  </a:lnTo>
                  <a:lnTo>
                    <a:pt x="1667865" y="2612174"/>
                  </a:lnTo>
                  <a:lnTo>
                    <a:pt x="1717611" y="2601264"/>
                  </a:lnTo>
                  <a:close/>
                </a:path>
                <a:path w="1894839" h="5400675">
                  <a:moveTo>
                    <a:pt x="1723809" y="2396020"/>
                  </a:moveTo>
                  <a:lnTo>
                    <a:pt x="1718919" y="2379307"/>
                  </a:lnTo>
                  <a:lnTo>
                    <a:pt x="1719643" y="2336457"/>
                  </a:lnTo>
                  <a:lnTo>
                    <a:pt x="1694840" y="2342134"/>
                  </a:lnTo>
                  <a:lnTo>
                    <a:pt x="1702282" y="2367623"/>
                  </a:lnTo>
                  <a:lnTo>
                    <a:pt x="1690547" y="2327465"/>
                  </a:lnTo>
                  <a:lnTo>
                    <a:pt x="1640319" y="2336673"/>
                  </a:lnTo>
                  <a:lnTo>
                    <a:pt x="1622399" y="2275344"/>
                  </a:lnTo>
                  <a:lnTo>
                    <a:pt x="1662557" y="2231644"/>
                  </a:lnTo>
                  <a:lnTo>
                    <a:pt x="1587919" y="2157272"/>
                  </a:lnTo>
                  <a:lnTo>
                    <a:pt x="1589519" y="2162772"/>
                  </a:lnTo>
                  <a:lnTo>
                    <a:pt x="1581124" y="2134019"/>
                  </a:lnTo>
                  <a:lnTo>
                    <a:pt x="1587919" y="2157272"/>
                  </a:lnTo>
                  <a:lnTo>
                    <a:pt x="1659216" y="2039073"/>
                  </a:lnTo>
                  <a:lnTo>
                    <a:pt x="1659610" y="2040369"/>
                  </a:lnTo>
                  <a:lnTo>
                    <a:pt x="1667027" y="2020455"/>
                  </a:lnTo>
                  <a:lnTo>
                    <a:pt x="1629473" y="1891906"/>
                  </a:lnTo>
                  <a:lnTo>
                    <a:pt x="1617980" y="1897849"/>
                  </a:lnTo>
                  <a:lnTo>
                    <a:pt x="1620799" y="1907527"/>
                  </a:lnTo>
                  <a:lnTo>
                    <a:pt x="1563801" y="1893531"/>
                  </a:lnTo>
                  <a:lnTo>
                    <a:pt x="1553349" y="1857781"/>
                  </a:lnTo>
                  <a:lnTo>
                    <a:pt x="1595107" y="1819541"/>
                  </a:lnTo>
                  <a:lnTo>
                    <a:pt x="1611630" y="1830793"/>
                  </a:lnTo>
                  <a:lnTo>
                    <a:pt x="1591538" y="1807324"/>
                  </a:lnTo>
                  <a:lnTo>
                    <a:pt x="1565109" y="1716849"/>
                  </a:lnTo>
                  <a:lnTo>
                    <a:pt x="1551127" y="1695627"/>
                  </a:lnTo>
                  <a:lnTo>
                    <a:pt x="1551127" y="1850212"/>
                  </a:lnTo>
                  <a:lnTo>
                    <a:pt x="1503768" y="1869224"/>
                  </a:lnTo>
                  <a:lnTo>
                    <a:pt x="1498142" y="1849945"/>
                  </a:lnTo>
                  <a:lnTo>
                    <a:pt x="1443494" y="1844052"/>
                  </a:lnTo>
                  <a:lnTo>
                    <a:pt x="1430832" y="1800707"/>
                  </a:lnTo>
                  <a:lnTo>
                    <a:pt x="1480947" y="1791093"/>
                  </a:lnTo>
                  <a:lnTo>
                    <a:pt x="1461528" y="1724596"/>
                  </a:lnTo>
                  <a:lnTo>
                    <a:pt x="1478775" y="1783626"/>
                  </a:lnTo>
                  <a:lnTo>
                    <a:pt x="1521231" y="1747875"/>
                  </a:lnTo>
                  <a:lnTo>
                    <a:pt x="1551127" y="1850212"/>
                  </a:lnTo>
                  <a:lnTo>
                    <a:pt x="1551127" y="1695627"/>
                  </a:lnTo>
                  <a:lnTo>
                    <a:pt x="1541322" y="1680730"/>
                  </a:lnTo>
                  <a:lnTo>
                    <a:pt x="1533575" y="1654175"/>
                  </a:lnTo>
                  <a:lnTo>
                    <a:pt x="1502803" y="1684731"/>
                  </a:lnTo>
                  <a:lnTo>
                    <a:pt x="1511071" y="1713052"/>
                  </a:lnTo>
                  <a:lnTo>
                    <a:pt x="1460233" y="1720151"/>
                  </a:lnTo>
                  <a:lnTo>
                    <a:pt x="1458595" y="1714538"/>
                  </a:lnTo>
                  <a:lnTo>
                    <a:pt x="1409255" y="1726819"/>
                  </a:lnTo>
                  <a:lnTo>
                    <a:pt x="1408836" y="1725409"/>
                  </a:lnTo>
                  <a:lnTo>
                    <a:pt x="1447215" y="1675612"/>
                  </a:lnTo>
                  <a:lnTo>
                    <a:pt x="1396555" y="1502156"/>
                  </a:lnTo>
                  <a:lnTo>
                    <a:pt x="1347127" y="1514144"/>
                  </a:lnTo>
                  <a:lnTo>
                    <a:pt x="1387424" y="1652130"/>
                  </a:lnTo>
                  <a:lnTo>
                    <a:pt x="1342593" y="1679778"/>
                  </a:lnTo>
                  <a:lnTo>
                    <a:pt x="1348905" y="1701431"/>
                  </a:lnTo>
                  <a:lnTo>
                    <a:pt x="1319301" y="1726145"/>
                  </a:lnTo>
                  <a:lnTo>
                    <a:pt x="1319301" y="1781289"/>
                  </a:lnTo>
                  <a:lnTo>
                    <a:pt x="1275016" y="1810791"/>
                  </a:lnTo>
                  <a:lnTo>
                    <a:pt x="1275778" y="1813445"/>
                  </a:lnTo>
                  <a:lnTo>
                    <a:pt x="1225283" y="1821738"/>
                  </a:lnTo>
                  <a:lnTo>
                    <a:pt x="1199273" y="1732699"/>
                  </a:lnTo>
                  <a:lnTo>
                    <a:pt x="1310487" y="1751101"/>
                  </a:lnTo>
                  <a:lnTo>
                    <a:pt x="1319301" y="1781289"/>
                  </a:lnTo>
                  <a:lnTo>
                    <a:pt x="1319301" y="1726145"/>
                  </a:lnTo>
                  <a:lnTo>
                    <a:pt x="1306360" y="1736940"/>
                  </a:lnTo>
                  <a:lnTo>
                    <a:pt x="1252410" y="1552206"/>
                  </a:lnTo>
                  <a:lnTo>
                    <a:pt x="1192758" y="1529207"/>
                  </a:lnTo>
                  <a:lnTo>
                    <a:pt x="1171956" y="1457972"/>
                  </a:lnTo>
                  <a:lnTo>
                    <a:pt x="1137462" y="1459204"/>
                  </a:lnTo>
                  <a:lnTo>
                    <a:pt x="1137462" y="1702244"/>
                  </a:lnTo>
                  <a:lnTo>
                    <a:pt x="1109433" y="1711413"/>
                  </a:lnTo>
                  <a:lnTo>
                    <a:pt x="1109433" y="1787512"/>
                  </a:lnTo>
                  <a:lnTo>
                    <a:pt x="1025982" y="1864156"/>
                  </a:lnTo>
                  <a:lnTo>
                    <a:pt x="968502" y="1667370"/>
                  </a:lnTo>
                  <a:lnTo>
                    <a:pt x="1015669" y="1647698"/>
                  </a:lnTo>
                  <a:lnTo>
                    <a:pt x="1027277" y="1687410"/>
                  </a:lnTo>
                  <a:lnTo>
                    <a:pt x="976769" y="1695653"/>
                  </a:lnTo>
                  <a:lnTo>
                    <a:pt x="1003033" y="1785581"/>
                  </a:lnTo>
                  <a:lnTo>
                    <a:pt x="1053807" y="1778254"/>
                  </a:lnTo>
                  <a:lnTo>
                    <a:pt x="1056005" y="1785734"/>
                  </a:lnTo>
                  <a:lnTo>
                    <a:pt x="1109433" y="1787512"/>
                  </a:lnTo>
                  <a:lnTo>
                    <a:pt x="1109433" y="1711413"/>
                  </a:lnTo>
                  <a:lnTo>
                    <a:pt x="1089152" y="1718030"/>
                  </a:lnTo>
                  <a:lnTo>
                    <a:pt x="1099731" y="1754276"/>
                  </a:lnTo>
                  <a:lnTo>
                    <a:pt x="1045870" y="1569885"/>
                  </a:lnTo>
                  <a:lnTo>
                    <a:pt x="1092962" y="1549958"/>
                  </a:lnTo>
                  <a:lnTo>
                    <a:pt x="1137462" y="1702244"/>
                  </a:lnTo>
                  <a:lnTo>
                    <a:pt x="1137462" y="1459204"/>
                  </a:lnTo>
                  <a:lnTo>
                    <a:pt x="1119568" y="1459826"/>
                  </a:lnTo>
                  <a:lnTo>
                    <a:pt x="1158328" y="1411338"/>
                  </a:lnTo>
                  <a:lnTo>
                    <a:pt x="1121486" y="1285214"/>
                  </a:lnTo>
                  <a:lnTo>
                    <a:pt x="1074610" y="1305890"/>
                  </a:lnTo>
                  <a:lnTo>
                    <a:pt x="1088986" y="1355128"/>
                  </a:lnTo>
                  <a:lnTo>
                    <a:pt x="1047635" y="1394752"/>
                  </a:lnTo>
                  <a:lnTo>
                    <a:pt x="1004277" y="1427480"/>
                  </a:lnTo>
                  <a:lnTo>
                    <a:pt x="959739" y="1456169"/>
                  </a:lnTo>
                  <a:lnTo>
                    <a:pt x="914857" y="1483690"/>
                  </a:lnTo>
                  <a:lnTo>
                    <a:pt x="915835" y="1487068"/>
                  </a:lnTo>
                  <a:lnTo>
                    <a:pt x="929563" y="1534058"/>
                  </a:lnTo>
                  <a:lnTo>
                    <a:pt x="978471" y="1520317"/>
                  </a:lnTo>
                  <a:lnTo>
                    <a:pt x="980211" y="1526311"/>
                  </a:lnTo>
                  <a:lnTo>
                    <a:pt x="954989" y="1621078"/>
                  </a:lnTo>
                  <a:lnTo>
                    <a:pt x="857465" y="1649577"/>
                  </a:lnTo>
                  <a:lnTo>
                    <a:pt x="885926" y="1747012"/>
                  </a:lnTo>
                  <a:lnTo>
                    <a:pt x="913930" y="1842884"/>
                  </a:lnTo>
                  <a:lnTo>
                    <a:pt x="946772" y="1955304"/>
                  </a:lnTo>
                  <a:lnTo>
                    <a:pt x="978712" y="1883498"/>
                  </a:lnTo>
                  <a:lnTo>
                    <a:pt x="992276" y="1884616"/>
                  </a:lnTo>
                  <a:lnTo>
                    <a:pt x="1045921" y="1932444"/>
                  </a:lnTo>
                  <a:lnTo>
                    <a:pt x="990676" y="1945195"/>
                  </a:lnTo>
                  <a:lnTo>
                    <a:pt x="990676" y="2467978"/>
                  </a:lnTo>
                  <a:lnTo>
                    <a:pt x="948118" y="2503449"/>
                  </a:lnTo>
                  <a:lnTo>
                    <a:pt x="978573" y="2607741"/>
                  </a:lnTo>
                  <a:lnTo>
                    <a:pt x="982726" y="2621953"/>
                  </a:lnTo>
                  <a:lnTo>
                    <a:pt x="944118" y="2625674"/>
                  </a:lnTo>
                  <a:lnTo>
                    <a:pt x="879424" y="2404173"/>
                  </a:lnTo>
                  <a:lnTo>
                    <a:pt x="830656" y="2418423"/>
                  </a:lnTo>
                  <a:lnTo>
                    <a:pt x="815162" y="2365349"/>
                  </a:lnTo>
                  <a:lnTo>
                    <a:pt x="815162" y="3090087"/>
                  </a:lnTo>
                  <a:lnTo>
                    <a:pt x="763231" y="3093466"/>
                  </a:lnTo>
                  <a:lnTo>
                    <a:pt x="760463" y="3083991"/>
                  </a:lnTo>
                  <a:lnTo>
                    <a:pt x="806869" y="3061690"/>
                  </a:lnTo>
                  <a:lnTo>
                    <a:pt x="815162" y="3090087"/>
                  </a:lnTo>
                  <a:lnTo>
                    <a:pt x="815162" y="2365349"/>
                  </a:lnTo>
                  <a:lnTo>
                    <a:pt x="814514" y="2363127"/>
                  </a:lnTo>
                  <a:lnTo>
                    <a:pt x="862596" y="2346553"/>
                  </a:lnTo>
                  <a:lnTo>
                    <a:pt x="879424" y="2404173"/>
                  </a:lnTo>
                  <a:lnTo>
                    <a:pt x="943356" y="2623020"/>
                  </a:lnTo>
                  <a:lnTo>
                    <a:pt x="978573" y="2607741"/>
                  </a:lnTo>
                  <a:lnTo>
                    <a:pt x="929779" y="2440686"/>
                  </a:lnTo>
                  <a:lnTo>
                    <a:pt x="978890" y="2427643"/>
                  </a:lnTo>
                  <a:lnTo>
                    <a:pt x="990676" y="2467978"/>
                  </a:lnTo>
                  <a:lnTo>
                    <a:pt x="990676" y="1945195"/>
                  </a:lnTo>
                  <a:lnTo>
                    <a:pt x="965885" y="1950910"/>
                  </a:lnTo>
                  <a:lnTo>
                    <a:pt x="965885" y="2201951"/>
                  </a:lnTo>
                  <a:lnTo>
                    <a:pt x="917003" y="2215756"/>
                  </a:lnTo>
                  <a:lnTo>
                    <a:pt x="903744" y="2170366"/>
                  </a:lnTo>
                  <a:lnTo>
                    <a:pt x="850176" y="2168182"/>
                  </a:lnTo>
                  <a:lnTo>
                    <a:pt x="851382" y="2172360"/>
                  </a:lnTo>
                  <a:lnTo>
                    <a:pt x="822756" y="2210168"/>
                  </a:lnTo>
                  <a:lnTo>
                    <a:pt x="863155" y="2212606"/>
                  </a:lnTo>
                  <a:lnTo>
                    <a:pt x="864285" y="2216454"/>
                  </a:lnTo>
                  <a:lnTo>
                    <a:pt x="917384" y="2217102"/>
                  </a:lnTo>
                  <a:lnTo>
                    <a:pt x="878598" y="2265476"/>
                  </a:lnTo>
                  <a:lnTo>
                    <a:pt x="852487" y="2311958"/>
                  </a:lnTo>
                  <a:lnTo>
                    <a:pt x="789559" y="2277719"/>
                  </a:lnTo>
                  <a:lnTo>
                    <a:pt x="780846" y="2247874"/>
                  </a:lnTo>
                  <a:lnTo>
                    <a:pt x="827608" y="2226780"/>
                  </a:lnTo>
                  <a:lnTo>
                    <a:pt x="808367" y="2160930"/>
                  </a:lnTo>
                  <a:lnTo>
                    <a:pt x="757580" y="2168233"/>
                  </a:lnTo>
                  <a:lnTo>
                    <a:pt x="746760" y="2131187"/>
                  </a:lnTo>
                  <a:lnTo>
                    <a:pt x="789520" y="2096452"/>
                  </a:lnTo>
                  <a:lnTo>
                    <a:pt x="796912" y="2121712"/>
                  </a:lnTo>
                  <a:lnTo>
                    <a:pt x="842645" y="2142375"/>
                  </a:lnTo>
                  <a:lnTo>
                    <a:pt x="822833" y="2074570"/>
                  </a:lnTo>
                  <a:lnTo>
                    <a:pt x="835698" y="2118588"/>
                  </a:lnTo>
                  <a:lnTo>
                    <a:pt x="879665" y="2087956"/>
                  </a:lnTo>
                  <a:lnTo>
                    <a:pt x="901471" y="2162581"/>
                  </a:lnTo>
                  <a:lnTo>
                    <a:pt x="957300" y="2172576"/>
                  </a:lnTo>
                  <a:lnTo>
                    <a:pt x="965885" y="2201951"/>
                  </a:lnTo>
                  <a:lnTo>
                    <a:pt x="965885" y="1950910"/>
                  </a:lnTo>
                  <a:lnTo>
                    <a:pt x="946772" y="1955304"/>
                  </a:lnTo>
                  <a:lnTo>
                    <a:pt x="961237" y="2004860"/>
                  </a:lnTo>
                  <a:lnTo>
                    <a:pt x="913930" y="1842884"/>
                  </a:lnTo>
                  <a:lnTo>
                    <a:pt x="864349" y="1854327"/>
                  </a:lnTo>
                  <a:lnTo>
                    <a:pt x="861199" y="1843544"/>
                  </a:lnTo>
                  <a:lnTo>
                    <a:pt x="822274" y="1891474"/>
                  </a:lnTo>
                  <a:lnTo>
                    <a:pt x="839343" y="1949919"/>
                  </a:lnTo>
                  <a:lnTo>
                    <a:pt x="791845" y="1968487"/>
                  </a:lnTo>
                  <a:lnTo>
                    <a:pt x="818629" y="2060219"/>
                  </a:lnTo>
                  <a:lnTo>
                    <a:pt x="787781" y="2090470"/>
                  </a:lnTo>
                  <a:lnTo>
                    <a:pt x="772172" y="2037003"/>
                  </a:lnTo>
                  <a:lnTo>
                    <a:pt x="739902" y="2036813"/>
                  </a:lnTo>
                  <a:lnTo>
                    <a:pt x="739902" y="2288895"/>
                  </a:lnTo>
                  <a:lnTo>
                    <a:pt x="728167" y="2277783"/>
                  </a:lnTo>
                  <a:lnTo>
                    <a:pt x="728167" y="2294001"/>
                  </a:lnTo>
                  <a:lnTo>
                    <a:pt x="653249" y="2354605"/>
                  </a:lnTo>
                  <a:lnTo>
                    <a:pt x="645693" y="2328735"/>
                  </a:lnTo>
                  <a:lnTo>
                    <a:pt x="693013" y="2309558"/>
                  </a:lnTo>
                  <a:lnTo>
                    <a:pt x="679945" y="2264841"/>
                  </a:lnTo>
                  <a:lnTo>
                    <a:pt x="692188" y="2306726"/>
                  </a:lnTo>
                  <a:lnTo>
                    <a:pt x="692327" y="2306675"/>
                  </a:lnTo>
                  <a:lnTo>
                    <a:pt x="728167" y="2294001"/>
                  </a:lnTo>
                  <a:lnTo>
                    <a:pt x="728167" y="2277783"/>
                  </a:lnTo>
                  <a:lnTo>
                    <a:pt x="666724" y="2219579"/>
                  </a:lnTo>
                  <a:lnTo>
                    <a:pt x="666889" y="2219566"/>
                  </a:lnTo>
                  <a:lnTo>
                    <a:pt x="719556" y="2219287"/>
                  </a:lnTo>
                  <a:lnTo>
                    <a:pt x="739902" y="2288895"/>
                  </a:lnTo>
                  <a:lnTo>
                    <a:pt x="739902" y="2036813"/>
                  </a:lnTo>
                  <a:lnTo>
                    <a:pt x="719150" y="2036673"/>
                  </a:lnTo>
                  <a:lnTo>
                    <a:pt x="711682" y="2011095"/>
                  </a:lnTo>
                  <a:lnTo>
                    <a:pt x="671537" y="2054847"/>
                  </a:lnTo>
                  <a:lnTo>
                    <a:pt x="684225" y="2098332"/>
                  </a:lnTo>
                  <a:lnTo>
                    <a:pt x="669671" y="2048459"/>
                  </a:lnTo>
                  <a:lnTo>
                    <a:pt x="617004" y="2049360"/>
                  </a:lnTo>
                  <a:lnTo>
                    <a:pt x="569937" y="1888261"/>
                  </a:lnTo>
                  <a:lnTo>
                    <a:pt x="571817" y="1894649"/>
                  </a:lnTo>
                  <a:lnTo>
                    <a:pt x="571944" y="1894535"/>
                  </a:lnTo>
                  <a:lnTo>
                    <a:pt x="614006" y="1857908"/>
                  </a:lnTo>
                  <a:lnTo>
                    <a:pt x="547649" y="1811947"/>
                  </a:lnTo>
                  <a:lnTo>
                    <a:pt x="547801" y="1811883"/>
                  </a:lnTo>
                  <a:lnTo>
                    <a:pt x="641604" y="1771192"/>
                  </a:lnTo>
                  <a:lnTo>
                    <a:pt x="617385" y="1688299"/>
                  </a:lnTo>
                  <a:lnTo>
                    <a:pt x="564857" y="1689633"/>
                  </a:lnTo>
                  <a:lnTo>
                    <a:pt x="547624" y="1630654"/>
                  </a:lnTo>
                  <a:lnTo>
                    <a:pt x="549249" y="1636191"/>
                  </a:lnTo>
                  <a:lnTo>
                    <a:pt x="596353" y="1616278"/>
                  </a:lnTo>
                  <a:lnTo>
                    <a:pt x="591273" y="1598879"/>
                  </a:lnTo>
                  <a:lnTo>
                    <a:pt x="541693" y="1610321"/>
                  </a:lnTo>
                  <a:lnTo>
                    <a:pt x="530402" y="1571663"/>
                  </a:lnTo>
                  <a:lnTo>
                    <a:pt x="479221" y="1577657"/>
                  </a:lnTo>
                  <a:lnTo>
                    <a:pt x="467918" y="1538960"/>
                  </a:lnTo>
                  <a:lnTo>
                    <a:pt x="416534" y="1544243"/>
                  </a:lnTo>
                  <a:lnTo>
                    <a:pt x="419696" y="1555089"/>
                  </a:lnTo>
                  <a:lnTo>
                    <a:pt x="379818" y="1599704"/>
                  </a:lnTo>
                  <a:lnTo>
                    <a:pt x="356768" y="1520812"/>
                  </a:lnTo>
                  <a:lnTo>
                    <a:pt x="405320" y="1505839"/>
                  </a:lnTo>
                  <a:lnTo>
                    <a:pt x="389343" y="1451178"/>
                  </a:lnTo>
                  <a:lnTo>
                    <a:pt x="404622" y="1503426"/>
                  </a:lnTo>
                  <a:lnTo>
                    <a:pt x="449770" y="1476857"/>
                  </a:lnTo>
                  <a:lnTo>
                    <a:pt x="442734" y="1452753"/>
                  </a:lnTo>
                  <a:lnTo>
                    <a:pt x="442849" y="1452600"/>
                  </a:lnTo>
                  <a:lnTo>
                    <a:pt x="480479" y="1400797"/>
                  </a:lnTo>
                  <a:lnTo>
                    <a:pt x="439229" y="1259560"/>
                  </a:lnTo>
                  <a:lnTo>
                    <a:pt x="419811" y="1258684"/>
                  </a:lnTo>
                  <a:lnTo>
                    <a:pt x="419811" y="1373720"/>
                  </a:lnTo>
                  <a:lnTo>
                    <a:pt x="419658" y="1373759"/>
                  </a:lnTo>
                  <a:lnTo>
                    <a:pt x="370090" y="1385239"/>
                  </a:lnTo>
                  <a:lnTo>
                    <a:pt x="364401" y="1365770"/>
                  </a:lnTo>
                  <a:lnTo>
                    <a:pt x="365302" y="1368818"/>
                  </a:lnTo>
                  <a:lnTo>
                    <a:pt x="419811" y="1373720"/>
                  </a:lnTo>
                  <a:lnTo>
                    <a:pt x="419811" y="1258684"/>
                  </a:lnTo>
                  <a:lnTo>
                    <a:pt x="385749" y="1257134"/>
                  </a:lnTo>
                  <a:lnTo>
                    <a:pt x="385597" y="1257122"/>
                  </a:lnTo>
                  <a:lnTo>
                    <a:pt x="328561" y="1243037"/>
                  </a:lnTo>
                  <a:lnTo>
                    <a:pt x="342112" y="1289443"/>
                  </a:lnTo>
                  <a:lnTo>
                    <a:pt x="364210" y="1365135"/>
                  </a:lnTo>
                  <a:lnTo>
                    <a:pt x="312978" y="1370901"/>
                  </a:lnTo>
                  <a:lnTo>
                    <a:pt x="300380" y="1327746"/>
                  </a:lnTo>
                  <a:lnTo>
                    <a:pt x="244449" y="1317434"/>
                  </a:lnTo>
                  <a:lnTo>
                    <a:pt x="249770" y="1335659"/>
                  </a:lnTo>
                  <a:lnTo>
                    <a:pt x="251574" y="1341856"/>
                  </a:lnTo>
                  <a:lnTo>
                    <a:pt x="204571" y="1362138"/>
                  </a:lnTo>
                  <a:lnTo>
                    <a:pt x="229641" y="1447939"/>
                  </a:lnTo>
                  <a:lnTo>
                    <a:pt x="278396" y="1433703"/>
                  </a:lnTo>
                  <a:lnTo>
                    <a:pt x="289953" y="1473250"/>
                  </a:lnTo>
                  <a:lnTo>
                    <a:pt x="247853" y="1510284"/>
                  </a:lnTo>
                  <a:lnTo>
                    <a:pt x="252133" y="1524977"/>
                  </a:lnTo>
                  <a:lnTo>
                    <a:pt x="207873" y="1554607"/>
                  </a:lnTo>
                  <a:lnTo>
                    <a:pt x="219519" y="1594459"/>
                  </a:lnTo>
                  <a:lnTo>
                    <a:pt x="271081" y="1589811"/>
                  </a:lnTo>
                  <a:lnTo>
                    <a:pt x="285064" y="1637665"/>
                  </a:lnTo>
                  <a:lnTo>
                    <a:pt x="339128" y="1641589"/>
                  </a:lnTo>
                  <a:lnTo>
                    <a:pt x="344500" y="1659966"/>
                  </a:lnTo>
                  <a:lnTo>
                    <a:pt x="394944" y="1651520"/>
                  </a:lnTo>
                  <a:lnTo>
                    <a:pt x="447001" y="1829714"/>
                  </a:lnTo>
                  <a:lnTo>
                    <a:pt x="399757" y="1849158"/>
                  </a:lnTo>
                  <a:lnTo>
                    <a:pt x="351447" y="1864956"/>
                  </a:lnTo>
                  <a:lnTo>
                    <a:pt x="373329" y="1939836"/>
                  </a:lnTo>
                  <a:lnTo>
                    <a:pt x="420535" y="1920278"/>
                  </a:lnTo>
                  <a:lnTo>
                    <a:pt x="424345" y="1933346"/>
                  </a:lnTo>
                  <a:lnTo>
                    <a:pt x="375081" y="1945855"/>
                  </a:lnTo>
                  <a:lnTo>
                    <a:pt x="351447" y="1864956"/>
                  </a:lnTo>
                  <a:lnTo>
                    <a:pt x="302056" y="1877021"/>
                  </a:lnTo>
                  <a:lnTo>
                    <a:pt x="251637" y="1885581"/>
                  </a:lnTo>
                  <a:lnTo>
                    <a:pt x="277431" y="1973910"/>
                  </a:lnTo>
                  <a:lnTo>
                    <a:pt x="241528" y="1850999"/>
                  </a:lnTo>
                  <a:lnTo>
                    <a:pt x="284657" y="1817484"/>
                  </a:lnTo>
                  <a:lnTo>
                    <a:pt x="255536" y="1717776"/>
                  </a:lnTo>
                  <a:lnTo>
                    <a:pt x="204190" y="1723161"/>
                  </a:lnTo>
                  <a:lnTo>
                    <a:pt x="209918" y="1742808"/>
                  </a:lnTo>
                  <a:lnTo>
                    <a:pt x="199682" y="1707730"/>
                  </a:lnTo>
                  <a:lnTo>
                    <a:pt x="150329" y="1719935"/>
                  </a:lnTo>
                  <a:lnTo>
                    <a:pt x="169367" y="1785112"/>
                  </a:lnTo>
                  <a:lnTo>
                    <a:pt x="184823" y="1838032"/>
                  </a:lnTo>
                  <a:lnTo>
                    <a:pt x="140449" y="1867293"/>
                  </a:lnTo>
                  <a:lnTo>
                    <a:pt x="160858" y="1937181"/>
                  </a:lnTo>
                  <a:lnTo>
                    <a:pt x="213944" y="1937740"/>
                  </a:lnTo>
                  <a:lnTo>
                    <a:pt x="242455" y="2035340"/>
                  </a:lnTo>
                  <a:lnTo>
                    <a:pt x="243116" y="2037588"/>
                  </a:lnTo>
                  <a:lnTo>
                    <a:pt x="282155" y="1990115"/>
                  </a:lnTo>
                  <a:lnTo>
                    <a:pt x="292061" y="2023973"/>
                  </a:lnTo>
                  <a:lnTo>
                    <a:pt x="348945" y="2037524"/>
                  </a:lnTo>
                  <a:lnTo>
                    <a:pt x="329158" y="1969820"/>
                  </a:lnTo>
                  <a:lnTo>
                    <a:pt x="387248" y="1987499"/>
                  </a:lnTo>
                  <a:lnTo>
                    <a:pt x="446112" y="2007844"/>
                  </a:lnTo>
                  <a:lnTo>
                    <a:pt x="457123" y="2045512"/>
                  </a:lnTo>
                  <a:lnTo>
                    <a:pt x="517779" y="2072005"/>
                  </a:lnTo>
                  <a:lnTo>
                    <a:pt x="546366" y="2169858"/>
                  </a:lnTo>
                  <a:lnTo>
                    <a:pt x="605015" y="2189492"/>
                  </a:lnTo>
                  <a:lnTo>
                    <a:pt x="605282" y="2190432"/>
                  </a:lnTo>
                  <a:lnTo>
                    <a:pt x="599884" y="2191639"/>
                  </a:lnTo>
                  <a:lnTo>
                    <a:pt x="599884" y="2353081"/>
                  </a:lnTo>
                  <a:lnTo>
                    <a:pt x="553859" y="2376690"/>
                  </a:lnTo>
                  <a:lnTo>
                    <a:pt x="559282" y="2395258"/>
                  </a:lnTo>
                  <a:lnTo>
                    <a:pt x="507428" y="2398941"/>
                  </a:lnTo>
                  <a:lnTo>
                    <a:pt x="500659" y="2375751"/>
                  </a:lnTo>
                  <a:lnTo>
                    <a:pt x="448843" y="2377186"/>
                  </a:lnTo>
                  <a:lnTo>
                    <a:pt x="492633" y="2348280"/>
                  </a:lnTo>
                  <a:lnTo>
                    <a:pt x="480225" y="2305799"/>
                  </a:lnTo>
                  <a:lnTo>
                    <a:pt x="528447" y="2289733"/>
                  </a:lnTo>
                  <a:lnTo>
                    <a:pt x="543521" y="2341295"/>
                  </a:lnTo>
                  <a:lnTo>
                    <a:pt x="597077" y="2343480"/>
                  </a:lnTo>
                  <a:lnTo>
                    <a:pt x="599884" y="2353081"/>
                  </a:lnTo>
                  <a:lnTo>
                    <a:pt x="599884" y="2191639"/>
                  </a:lnTo>
                  <a:lnTo>
                    <a:pt x="555586" y="2201443"/>
                  </a:lnTo>
                  <a:lnTo>
                    <a:pt x="517779" y="2072005"/>
                  </a:lnTo>
                  <a:lnTo>
                    <a:pt x="480580" y="2125853"/>
                  </a:lnTo>
                  <a:lnTo>
                    <a:pt x="458012" y="2048573"/>
                  </a:lnTo>
                  <a:lnTo>
                    <a:pt x="408190" y="2059165"/>
                  </a:lnTo>
                  <a:lnTo>
                    <a:pt x="422668" y="2108758"/>
                  </a:lnTo>
                  <a:lnTo>
                    <a:pt x="362839" y="2085098"/>
                  </a:lnTo>
                  <a:lnTo>
                    <a:pt x="421767" y="2286838"/>
                  </a:lnTo>
                  <a:lnTo>
                    <a:pt x="422427" y="2286724"/>
                  </a:lnTo>
                  <a:lnTo>
                    <a:pt x="472249" y="2278494"/>
                  </a:lnTo>
                  <a:lnTo>
                    <a:pt x="472579" y="2279662"/>
                  </a:lnTo>
                  <a:lnTo>
                    <a:pt x="425475" y="2299538"/>
                  </a:lnTo>
                  <a:lnTo>
                    <a:pt x="425513" y="2299690"/>
                  </a:lnTo>
                  <a:lnTo>
                    <a:pt x="349059" y="2037930"/>
                  </a:lnTo>
                  <a:lnTo>
                    <a:pt x="300939" y="2054377"/>
                  </a:lnTo>
                  <a:lnTo>
                    <a:pt x="294576" y="2032584"/>
                  </a:lnTo>
                  <a:lnTo>
                    <a:pt x="265404" y="2035467"/>
                  </a:lnTo>
                  <a:lnTo>
                    <a:pt x="265404" y="2113940"/>
                  </a:lnTo>
                  <a:lnTo>
                    <a:pt x="217830" y="2132190"/>
                  </a:lnTo>
                  <a:lnTo>
                    <a:pt x="219544" y="2138070"/>
                  </a:lnTo>
                  <a:lnTo>
                    <a:pt x="208292" y="2099538"/>
                  </a:lnTo>
                  <a:lnTo>
                    <a:pt x="255879" y="2081352"/>
                  </a:lnTo>
                  <a:lnTo>
                    <a:pt x="265404" y="2113940"/>
                  </a:lnTo>
                  <a:lnTo>
                    <a:pt x="265404" y="2035467"/>
                  </a:lnTo>
                  <a:lnTo>
                    <a:pt x="243128" y="2037651"/>
                  </a:lnTo>
                  <a:lnTo>
                    <a:pt x="242455" y="2035340"/>
                  </a:lnTo>
                  <a:lnTo>
                    <a:pt x="190461" y="2038502"/>
                  </a:lnTo>
                  <a:lnTo>
                    <a:pt x="136817" y="2012657"/>
                  </a:lnTo>
                  <a:lnTo>
                    <a:pt x="136817" y="2398445"/>
                  </a:lnTo>
                  <a:lnTo>
                    <a:pt x="84874" y="2401773"/>
                  </a:lnTo>
                  <a:lnTo>
                    <a:pt x="64909" y="2333434"/>
                  </a:lnTo>
                  <a:lnTo>
                    <a:pt x="80441" y="2386584"/>
                  </a:lnTo>
                  <a:lnTo>
                    <a:pt x="129997" y="2375090"/>
                  </a:lnTo>
                  <a:lnTo>
                    <a:pt x="136817" y="2398445"/>
                  </a:lnTo>
                  <a:lnTo>
                    <a:pt x="136817" y="2012657"/>
                  </a:lnTo>
                  <a:lnTo>
                    <a:pt x="128866" y="2008822"/>
                  </a:lnTo>
                  <a:lnTo>
                    <a:pt x="101612" y="2009178"/>
                  </a:lnTo>
                  <a:lnTo>
                    <a:pt x="101612" y="2277922"/>
                  </a:lnTo>
                  <a:lnTo>
                    <a:pt x="54762" y="2298687"/>
                  </a:lnTo>
                  <a:lnTo>
                    <a:pt x="49707" y="2281377"/>
                  </a:lnTo>
                  <a:lnTo>
                    <a:pt x="100634" y="2274544"/>
                  </a:lnTo>
                  <a:lnTo>
                    <a:pt x="101612" y="2277922"/>
                  </a:lnTo>
                  <a:lnTo>
                    <a:pt x="101612" y="2009178"/>
                  </a:lnTo>
                  <a:lnTo>
                    <a:pt x="76136" y="2009495"/>
                  </a:lnTo>
                  <a:lnTo>
                    <a:pt x="64884" y="1970989"/>
                  </a:lnTo>
                  <a:lnTo>
                    <a:pt x="102273" y="1917776"/>
                  </a:lnTo>
                  <a:lnTo>
                    <a:pt x="65392" y="1791538"/>
                  </a:lnTo>
                  <a:lnTo>
                    <a:pt x="91211" y="1879904"/>
                  </a:lnTo>
                  <a:lnTo>
                    <a:pt x="129679" y="1830412"/>
                  </a:lnTo>
                  <a:lnTo>
                    <a:pt x="120599" y="1799361"/>
                  </a:lnTo>
                  <a:lnTo>
                    <a:pt x="169367" y="1785112"/>
                  </a:lnTo>
                  <a:lnTo>
                    <a:pt x="149987" y="1718779"/>
                  </a:lnTo>
                  <a:lnTo>
                    <a:pt x="101142" y="1732749"/>
                  </a:lnTo>
                  <a:lnTo>
                    <a:pt x="80060" y="1660588"/>
                  </a:lnTo>
                  <a:lnTo>
                    <a:pt x="80556" y="1662252"/>
                  </a:lnTo>
                  <a:lnTo>
                    <a:pt x="139446" y="1682699"/>
                  </a:lnTo>
                  <a:lnTo>
                    <a:pt x="128079" y="1643799"/>
                  </a:lnTo>
                  <a:lnTo>
                    <a:pt x="171107" y="1609915"/>
                  </a:lnTo>
                  <a:lnTo>
                    <a:pt x="139496" y="1501698"/>
                  </a:lnTo>
                  <a:lnTo>
                    <a:pt x="80086" y="1479499"/>
                  </a:lnTo>
                  <a:lnTo>
                    <a:pt x="69088" y="1441843"/>
                  </a:lnTo>
                  <a:lnTo>
                    <a:pt x="120167" y="1435519"/>
                  </a:lnTo>
                  <a:lnTo>
                    <a:pt x="130810" y="1471942"/>
                  </a:lnTo>
                  <a:lnTo>
                    <a:pt x="184988" y="1476260"/>
                  </a:lnTo>
                  <a:lnTo>
                    <a:pt x="97523" y="1176807"/>
                  </a:lnTo>
                  <a:lnTo>
                    <a:pt x="89357" y="1330045"/>
                  </a:lnTo>
                  <a:lnTo>
                    <a:pt x="41668" y="1347952"/>
                  </a:lnTo>
                  <a:lnTo>
                    <a:pt x="42862" y="1352092"/>
                  </a:lnTo>
                  <a:lnTo>
                    <a:pt x="8750" y="1371092"/>
                  </a:lnTo>
                  <a:lnTo>
                    <a:pt x="4229" y="1400937"/>
                  </a:lnTo>
                  <a:lnTo>
                    <a:pt x="41960" y="1530146"/>
                  </a:lnTo>
                  <a:lnTo>
                    <a:pt x="92621" y="1522425"/>
                  </a:lnTo>
                  <a:lnTo>
                    <a:pt x="95707" y="1532978"/>
                  </a:lnTo>
                  <a:lnTo>
                    <a:pt x="52019" y="1564551"/>
                  </a:lnTo>
                  <a:lnTo>
                    <a:pt x="105918" y="1567967"/>
                  </a:lnTo>
                  <a:lnTo>
                    <a:pt x="125399" y="1634655"/>
                  </a:lnTo>
                  <a:lnTo>
                    <a:pt x="78600" y="1655584"/>
                  </a:lnTo>
                  <a:lnTo>
                    <a:pt x="76517" y="1648434"/>
                  </a:lnTo>
                  <a:lnTo>
                    <a:pt x="26555" y="1658594"/>
                  </a:lnTo>
                  <a:lnTo>
                    <a:pt x="24955" y="1653108"/>
                  </a:lnTo>
                  <a:lnTo>
                    <a:pt x="10566" y="1649082"/>
                  </a:lnTo>
                  <a:lnTo>
                    <a:pt x="2819" y="1758454"/>
                  </a:lnTo>
                  <a:lnTo>
                    <a:pt x="28892" y="1847748"/>
                  </a:lnTo>
                  <a:lnTo>
                    <a:pt x="2628" y="1848408"/>
                  </a:lnTo>
                  <a:lnTo>
                    <a:pt x="0" y="2473490"/>
                  </a:lnTo>
                  <a:lnTo>
                    <a:pt x="1460" y="2478506"/>
                  </a:lnTo>
                  <a:lnTo>
                    <a:pt x="11480" y="2648699"/>
                  </a:lnTo>
                  <a:lnTo>
                    <a:pt x="20675" y="2680208"/>
                  </a:lnTo>
                  <a:lnTo>
                    <a:pt x="64173" y="2693225"/>
                  </a:lnTo>
                  <a:lnTo>
                    <a:pt x="34429" y="2727299"/>
                  </a:lnTo>
                  <a:lnTo>
                    <a:pt x="50101" y="2781008"/>
                  </a:lnTo>
                  <a:lnTo>
                    <a:pt x="5334" y="2808833"/>
                  </a:lnTo>
                  <a:lnTo>
                    <a:pt x="45008" y="2944685"/>
                  </a:lnTo>
                  <a:lnTo>
                    <a:pt x="11404" y="2965488"/>
                  </a:lnTo>
                  <a:lnTo>
                    <a:pt x="10414" y="3007410"/>
                  </a:lnTo>
                  <a:lnTo>
                    <a:pt x="4140" y="3076498"/>
                  </a:lnTo>
                  <a:lnTo>
                    <a:pt x="26885" y="3063849"/>
                  </a:lnTo>
                  <a:lnTo>
                    <a:pt x="42138" y="3116072"/>
                  </a:lnTo>
                  <a:lnTo>
                    <a:pt x="2070" y="3114725"/>
                  </a:lnTo>
                  <a:lnTo>
                    <a:pt x="9359" y="3184982"/>
                  </a:lnTo>
                  <a:lnTo>
                    <a:pt x="7810" y="3360826"/>
                  </a:lnTo>
                  <a:lnTo>
                    <a:pt x="57505" y="3349879"/>
                  </a:lnTo>
                  <a:lnTo>
                    <a:pt x="72110" y="3399815"/>
                  </a:lnTo>
                  <a:lnTo>
                    <a:pt x="26543" y="3425012"/>
                  </a:lnTo>
                  <a:lnTo>
                    <a:pt x="27355" y="3427806"/>
                  </a:lnTo>
                  <a:lnTo>
                    <a:pt x="105156" y="3694138"/>
                  </a:lnTo>
                  <a:lnTo>
                    <a:pt x="168478" y="3548583"/>
                  </a:lnTo>
                  <a:lnTo>
                    <a:pt x="77470" y="3237014"/>
                  </a:lnTo>
                  <a:lnTo>
                    <a:pt x="27774" y="3248063"/>
                  </a:lnTo>
                  <a:lnTo>
                    <a:pt x="23850" y="3234613"/>
                  </a:lnTo>
                  <a:lnTo>
                    <a:pt x="71081" y="3215170"/>
                  </a:lnTo>
                  <a:lnTo>
                    <a:pt x="77470" y="3237014"/>
                  </a:lnTo>
                  <a:lnTo>
                    <a:pt x="104419" y="3329267"/>
                  </a:lnTo>
                  <a:lnTo>
                    <a:pt x="104711" y="3329127"/>
                  </a:lnTo>
                  <a:lnTo>
                    <a:pt x="150939" y="3307384"/>
                  </a:lnTo>
                  <a:lnTo>
                    <a:pt x="155803" y="3323996"/>
                  </a:lnTo>
                  <a:lnTo>
                    <a:pt x="257556" y="3672332"/>
                  </a:lnTo>
                  <a:lnTo>
                    <a:pt x="305485" y="3655237"/>
                  </a:lnTo>
                  <a:lnTo>
                    <a:pt x="195148" y="3277565"/>
                  </a:lnTo>
                  <a:lnTo>
                    <a:pt x="209105" y="3325304"/>
                  </a:lnTo>
                  <a:lnTo>
                    <a:pt x="239623" y="3293872"/>
                  </a:lnTo>
                  <a:lnTo>
                    <a:pt x="238709" y="3290747"/>
                  </a:lnTo>
                  <a:lnTo>
                    <a:pt x="291236" y="3289389"/>
                  </a:lnTo>
                  <a:lnTo>
                    <a:pt x="329184" y="3419348"/>
                  </a:lnTo>
                  <a:lnTo>
                    <a:pt x="283895" y="3445446"/>
                  </a:lnTo>
                  <a:lnTo>
                    <a:pt x="305930" y="3520884"/>
                  </a:lnTo>
                  <a:lnTo>
                    <a:pt x="351675" y="3496310"/>
                  </a:lnTo>
                  <a:lnTo>
                    <a:pt x="336372" y="3443922"/>
                  </a:lnTo>
                  <a:lnTo>
                    <a:pt x="347865" y="3483254"/>
                  </a:lnTo>
                  <a:lnTo>
                    <a:pt x="366052" y="3364420"/>
                  </a:lnTo>
                  <a:lnTo>
                    <a:pt x="384098" y="3426129"/>
                  </a:lnTo>
                  <a:lnTo>
                    <a:pt x="440918" y="3439503"/>
                  </a:lnTo>
                  <a:lnTo>
                    <a:pt x="449148" y="3467646"/>
                  </a:lnTo>
                  <a:lnTo>
                    <a:pt x="497903" y="3453409"/>
                  </a:lnTo>
                  <a:lnTo>
                    <a:pt x="498525" y="3455517"/>
                  </a:lnTo>
                  <a:lnTo>
                    <a:pt x="603707" y="3453219"/>
                  </a:lnTo>
                  <a:lnTo>
                    <a:pt x="591870" y="3412706"/>
                  </a:lnTo>
                  <a:lnTo>
                    <a:pt x="637171" y="3386632"/>
                  </a:lnTo>
                  <a:lnTo>
                    <a:pt x="523074" y="2996031"/>
                  </a:lnTo>
                  <a:lnTo>
                    <a:pt x="473989" y="3009138"/>
                  </a:lnTo>
                  <a:lnTo>
                    <a:pt x="566039" y="3324288"/>
                  </a:lnTo>
                  <a:lnTo>
                    <a:pt x="523557" y="3178860"/>
                  </a:lnTo>
                  <a:lnTo>
                    <a:pt x="523557" y="3360001"/>
                  </a:lnTo>
                  <a:lnTo>
                    <a:pt x="468299" y="3352038"/>
                  </a:lnTo>
                  <a:lnTo>
                    <a:pt x="453567" y="3301581"/>
                  </a:lnTo>
                  <a:lnTo>
                    <a:pt x="494169" y="3259429"/>
                  </a:lnTo>
                  <a:lnTo>
                    <a:pt x="523557" y="3360001"/>
                  </a:lnTo>
                  <a:lnTo>
                    <a:pt x="523557" y="3178860"/>
                  </a:lnTo>
                  <a:lnTo>
                    <a:pt x="466166" y="2982379"/>
                  </a:lnTo>
                  <a:lnTo>
                    <a:pt x="420547" y="3007385"/>
                  </a:lnTo>
                  <a:lnTo>
                    <a:pt x="427799" y="3032252"/>
                  </a:lnTo>
                  <a:lnTo>
                    <a:pt x="411162" y="3037141"/>
                  </a:lnTo>
                  <a:lnTo>
                    <a:pt x="411162" y="3337636"/>
                  </a:lnTo>
                  <a:lnTo>
                    <a:pt x="363969" y="3357245"/>
                  </a:lnTo>
                  <a:lnTo>
                    <a:pt x="347814" y="3301923"/>
                  </a:lnTo>
                  <a:lnTo>
                    <a:pt x="357136" y="3333826"/>
                  </a:lnTo>
                  <a:lnTo>
                    <a:pt x="407136" y="3323869"/>
                  </a:lnTo>
                  <a:lnTo>
                    <a:pt x="411162" y="3337636"/>
                  </a:lnTo>
                  <a:lnTo>
                    <a:pt x="411162" y="3037141"/>
                  </a:lnTo>
                  <a:lnTo>
                    <a:pt x="409333" y="3037687"/>
                  </a:lnTo>
                  <a:lnTo>
                    <a:pt x="409333" y="3150209"/>
                  </a:lnTo>
                  <a:lnTo>
                    <a:pt x="360133" y="3162935"/>
                  </a:lnTo>
                  <a:lnTo>
                    <a:pt x="352920" y="3138233"/>
                  </a:lnTo>
                  <a:lnTo>
                    <a:pt x="407289" y="3143199"/>
                  </a:lnTo>
                  <a:lnTo>
                    <a:pt x="409333" y="3150209"/>
                  </a:lnTo>
                  <a:lnTo>
                    <a:pt x="409333" y="3037687"/>
                  </a:lnTo>
                  <a:lnTo>
                    <a:pt x="379069" y="3046565"/>
                  </a:lnTo>
                  <a:lnTo>
                    <a:pt x="355981" y="2967532"/>
                  </a:lnTo>
                  <a:lnTo>
                    <a:pt x="403567" y="2949295"/>
                  </a:lnTo>
                  <a:lnTo>
                    <a:pt x="406971" y="2960903"/>
                  </a:lnTo>
                  <a:lnTo>
                    <a:pt x="458114" y="2954845"/>
                  </a:lnTo>
                  <a:lnTo>
                    <a:pt x="465797" y="2981109"/>
                  </a:lnTo>
                  <a:lnTo>
                    <a:pt x="523074" y="2996031"/>
                  </a:lnTo>
                  <a:lnTo>
                    <a:pt x="530402" y="3021088"/>
                  </a:lnTo>
                  <a:lnTo>
                    <a:pt x="567347" y="2966402"/>
                  </a:lnTo>
                  <a:lnTo>
                    <a:pt x="542836" y="2882493"/>
                  </a:lnTo>
                  <a:lnTo>
                    <a:pt x="499084" y="2913913"/>
                  </a:lnTo>
                  <a:lnTo>
                    <a:pt x="476161" y="2835440"/>
                  </a:lnTo>
                  <a:lnTo>
                    <a:pt x="529132" y="2835605"/>
                  </a:lnTo>
                  <a:lnTo>
                    <a:pt x="542836" y="2882493"/>
                  </a:lnTo>
                  <a:lnTo>
                    <a:pt x="560311" y="2942298"/>
                  </a:lnTo>
                  <a:lnTo>
                    <a:pt x="613981" y="2944888"/>
                  </a:lnTo>
                  <a:lnTo>
                    <a:pt x="558063" y="2753436"/>
                  </a:lnTo>
                  <a:lnTo>
                    <a:pt x="506285" y="2757347"/>
                  </a:lnTo>
                  <a:lnTo>
                    <a:pt x="519099" y="2801251"/>
                  </a:lnTo>
                  <a:lnTo>
                    <a:pt x="487997" y="2694762"/>
                  </a:lnTo>
                  <a:lnTo>
                    <a:pt x="543128" y="2702318"/>
                  </a:lnTo>
                  <a:lnTo>
                    <a:pt x="485838" y="2506205"/>
                  </a:lnTo>
                  <a:lnTo>
                    <a:pt x="485838" y="2687409"/>
                  </a:lnTo>
                  <a:lnTo>
                    <a:pt x="434759" y="2693670"/>
                  </a:lnTo>
                  <a:lnTo>
                    <a:pt x="470039" y="2814485"/>
                  </a:lnTo>
                  <a:lnTo>
                    <a:pt x="358660" y="2433167"/>
                  </a:lnTo>
                  <a:lnTo>
                    <a:pt x="310159" y="2448293"/>
                  </a:lnTo>
                  <a:lnTo>
                    <a:pt x="309283" y="2445283"/>
                  </a:lnTo>
                  <a:lnTo>
                    <a:pt x="288594" y="2555633"/>
                  </a:lnTo>
                  <a:lnTo>
                    <a:pt x="347535" y="2576284"/>
                  </a:lnTo>
                  <a:lnTo>
                    <a:pt x="304088" y="2608694"/>
                  </a:lnTo>
                  <a:lnTo>
                    <a:pt x="370586" y="2655189"/>
                  </a:lnTo>
                  <a:lnTo>
                    <a:pt x="322224" y="2670759"/>
                  </a:lnTo>
                  <a:lnTo>
                    <a:pt x="365493" y="2818942"/>
                  </a:lnTo>
                  <a:lnTo>
                    <a:pt x="326428" y="2685173"/>
                  </a:lnTo>
                  <a:lnTo>
                    <a:pt x="326428" y="3047568"/>
                  </a:lnTo>
                  <a:lnTo>
                    <a:pt x="283718" y="3082493"/>
                  </a:lnTo>
                  <a:lnTo>
                    <a:pt x="272580" y="3044342"/>
                  </a:lnTo>
                  <a:lnTo>
                    <a:pt x="221767" y="3051556"/>
                  </a:lnTo>
                  <a:lnTo>
                    <a:pt x="262432" y="3190786"/>
                  </a:lnTo>
                  <a:lnTo>
                    <a:pt x="279895" y="3250565"/>
                  </a:lnTo>
                  <a:lnTo>
                    <a:pt x="232905" y="3225584"/>
                  </a:lnTo>
                  <a:lnTo>
                    <a:pt x="262432" y="3190786"/>
                  </a:lnTo>
                  <a:lnTo>
                    <a:pt x="225259" y="3063532"/>
                  </a:lnTo>
                  <a:lnTo>
                    <a:pt x="225259" y="3244723"/>
                  </a:lnTo>
                  <a:lnTo>
                    <a:pt x="190004" y="3259925"/>
                  </a:lnTo>
                  <a:lnTo>
                    <a:pt x="187667" y="3251924"/>
                  </a:lnTo>
                  <a:lnTo>
                    <a:pt x="132867" y="3245485"/>
                  </a:lnTo>
                  <a:lnTo>
                    <a:pt x="169672" y="3190290"/>
                  </a:lnTo>
                  <a:lnTo>
                    <a:pt x="220954" y="3229965"/>
                  </a:lnTo>
                  <a:lnTo>
                    <a:pt x="225259" y="3244723"/>
                  </a:lnTo>
                  <a:lnTo>
                    <a:pt x="225259" y="3063532"/>
                  </a:lnTo>
                  <a:lnTo>
                    <a:pt x="187820" y="2935363"/>
                  </a:lnTo>
                  <a:lnTo>
                    <a:pt x="140309" y="2953867"/>
                  </a:lnTo>
                  <a:lnTo>
                    <a:pt x="171056" y="3059163"/>
                  </a:lnTo>
                  <a:lnTo>
                    <a:pt x="144792" y="3105124"/>
                  </a:lnTo>
                  <a:lnTo>
                    <a:pt x="67246" y="2839682"/>
                  </a:lnTo>
                  <a:lnTo>
                    <a:pt x="126593" y="2906928"/>
                  </a:lnTo>
                  <a:lnTo>
                    <a:pt x="173278" y="2885605"/>
                  </a:lnTo>
                  <a:lnTo>
                    <a:pt x="123596" y="2715514"/>
                  </a:lnTo>
                  <a:lnTo>
                    <a:pt x="135801" y="2711996"/>
                  </a:lnTo>
                  <a:lnTo>
                    <a:pt x="172999" y="2703499"/>
                  </a:lnTo>
                  <a:lnTo>
                    <a:pt x="183083" y="2737967"/>
                  </a:lnTo>
                  <a:lnTo>
                    <a:pt x="207822" y="2822651"/>
                  </a:lnTo>
                  <a:lnTo>
                    <a:pt x="256794" y="2809189"/>
                  </a:lnTo>
                  <a:lnTo>
                    <a:pt x="275018" y="2871571"/>
                  </a:lnTo>
                  <a:lnTo>
                    <a:pt x="224523" y="2879839"/>
                  </a:lnTo>
                  <a:lnTo>
                    <a:pt x="248259" y="2961081"/>
                  </a:lnTo>
                  <a:lnTo>
                    <a:pt x="301028" y="2960611"/>
                  </a:lnTo>
                  <a:lnTo>
                    <a:pt x="326428" y="3047568"/>
                  </a:lnTo>
                  <a:lnTo>
                    <a:pt x="326428" y="2685173"/>
                  </a:lnTo>
                  <a:lnTo>
                    <a:pt x="321894" y="2669641"/>
                  </a:lnTo>
                  <a:lnTo>
                    <a:pt x="272656" y="2682252"/>
                  </a:lnTo>
                  <a:lnTo>
                    <a:pt x="249021" y="2601341"/>
                  </a:lnTo>
                  <a:lnTo>
                    <a:pt x="201561" y="2620073"/>
                  </a:lnTo>
                  <a:lnTo>
                    <a:pt x="197954" y="2607716"/>
                  </a:lnTo>
                  <a:lnTo>
                    <a:pt x="249021" y="2601341"/>
                  </a:lnTo>
                  <a:lnTo>
                    <a:pt x="242544" y="2579179"/>
                  </a:lnTo>
                  <a:lnTo>
                    <a:pt x="266039" y="2478417"/>
                  </a:lnTo>
                  <a:lnTo>
                    <a:pt x="229273" y="2533739"/>
                  </a:lnTo>
                  <a:lnTo>
                    <a:pt x="169189" y="2509215"/>
                  </a:lnTo>
                  <a:lnTo>
                    <a:pt x="171361" y="2516682"/>
                  </a:lnTo>
                  <a:lnTo>
                    <a:pt x="153301" y="2454846"/>
                  </a:lnTo>
                  <a:lnTo>
                    <a:pt x="153301" y="2636062"/>
                  </a:lnTo>
                  <a:lnTo>
                    <a:pt x="106349" y="2656471"/>
                  </a:lnTo>
                  <a:lnTo>
                    <a:pt x="98120" y="2628277"/>
                  </a:lnTo>
                  <a:lnTo>
                    <a:pt x="110337" y="2624823"/>
                  </a:lnTo>
                  <a:lnTo>
                    <a:pt x="148323" y="2618981"/>
                  </a:lnTo>
                  <a:lnTo>
                    <a:pt x="153301" y="2636062"/>
                  </a:lnTo>
                  <a:lnTo>
                    <a:pt x="153301" y="2454846"/>
                  </a:lnTo>
                  <a:lnTo>
                    <a:pt x="142824" y="2418969"/>
                  </a:lnTo>
                  <a:lnTo>
                    <a:pt x="158623" y="2473033"/>
                  </a:lnTo>
                  <a:lnTo>
                    <a:pt x="197510" y="2424988"/>
                  </a:lnTo>
                  <a:lnTo>
                    <a:pt x="181279" y="2369464"/>
                  </a:lnTo>
                  <a:lnTo>
                    <a:pt x="226021" y="2341422"/>
                  </a:lnTo>
                  <a:lnTo>
                    <a:pt x="220306" y="2321877"/>
                  </a:lnTo>
                  <a:lnTo>
                    <a:pt x="268960" y="2307247"/>
                  </a:lnTo>
                  <a:lnTo>
                    <a:pt x="232676" y="2183041"/>
                  </a:lnTo>
                  <a:lnTo>
                    <a:pt x="282308" y="2171776"/>
                  </a:lnTo>
                  <a:lnTo>
                    <a:pt x="283527" y="2175941"/>
                  </a:lnTo>
                  <a:lnTo>
                    <a:pt x="335267" y="2171903"/>
                  </a:lnTo>
                  <a:lnTo>
                    <a:pt x="341426" y="2192998"/>
                  </a:lnTo>
                  <a:lnTo>
                    <a:pt x="295706" y="2217623"/>
                  </a:lnTo>
                  <a:lnTo>
                    <a:pt x="309803" y="2265908"/>
                  </a:lnTo>
                  <a:lnTo>
                    <a:pt x="366001" y="2277110"/>
                  </a:lnTo>
                  <a:lnTo>
                    <a:pt x="403923" y="2406942"/>
                  </a:lnTo>
                  <a:lnTo>
                    <a:pt x="356768" y="2426678"/>
                  </a:lnTo>
                  <a:lnTo>
                    <a:pt x="358660" y="2433167"/>
                  </a:lnTo>
                  <a:lnTo>
                    <a:pt x="432790" y="2686939"/>
                  </a:lnTo>
                  <a:lnTo>
                    <a:pt x="479920" y="2667127"/>
                  </a:lnTo>
                  <a:lnTo>
                    <a:pt x="485838" y="2687409"/>
                  </a:lnTo>
                  <a:lnTo>
                    <a:pt x="485838" y="2506205"/>
                  </a:lnTo>
                  <a:lnTo>
                    <a:pt x="448195" y="2377338"/>
                  </a:lnTo>
                  <a:lnTo>
                    <a:pt x="448271" y="2377567"/>
                  </a:lnTo>
                  <a:lnTo>
                    <a:pt x="478485" y="2481008"/>
                  </a:lnTo>
                  <a:lnTo>
                    <a:pt x="479145" y="2480894"/>
                  </a:lnTo>
                  <a:lnTo>
                    <a:pt x="528789" y="2472055"/>
                  </a:lnTo>
                  <a:lnTo>
                    <a:pt x="520077" y="2442235"/>
                  </a:lnTo>
                  <a:lnTo>
                    <a:pt x="522198" y="2449487"/>
                  </a:lnTo>
                  <a:lnTo>
                    <a:pt x="571449" y="2436914"/>
                  </a:lnTo>
                  <a:lnTo>
                    <a:pt x="622236" y="2429586"/>
                  </a:lnTo>
                  <a:lnTo>
                    <a:pt x="672261" y="2419667"/>
                  </a:lnTo>
                  <a:lnTo>
                    <a:pt x="719239" y="2399334"/>
                  </a:lnTo>
                  <a:lnTo>
                    <a:pt x="721982" y="2408745"/>
                  </a:lnTo>
                  <a:lnTo>
                    <a:pt x="722147" y="2408758"/>
                  </a:lnTo>
                  <a:lnTo>
                    <a:pt x="775843" y="2411958"/>
                  </a:lnTo>
                  <a:lnTo>
                    <a:pt x="791413" y="2465286"/>
                  </a:lnTo>
                  <a:lnTo>
                    <a:pt x="747699" y="2496756"/>
                  </a:lnTo>
                  <a:lnTo>
                    <a:pt x="764743" y="2555151"/>
                  </a:lnTo>
                  <a:lnTo>
                    <a:pt x="741819" y="2476665"/>
                  </a:lnTo>
                  <a:lnTo>
                    <a:pt x="685711" y="2465705"/>
                  </a:lnTo>
                  <a:lnTo>
                    <a:pt x="706577" y="2537180"/>
                  </a:lnTo>
                  <a:lnTo>
                    <a:pt x="683831" y="2459304"/>
                  </a:lnTo>
                  <a:lnTo>
                    <a:pt x="638238" y="2484386"/>
                  </a:lnTo>
                  <a:lnTo>
                    <a:pt x="644931" y="2507310"/>
                  </a:lnTo>
                  <a:lnTo>
                    <a:pt x="600202" y="2535339"/>
                  </a:lnTo>
                  <a:lnTo>
                    <a:pt x="602932" y="2544686"/>
                  </a:lnTo>
                  <a:lnTo>
                    <a:pt x="554151" y="2558885"/>
                  </a:lnTo>
                  <a:lnTo>
                    <a:pt x="571461" y="2618117"/>
                  </a:lnTo>
                  <a:lnTo>
                    <a:pt x="611365" y="2573540"/>
                  </a:lnTo>
                  <a:lnTo>
                    <a:pt x="675703" y="2612644"/>
                  </a:lnTo>
                  <a:lnTo>
                    <a:pt x="674662" y="2609100"/>
                  </a:lnTo>
                  <a:lnTo>
                    <a:pt x="722820" y="2592743"/>
                  </a:lnTo>
                  <a:lnTo>
                    <a:pt x="717550" y="2574721"/>
                  </a:lnTo>
                  <a:lnTo>
                    <a:pt x="768781" y="2568981"/>
                  </a:lnTo>
                  <a:lnTo>
                    <a:pt x="773988" y="2586812"/>
                  </a:lnTo>
                  <a:lnTo>
                    <a:pt x="743242" y="2662682"/>
                  </a:lnTo>
                  <a:lnTo>
                    <a:pt x="693699" y="2674251"/>
                  </a:lnTo>
                  <a:lnTo>
                    <a:pt x="694004" y="2675305"/>
                  </a:lnTo>
                  <a:lnTo>
                    <a:pt x="648093" y="2699308"/>
                  </a:lnTo>
                  <a:lnTo>
                    <a:pt x="571461" y="2618117"/>
                  </a:lnTo>
                  <a:lnTo>
                    <a:pt x="587819" y="2674137"/>
                  </a:lnTo>
                  <a:lnTo>
                    <a:pt x="541020" y="2695092"/>
                  </a:lnTo>
                  <a:lnTo>
                    <a:pt x="543128" y="2702318"/>
                  </a:lnTo>
                  <a:lnTo>
                    <a:pt x="551129" y="2729700"/>
                  </a:lnTo>
                  <a:lnTo>
                    <a:pt x="605497" y="2734678"/>
                  </a:lnTo>
                  <a:lnTo>
                    <a:pt x="612165" y="2757474"/>
                  </a:lnTo>
                  <a:lnTo>
                    <a:pt x="663282" y="2751277"/>
                  </a:lnTo>
                  <a:lnTo>
                    <a:pt x="719912" y="2763977"/>
                  </a:lnTo>
                  <a:lnTo>
                    <a:pt x="742950" y="2842831"/>
                  </a:lnTo>
                  <a:lnTo>
                    <a:pt x="796810" y="2846082"/>
                  </a:lnTo>
                  <a:lnTo>
                    <a:pt x="752487" y="2875508"/>
                  </a:lnTo>
                  <a:lnTo>
                    <a:pt x="758444" y="2895943"/>
                  </a:lnTo>
                  <a:lnTo>
                    <a:pt x="681075" y="2812199"/>
                  </a:lnTo>
                  <a:lnTo>
                    <a:pt x="643940" y="2866275"/>
                  </a:lnTo>
                  <a:lnTo>
                    <a:pt x="637235" y="2843301"/>
                  </a:lnTo>
                  <a:lnTo>
                    <a:pt x="582282" y="2836354"/>
                  </a:lnTo>
                  <a:lnTo>
                    <a:pt x="613981" y="2944888"/>
                  </a:lnTo>
                  <a:lnTo>
                    <a:pt x="626808" y="2988792"/>
                  </a:lnTo>
                  <a:lnTo>
                    <a:pt x="580923" y="3012859"/>
                  </a:lnTo>
                  <a:lnTo>
                    <a:pt x="583831" y="3022841"/>
                  </a:lnTo>
                  <a:lnTo>
                    <a:pt x="634034" y="3013519"/>
                  </a:lnTo>
                  <a:lnTo>
                    <a:pt x="652132" y="3075470"/>
                  </a:lnTo>
                  <a:lnTo>
                    <a:pt x="652767" y="3075305"/>
                  </a:lnTo>
                  <a:lnTo>
                    <a:pt x="701433" y="3063125"/>
                  </a:lnTo>
                  <a:lnTo>
                    <a:pt x="715073" y="3109823"/>
                  </a:lnTo>
                  <a:lnTo>
                    <a:pt x="655447" y="3086824"/>
                  </a:lnTo>
                  <a:lnTo>
                    <a:pt x="655764" y="3087954"/>
                  </a:lnTo>
                  <a:lnTo>
                    <a:pt x="620864" y="3149612"/>
                  </a:lnTo>
                  <a:lnTo>
                    <a:pt x="661174" y="3287636"/>
                  </a:lnTo>
                  <a:lnTo>
                    <a:pt x="619607" y="3145332"/>
                  </a:lnTo>
                  <a:lnTo>
                    <a:pt x="570191" y="3157309"/>
                  </a:lnTo>
                  <a:lnTo>
                    <a:pt x="619086" y="3324720"/>
                  </a:lnTo>
                  <a:lnTo>
                    <a:pt x="668464" y="3312630"/>
                  </a:lnTo>
                  <a:lnTo>
                    <a:pt x="709714" y="3453803"/>
                  </a:lnTo>
                  <a:lnTo>
                    <a:pt x="761657" y="3450488"/>
                  </a:lnTo>
                  <a:lnTo>
                    <a:pt x="769188" y="3476218"/>
                  </a:lnTo>
                  <a:lnTo>
                    <a:pt x="822299" y="3476879"/>
                  </a:lnTo>
                  <a:lnTo>
                    <a:pt x="848499" y="3566553"/>
                  </a:lnTo>
                  <a:lnTo>
                    <a:pt x="939279" y="3514953"/>
                  </a:lnTo>
                  <a:lnTo>
                    <a:pt x="1006856" y="3565156"/>
                  </a:lnTo>
                  <a:lnTo>
                    <a:pt x="1051483" y="3536797"/>
                  </a:lnTo>
                  <a:lnTo>
                    <a:pt x="1073797" y="3613200"/>
                  </a:lnTo>
                  <a:lnTo>
                    <a:pt x="1026464" y="3632250"/>
                  </a:lnTo>
                  <a:lnTo>
                    <a:pt x="1028369" y="3638791"/>
                  </a:lnTo>
                  <a:lnTo>
                    <a:pt x="980097" y="3654717"/>
                  </a:lnTo>
                  <a:lnTo>
                    <a:pt x="979678" y="3653256"/>
                  </a:lnTo>
                  <a:lnTo>
                    <a:pt x="959243" y="3764483"/>
                  </a:lnTo>
                  <a:lnTo>
                    <a:pt x="958748" y="3762794"/>
                  </a:lnTo>
                  <a:lnTo>
                    <a:pt x="914069" y="3791000"/>
                  </a:lnTo>
                  <a:lnTo>
                    <a:pt x="918489" y="3806152"/>
                  </a:lnTo>
                  <a:lnTo>
                    <a:pt x="874560" y="3836962"/>
                  </a:lnTo>
                  <a:lnTo>
                    <a:pt x="879690" y="3854551"/>
                  </a:lnTo>
                  <a:lnTo>
                    <a:pt x="836549" y="3887978"/>
                  </a:lnTo>
                  <a:lnTo>
                    <a:pt x="848652" y="3929469"/>
                  </a:lnTo>
                  <a:lnTo>
                    <a:pt x="806335" y="3965714"/>
                  </a:lnTo>
                  <a:lnTo>
                    <a:pt x="863739" y="4162260"/>
                  </a:lnTo>
                  <a:lnTo>
                    <a:pt x="870102" y="4184027"/>
                  </a:lnTo>
                  <a:lnTo>
                    <a:pt x="911758" y="4145483"/>
                  </a:lnTo>
                  <a:lnTo>
                    <a:pt x="868743" y="3998214"/>
                  </a:lnTo>
                  <a:lnTo>
                    <a:pt x="916813" y="3981577"/>
                  </a:lnTo>
                  <a:lnTo>
                    <a:pt x="915149" y="3975887"/>
                  </a:lnTo>
                  <a:lnTo>
                    <a:pt x="959764" y="3947452"/>
                  </a:lnTo>
                  <a:lnTo>
                    <a:pt x="957414" y="3939413"/>
                  </a:lnTo>
                  <a:lnTo>
                    <a:pt x="1007922" y="3931132"/>
                  </a:lnTo>
                  <a:lnTo>
                    <a:pt x="1060386" y="3929583"/>
                  </a:lnTo>
                  <a:lnTo>
                    <a:pt x="1022883" y="3801186"/>
                  </a:lnTo>
                  <a:lnTo>
                    <a:pt x="1069682" y="3780205"/>
                  </a:lnTo>
                  <a:lnTo>
                    <a:pt x="1054125" y="3726980"/>
                  </a:lnTo>
                  <a:lnTo>
                    <a:pt x="998651" y="3718255"/>
                  </a:lnTo>
                  <a:lnTo>
                    <a:pt x="992517" y="3697224"/>
                  </a:lnTo>
                  <a:lnTo>
                    <a:pt x="1038479" y="3673373"/>
                  </a:lnTo>
                  <a:lnTo>
                    <a:pt x="1108938" y="3733419"/>
                  </a:lnTo>
                  <a:lnTo>
                    <a:pt x="1107884" y="3729850"/>
                  </a:lnTo>
                  <a:lnTo>
                    <a:pt x="1108036" y="3729799"/>
                  </a:lnTo>
                  <a:lnTo>
                    <a:pt x="1155890" y="3712997"/>
                  </a:lnTo>
                  <a:lnTo>
                    <a:pt x="1153033" y="3703231"/>
                  </a:lnTo>
                  <a:lnTo>
                    <a:pt x="1200404" y="3684181"/>
                  </a:lnTo>
                  <a:lnTo>
                    <a:pt x="1180833" y="3617188"/>
                  </a:lnTo>
                  <a:lnTo>
                    <a:pt x="1230871" y="3607346"/>
                  </a:lnTo>
                  <a:lnTo>
                    <a:pt x="1232560" y="3613099"/>
                  </a:lnTo>
                  <a:lnTo>
                    <a:pt x="1272336" y="3613391"/>
                  </a:lnTo>
                  <a:lnTo>
                    <a:pt x="1314094" y="3756368"/>
                  </a:lnTo>
                  <a:lnTo>
                    <a:pt x="1265008" y="3724186"/>
                  </a:lnTo>
                  <a:lnTo>
                    <a:pt x="1270279" y="3742245"/>
                  </a:lnTo>
                  <a:lnTo>
                    <a:pt x="1332801" y="3956253"/>
                  </a:lnTo>
                  <a:lnTo>
                    <a:pt x="1377950" y="3974973"/>
                  </a:lnTo>
                  <a:lnTo>
                    <a:pt x="1345857" y="3865105"/>
                  </a:lnTo>
                  <a:lnTo>
                    <a:pt x="1357185" y="3903865"/>
                  </a:lnTo>
                  <a:lnTo>
                    <a:pt x="1401483" y="3874338"/>
                  </a:lnTo>
                  <a:lnTo>
                    <a:pt x="1245819" y="3341471"/>
                  </a:lnTo>
                  <a:lnTo>
                    <a:pt x="1245819" y="3522624"/>
                  </a:lnTo>
                  <a:lnTo>
                    <a:pt x="1214526" y="3551351"/>
                  </a:lnTo>
                  <a:lnTo>
                    <a:pt x="1217980" y="3563188"/>
                  </a:lnTo>
                  <a:lnTo>
                    <a:pt x="1173391" y="3591737"/>
                  </a:lnTo>
                  <a:lnTo>
                    <a:pt x="1152906" y="3521621"/>
                  </a:lnTo>
                  <a:lnTo>
                    <a:pt x="1245819" y="3522624"/>
                  </a:lnTo>
                  <a:lnTo>
                    <a:pt x="1245819" y="3341471"/>
                  </a:lnTo>
                  <a:lnTo>
                    <a:pt x="1232192" y="3294811"/>
                  </a:lnTo>
                  <a:lnTo>
                    <a:pt x="1192174" y="3338957"/>
                  </a:lnTo>
                  <a:lnTo>
                    <a:pt x="1197876" y="3358502"/>
                  </a:lnTo>
                  <a:lnTo>
                    <a:pt x="1160602" y="3366770"/>
                  </a:lnTo>
                  <a:lnTo>
                    <a:pt x="1170292" y="3399929"/>
                  </a:lnTo>
                  <a:lnTo>
                    <a:pt x="1123619" y="3421354"/>
                  </a:lnTo>
                  <a:lnTo>
                    <a:pt x="1131684" y="3449002"/>
                  </a:lnTo>
                  <a:lnTo>
                    <a:pt x="1089812" y="3486785"/>
                  </a:lnTo>
                  <a:lnTo>
                    <a:pt x="1029690" y="3280968"/>
                  </a:lnTo>
                  <a:lnTo>
                    <a:pt x="1029690" y="3462172"/>
                  </a:lnTo>
                  <a:lnTo>
                    <a:pt x="986320" y="3494849"/>
                  </a:lnTo>
                  <a:lnTo>
                    <a:pt x="971118" y="3442779"/>
                  </a:lnTo>
                  <a:lnTo>
                    <a:pt x="926503" y="3439820"/>
                  </a:lnTo>
                  <a:lnTo>
                    <a:pt x="926503" y="3471214"/>
                  </a:lnTo>
                  <a:lnTo>
                    <a:pt x="879576" y="3491763"/>
                  </a:lnTo>
                  <a:lnTo>
                    <a:pt x="810780" y="3256292"/>
                  </a:lnTo>
                  <a:lnTo>
                    <a:pt x="879538" y="3491623"/>
                  </a:lnTo>
                  <a:lnTo>
                    <a:pt x="879576" y="3491763"/>
                  </a:lnTo>
                  <a:lnTo>
                    <a:pt x="883158" y="3490049"/>
                  </a:lnTo>
                  <a:lnTo>
                    <a:pt x="926503" y="3471214"/>
                  </a:lnTo>
                  <a:lnTo>
                    <a:pt x="926503" y="3439820"/>
                  </a:lnTo>
                  <a:lnTo>
                    <a:pt x="917130" y="3439185"/>
                  </a:lnTo>
                  <a:lnTo>
                    <a:pt x="907161" y="3405022"/>
                  </a:lnTo>
                  <a:lnTo>
                    <a:pt x="953541" y="3382619"/>
                  </a:lnTo>
                  <a:lnTo>
                    <a:pt x="950506" y="3372231"/>
                  </a:lnTo>
                  <a:lnTo>
                    <a:pt x="999934" y="3360343"/>
                  </a:lnTo>
                  <a:lnTo>
                    <a:pt x="1029690" y="3462172"/>
                  </a:lnTo>
                  <a:lnTo>
                    <a:pt x="1029690" y="3280968"/>
                  </a:lnTo>
                  <a:lnTo>
                    <a:pt x="999083" y="3176181"/>
                  </a:lnTo>
                  <a:lnTo>
                    <a:pt x="1047826" y="3161881"/>
                  </a:lnTo>
                  <a:lnTo>
                    <a:pt x="979932" y="2929432"/>
                  </a:lnTo>
                  <a:lnTo>
                    <a:pt x="932891" y="2949575"/>
                  </a:lnTo>
                  <a:lnTo>
                    <a:pt x="989330" y="3142792"/>
                  </a:lnTo>
                  <a:lnTo>
                    <a:pt x="994194" y="3159468"/>
                  </a:lnTo>
                  <a:lnTo>
                    <a:pt x="981125" y="3161068"/>
                  </a:lnTo>
                  <a:lnTo>
                    <a:pt x="981125" y="3295942"/>
                  </a:lnTo>
                  <a:lnTo>
                    <a:pt x="935050" y="3319335"/>
                  </a:lnTo>
                  <a:lnTo>
                    <a:pt x="904354" y="3214243"/>
                  </a:lnTo>
                  <a:lnTo>
                    <a:pt x="953973" y="3203003"/>
                  </a:lnTo>
                  <a:lnTo>
                    <a:pt x="981125" y="3295942"/>
                  </a:lnTo>
                  <a:lnTo>
                    <a:pt x="981125" y="3161068"/>
                  </a:lnTo>
                  <a:lnTo>
                    <a:pt x="943089" y="3165691"/>
                  </a:lnTo>
                  <a:lnTo>
                    <a:pt x="940282" y="3156077"/>
                  </a:lnTo>
                  <a:lnTo>
                    <a:pt x="940435" y="3156039"/>
                  </a:lnTo>
                  <a:lnTo>
                    <a:pt x="989330" y="3142792"/>
                  </a:lnTo>
                  <a:lnTo>
                    <a:pt x="926807" y="2928759"/>
                  </a:lnTo>
                  <a:lnTo>
                    <a:pt x="976972" y="2919336"/>
                  </a:lnTo>
                  <a:lnTo>
                    <a:pt x="979932" y="2929432"/>
                  </a:lnTo>
                  <a:lnTo>
                    <a:pt x="998359" y="2992501"/>
                  </a:lnTo>
                  <a:lnTo>
                    <a:pt x="1037005" y="2943644"/>
                  </a:lnTo>
                  <a:lnTo>
                    <a:pt x="1002334" y="2824975"/>
                  </a:lnTo>
                  <a:lnTo>
                    <a:pt x="1017333" y="2876283"/>
                  </a:lnTo>
                  <a:lnTo>
                    <a:pt x="1055331" y="2870492"/>
                  </a:lnTo>
                  <a:lnTo>
                    <a:pt x="1020597" y="2751594"/>
                  </a:lnTo>
                  <a:lnTo>
                    <a:pt x="983132" y="2759214"/>
                  </a:lnTo>
                  <a:lnTo>
                    <a:pt x="998829" y="2812999"/>
                  </a:lnTo>
                  <a:lnTo>
                    <a:pt x="946340" y="2814421"/>
                  </a:lnTo>
                  <a:lnTo>
                    <a:pt x="937196" y="2783116"/>
                  </a:lnTo>
                  <a:lnTo>
                    <a:pt x="980059" y="2748711"/>
                  </a:lnTo>
                  <a:lnTo>
                    <a:pt x="957529" y="2671622"/>
                  </a:lnTo>
                  <a:lnTo>
                    <a:pt x="974458" y="2729522"/>
                  </a:lnTo>
                  <a:lnTo>
                    <a:pt x="1000975" y="2684424"/>
                  </a:lnTo>
                  <a:lnTo>
                    <a:pt x="1168971" y="2715996"/>
                  </a:lnTo>
                  <a:lnTo>
                    <a:pt x="1174305" y="2734246"/>
                  </a:lnTo>
                  <a:lnTo>
                    <a:pt x="1135303" y="2781909"/>
                  </a:lnTo>
                  <a:lnTo>
                    <a:pt x="1139101" y="2794901"/>
                  </a:lnTo>
                  <a:lnTo>
                    <a:pt x="1088072" y="2801429"/>
                  </a:lnTo>
                  <a:lnTo>
                    <a:pt x="1030935" y="2786977"/>
                  </a:lnTo>
                  <a:lnTo>
                    <a:pt x="1055331" y="2870492"/>
                  </a:lnTo>
                  <a:lnTo>
                    <a:pt x="1062774" y="2895968"/>
                  </a:lnTo>
                  <a:lnTo>
                    <a:pt x="1111783" y="2882595"/>
                  </a:lnTo>
                  <a:lnTo>
                    <a:pt x="1114539" y="2892006"/>
                  </a:lnTo>
                  <a:lnTo>
                    <a:pt x="1065542" y="2905442"/>
                  </a:lnTo>
                  <a:lnTo>
                    <a:pt x="1076934" y="2944469"/>
                  </a:lnTo>
                  <a:lnTo>
                    <a:pt x="1044511" y="2969323"/>
                  </a:lnTo>
                  <a:lnTo>
                    <a:pt x="1046899" y="2977502"/>
                  </a:lnTo>
                  <a:lnTo>
                    <a:pt x="1086294" y="2976511"/>
                  </a:lnTo>
                  <a:lnTo>
                    <a:pt x="1094282" y="3003854"/>
                  </a:lnTo>
                  <a:lnTo>
                    <a:pt x="1160259" y="2867342"/>
                  </a:lnTo>
                  <a:lnTo>
                    <a:pt x="1224153" y="2904896"/>
                  </a:lnTo>
                  <a:lnTo>
                    <a:pt x="1224699" y="2725597"/>
                  </a:lnTo>
                  <a:lnTo>
                    <a:pt x="1205674" y="2660485"/>
                  </a:lnTo>
                  <a:lnTo>
                    <a:pt x="1154950" y="2668016"/>
                  </a:lnTo>
                  <a:lnTo>
                    <a:pt x="1152906" y="2661005"/>
                  </a:lnTo>
                  <a:lnTo>
                    <a:pt x="1101813" y="2667279"/>
                  </a:lnTo>
                  <a:lnTo>
                    <a:pt x="1142809" y="2626449"/>
                  </a:lnTo>
                  <a:lnTo>
                    <a:pt x="1184846" y="2589161"/>
                  </a:lnTo>
                  <a:lnTo>
                    <a:pt x="1178204" y="2566441"/>
                  </a:lnTo>
                  <a:lnTo>
                    <a:pt x="1219492" y="2526614"/>
                  </a:lnTo>
                  <a:lnTo>
                    <a:pt x="1138910" y="2250757"/>
                  </a:lnTo>
                  <a:lnTo>
                    <a:pt x="1185672" y="2229713"/>
                  </a:lnTo>
                  <a:lnTo>
                    <a:pt x="1194752" y="2260752"/>
                  </a:lnTo>
                  <a:lnTo>
                    <a:pt x="1249324" y="2266391"/>
                  </a:lnTo>
                  <a:lnTo>
                    <a:pt x="1128458" y="1852625"/>
                  </a:lnTo>
                  <a:lnTo>
                    <a:pt x="1128458" y="2033778"/>
                  </a:lnTo>
                  <a:lnTo>
                    <a:pt x="1079347" y="2046820"/>
                  </a:lnTo>
                  <a:lnTo>
                    <a:pt x="1100226" y="2118322"/>
                  </a:lnTo>
                  <a:lnTo>
                    <a:pt x="1125194" y="2203831"/>
                  </a:lnTo>
                  <a:lnTo>
                    <a:pt x="1077112" y="2220353"/>
                  </a:lnTo>
                  <a:lnTo>
                    <a:pt x="1068933" y="2192350"/>
                  </a:lnTo>
                  <a:lnTo>
                    <a:pt x="1017092" y="2196046"/>
                  </a:lnTo>
                  <a:lnTo>
                    <a:pt x="999388" y="2135467"/>
                  </a:lnTo>
                  <a:lnTo>
                    <a:pt x="1045222" y="2111197"/>
                  </a:lnTo>
                  <a:lnTo>
                    <a:pt x="1048118" y="2121103"/>
                  </a:lnTo>
                  <a:lnTo>
                    <a:pt x="1100226" y="2118322"/>
                  </a:lnTo>
                  <a:lnTo>
                    <a:pt x="1052283" y="1954212"/>
                  </a:lnTo>
                  <a:lnTo>
                    <a:pt x="1079347" y="2046820"/>
                  </a:lnTo>
                  <a:lnTo>
                    <a:pt x="1127747" y="2031326"/>
                  </a:lnTo>
                  <a:lnTo>
                    <a:pt x="1128458" y="2033778"/>
                  </a:lnTo>
                  <a:lnTo>
                    <a:pt x="1128458" y="1852625"/>
                  </a:lnTo>
                  <a:lnTo>
                    <a:pt x="1121308" y="1828139"/>
                  </a:lnTo>
                  <a:lnTo>
                    <a:pt x="1167892" y="1806435"/>
                  </a:lnTo>
                  <a:lnTo>
                    <a:pt x="1225346" y="1821942"/>
                  </a:lnTo>
                  <a:lnTo>
                    <a:pt x="1179626" y="1846592"/>
                  </a:lnTo>
                  <a:lnTo>
                    <a:pt x="1190548" y="1884019"/>
                  </a:lnTo>
                  <a:lnTo>
                    <a:pt x="1137462" y="1883410"/>
                  </a:lnTo>
                  <a:lnTo>
                    <a:pt x="1157122" y="1950707"/>
                  </a:lnTo>
                  <a:lnTo>
                    <a:pt x="1194447" y="1897354"/>
                  </a:lnTo>
                  <a:lnTo>
                    <a:pt x="1194968" y="1899132"/>
                  </a:lnTo>
                  <a:lnTo>
                    <a:pt x="1286090" y="1848726"/>
                  </a:lnTo>
                  <a:lnTo>
                    <a:pt x="1290929" y="1865274"/>
                  </a:lnTo>
                  <a:lnTo>
                    <a:pt x="1342732" y="1861451"/>
                  </a:lnTo>
                  <a:lnTo>
                    <a:pt x="1374724" y="1970989"/>
                  </a:lnTo>
                  <a:lnTo>
                    <a:pt x="1327492" y="1990458"/>
                  </a:lnTo>
                  <a:lnTo>
                    <a:pt x="1330223" y="1999805"/>
                  </a:lnTo>
                  <a:lnTo>
                    <a:pt x="1379524" y="1987410"/>
                  </a:lnTo>
                  <a:lnTo>
                    <a:pt x="1392275" y="2031034"/>
                  </a:lnTo>
                  <a:lnTo>
                    <a:pt x="1442720" y="2022563"/>
                  </a:lnTo>
                  <a:lnTo>
                    <a:pt x="1446060" y="2033981"/>
                  </a:lnTo>
                  <a:lnTo>
                    <a:pt x="1480451" y="1970608"/>
                  </a:lnTo>
                  <a:lnTo>
                    <a:pt x="1508201" y="2065553"/>
                  </a:lnTo>
                  <a:lnTo>
                    <a:pt x="1606804" y="2403094"/>
                  </a:lnTo>
                  <a:lnTo>
                    <a:pt x="1658442" y="2398750"/>
                  </a:lnTo>
                  <a:lnTo>
                    <a:pt x="1661668" y="2409761"/>
                  </a:lnTo>
                  <a:lnTo>
                    <a:pt x="1709369" y="2391918"/>
                  </a:lnTo>
                  <a:lnTo>
                    <a:pt x="1711198" y="2398141"/>
                  </a:lnTo>
                  <a:lnTo>
                    <a:pt x="1723809" y="2396020"/>
                  </a:lnTo>
                  <a:close/>
                </a:path>
                <a:path w="1894839" h="5400675">
                  <a:moveTo>
                    <a:pt x="1776196" y="2801848"/>
                  </a:moveTo>
                  <a:lnTo>
                    <a:pt x="1755279" y="2730246"/>
                  </a:lnTo>
                  <a:lnTo>
                    <a:pt x="1699399" y="2720098"/>
                  </a:lnTo>
                  <a:lnTo>
                    <a:pt x="1642694" y="2707170"/>
                  </a:lnTo>
                  <a:lnTo>
                    <a:pt x="1664093" y="2780411"/>
                  </a:lnTo>
                  <a:lnTo>
                    <a:pt x="1621701" y="2816466"/>
                  </a:lnTo>
                  <a:lnTo>
                    <a:pt x="1572666" y="2648623"/>
                  </a:lnTo>
                  <a:lnTo>
                    <a:pt x="1620812" y="2632252"/>
                  </a:lnTo>
                  <a:lnTo>
                    <a:pt x="1567548" y="2449919"/>
                  </a:lnTo>
                  <a:lnTo>
                    <a:pt x="1575066" y="2475636"/>
                  </a:lnTo>
                  <a:lnTo>
                    <a:pt x="1620202" y="2448991"/>
                  </a:lnTo>
                  <a:lnTo>
                    <a:pt x="1508379" y="2066163"/>
                  </a:lnTo>
                  <a:lnTo>
                    <a:pt x="1508379" y="2247379"/>
                  </a:lnTo>
                  <a:lnTo>
                    <a:pt x="1457680" y="2254974"/>
                  </a:lnTo>
                  <a:lnTo>
                    <a:pt x="1456423" y="2250656"/>
                  </a:lnTo>
                  <a:lnTo>
                    <a:pt x="1502371" y="2226792"/>
                  </a:lnTo>
                  <a:lnTo>
                    <a:pt x="1508379" y="2247379"/>
                  </a:lnTo>
                  <a:lnTo>
                    <a:pt x="1508379" y="2066163"/>
                  </a:lnTo>
                  <a:lnTo>
                    <a:pt x="1508201" y="2065553"/>
                  </a:lnTo>
                  <a:lnTo>
                    <a:pt x="1446060" y="2033981"/>
                  </a:lnTo>
                  <a:lnTo>
                    <a:pt x="1449146" y="2044560"/>
                  </a:lnTo>
                  <a:lnTo>
                    <a:pt x="1400911" y="2060587"/>
                  </a:lnTo>
                  <a:lnTo>
                    <a:pt x="1453959" y="2242248"/>
                  </a:lnTo>
                  <a:lnTo>
                    <a:pt x="1399667" y="2056358"/>
                  </a:lnTo>
                  <a:lnTo>
                    <a:pt x="1350010" y="2067547"/>
                  </a:lnTo>
                  <a:lnTo>
                    <a:pt x="1352169" y="2074989"/>
                  </a:lnTo>
                  <a:lnTo>
                    <a:pt x="1308493" y="2106574"/>
                  </a:lnTo>
                  <a:lnTo>
                    <a:pt x="1310157" y="2112276"/>
                  </a:lnTo>
                  <a:lnTo>
                    <a:pt x="1360652" y="2103983"/>
                  </a:lnTo>
                  <a:lnTo>
                    <a:pt x="1432458" y="2349830"/>
                  </a:lnTo>
                  <a:lnTo>
                    <a:pt x="1382407" y="2359634"/>
                  </a:lnTo>
                  <a:lnTo>
                    <a:pt x="1395984" y="2406116"/>
                  </a:lnTo>
                  <a:lnTo>
                    <a:pt x="1457909" y="2436939"/>
                  </a:lnTo>
                  <a:lnTo>
                    <a:pt x="1470723" y="2480830"/>
                  </a:lnTo>
                  <a:lnTo>
                    <a:pt x="1434503" y="2537968"/>
                  </a:lnTo>
                  <a:lnTo>
                    <a:pt x="1497876" y="2573756"/>
                  </a:lnTo>
                  <a:lnTo>
                    <a:pt x="1505216" y="2598928"/>
                  </a:lnTo>
                  <a:lnTo>
                    <a:pt x="1457820" y="2617787"/>
                  </a:lnTo>
                  <a:lnTo>
                    <a:pt x="1486319" y="2715361"/>
                  </a:lnTo>
                  <a:lnTo>
                    <a:pt x="1438529" y="2732913"/>
                  </a:lnTo>
                  <a:lnTo>
                    <a:pt x="1452384" y="2780334"/>
                  </a:lnTo>
                  <a:lnTo>
                    <a:pt x="1501419" y="2767088"/>
                  </a:lnTo>
                  <a:lnTo>
                    <a:pt x="1502664" y="2771317"/>
                  </a:lnTo>
                  <a:lnTo>
                    <a:pt x="1552409" y="2760484"/>
                  </a:lnTo>
                  <a:lnTo>
                    <a:pt x="1557718" y="2778645"/>
                  </a:lnTo>
                  <a:lnTo>
                    <a:pt x="1550339" y="2782214"/>
                  </a:lnTo>
                  <a:lnTo>
                    <a:pt x="1550339" y="3115703"/>
                  </a:lnTo>
                  <a:lnTo>
                    <a:pt x="1496796" y="3113608"/>
                  </a:lnTo>
                  <a:lnTo>
                    <a:pt x="1487258" y="3080931"/>
                  </a:lnTo>
                  <a:lnTo>
                    <a:pt x="1531251" y="3050375"/>
                  </a:lnTo>
                  <a:lnTo>
                    <a:pt x="1550339" y="3115703"/>
                  </a:lnTo>
                  <a:lnTo>
                    <a:pt x="1550339" y="2782214"/>
                  </a:lnTo>
                  <a:lnTo>
                    <a:pt x="1511338" y="2801010"/>
                  </a:lnTo>
                  <a:lnTo>
                    <a:pt x="1513116" y="2807144"/>
                  </a:lnTo>
                  <a:lnTo>
                    <a:pt x="1465567" y="2825483"/>
                  </a:lnTo>
                  <a:lnTo>
                    <a:pt x="1466164" y="2827528"/>
                  </a:lnTo>
                  <a:lnTo>
                    <a:pt x="1417383" y="2841714"/>
                  </a:lnTo>
                  <a:lnTo>
                    <a:pt x="1416748" y="2839529"/>
                  </a:lnTo>
                  <a:lnTo>
                    <a:pt x="1366735" y="2849486"/>
                  </a:lnTo>
                  <a:lnTo>
                    <a:pt x="1379283" y="2892450"/>
                  </a:lnTo>
                  <a:lnTo>
                    <a:pt x="1336649" y="2927667"/>
                  </a:lnTo>
                  <a:lnTo>
                    <a:pt x="1297457" y="2974670"/>
                  </a:lnTo>
                  <a:lnTo>
                    <a:pt x="1302270" y="2991167"/>
                  </a:lnTo>
                  <a:lnTo>
                    <a:pt x="1314488" y="2987700"/>
                  </a:lnTo>
                  <a:lnTo>
                    <a:pt x="1326705" y="2984220"/>
                  </a:lnTo>
                  <a:lnTo>
                    <a:pt x="1351140" y="2977273"/>
                  </a:lnTo>
                  <a:lnTo>
                    <a:pt x="1346720" y="2962160"/>
                  </a:lnTo>
                  <a:lnTo>
                    <a:pt x="1394256" y="2943707"/>
                  </a:lnTo>
                  <a:lnTo>
                    <a:pt x="1395247" y="2947098"/>
                  </a:lnTo>
                  <a:lnTo>
                    <a:pt x="1447215" y="2943847"/>
                  </a:lnTo>
                  <a:lnTo>
                    <a:pt x="1466621" y="3010306"/>
                  </a:lnTo>
                  <a:lnTo>
                    <a:pt x="1427581" y="3057804"/>
                  </a:lnTo>
                  <a:lnTo>
                    <a:pt x="1368856" y="3037929"/>
                  </a:lnTo>
                  <a:lnTo>
                    <a:pt x="1369377" y="3039732"/>
                  </a:lnTo>
                  <a:lnTo>
                    <a:pt x="1321435" y="3056750"/>
                  </a:lnTo>
                  <a:lnTo>
                    <a:pt x="1334490" y="3101467"/>
                  </a:lnTo>
                  <a:lnTo>
                    <a:pt x="1366062" y="3209531"/>
                  </a:lnTo>
                  <a:lnTo>
                    <a:pt x="1416342" y="3200501"/>
                  </a:lnTo>
                  <a:lnTo>
                    <a:pt x="1421104" y="3216808"/>
                  </a:lnTo>
                  <a:lnTo>
                    <a:pt x="1377734" y="3249485"/>
                  </a:lnTo>
                  <a:lnTo>
                    <a:pt x="1397850" y="3318395"/>
                  </a:lnTo>
                  <a:lnTo>
                    <a:pt x="1334490" y="3101467"/>
                  </a:lnTo>
                  <a:lnTo>
                    <a:pt x="1290510" y="3132099"/>
                  </a:lnTo>
                  <a:lnTo>
                    <a:pt x="1292440" y="3138754"/>
                  </a:lnTo>
                  <a:lnTo>
                    <a:pt x="1244803" y="3156801"/>
                  </a:lnTo>
                  <a:lnTo>
                    <a:pt x="1264843" y="3225431"/>
                  </a:lnTo>
                  <a:lnTo>
                    <a:pt x="1224483" y="3268383"/>
                  </a:lnTo>
                  <a:lnTo>
                    <a:pt x="1232192" y="3294811"/>
                  </a:lnTo>
                  <a:lnTo>
                    <a:pt x="1244206" y="3335921"/>
                  </a:lnTo>
                  <a:lnTo>
                    <a:pt x="1291209" y="3315665"/>
                  </a:lnTo>
                  <a:lnTo>
                    <a:pt x="1293355" y="3322993"/>
                  </a:lnTo>
                  <a:lnTo>
                    <a:pt x="1347076" y="3325736"/>
                  </a:lnTo>
                  <a:lnTo>
                    <a:pt x="1359916" y="3369703"/>
                  </a:lnTo>
                  <a:lnTo>
                    <a:pt x="1374914" y="3421024"/>
                  </a:lnTo>
                  <a:lnTo>
                    <a:pt x="1426819" y="3417544"/>
                  </a:lnTo>
                  <a:lnTo>
                    <a:pt x="1410411" y="3361385"/>
                  </a:lnTo>
                  <a:lnTo>
                    <a:pt x="1460398" y="3351365"/>
                  </a:lnTo>
                  <a:lnTo>
                    <a:pt x="1474038" y="3398024"/>
                  </a:lnTo>
                  <a:lnTo>
                    <a:pt x="1439011" y="3413988"/>
                  </a:lnTo>
                  <a:lnTo>
                    <a:pt x="1378051" y="3431794"/>
                  </a:lnTo>
                  <a:lnTo>
                    <a:pt x="1359916" y="3369703"/>
                  </a:lnTo>
                  <a:lnTo>
                    <a:pt x="1258963" y="3386455"/>
                  </a:lnTo>
                  <a:lnTo>
                    <a:pt x="1313484" y="3573094"/>
                  </a:lnTo>
                  <a:lnTo>
                    <a:pt x="1419834" y="3574808"/>
                  </a:lnTo>
                  <a:lnTo>
                    <a:pt x="1395120" y="3490226"/>
                  </a:lnTo>
                  <a:lnTo>
                    <a:pt x="1406042" y="3527590"/>
                  </a:lnTo>
                  <a:lnTo>
                    <a:pt x="1453883" y="3510203"/>
                  </a:lnTo>
                  <a:lnTo>
                    <a:pt x="1455204" y="3514712"/>
                  </a:lnTo>
                  <a:lnTo>
                    <a:pt x="1467421" y="3511245"/>
                  </a:lnTo>
                  <a:lnTo>
                    <a:pt x="1504327" y="3501720"/>
                  </a:lnTo>
                  <a:lnTo>
                    <a:pt x="1504505" y="3502304"/>
                  </a:lnTo>
                  <a:lnTo>
                    <a:pt x="1552460" y="3485311"/>
                  </a:lnTo>
                  <a:lnTo>
                    <a:pt x="1534947" y="3425342"/>
                  </a:lnTo>
                  <a:lnTo>
                    <a:pt x="1586915" y="3422104"/>
                  </a:lnTo>
                  <a:lnTo>
                    <a:pt x="1557566" y="3321621"/>
                  </a:lnTo>
                  <a:lnTo>
                    <a:pt x="1652765" y="3285159"/>
                  </a:lnTo>
                  <a:lnTo>
                    <a:pt x="1638300" y="3235655"/>
                  </a:lnTo>
                  <a:lnTo>
                    <a:pt x="1674698" y="3179064"/>
                  </a:lnTo>
                  <a:lnTo>
                    <a:pt x="1628711" y="3021647"/>
                  </a:lnTo>
                  <a:lnTo>
                    <a:pt x="1679625" y="3014751"/>
                  </a:lnTo>
                  <a:lnTo>
                    <a:pt x="1641830" y="2885376"/>
                  </a:lnTo>
                  <a:lnTo>
                    <a:pt x="1682661" y="2843961"/>
                  </a:lnTo>
                  <a:lnTo>
                    <a:pt x="1728304" y="2819057"/>
                  </a:lnTo>
                  <a:lnTo>
                    <a:pt x="1776196" y="2801848"/>
                  </a:lnTo>
                  <a:close/>
                </a:path>
                <a:path w="1894839" h="5400675">
                  <a:moveTo>
                    <a:pt x="1894801" y="3046819"/>
                  </a:moveTo>
                  <a:lnTo>
                    <a:pt x="1894141" y="3036163"/>
                  </a:lnTo>
                  <a:lnTo>
                    <a:pt x="1892134" y="3012122"/>
                  </a:lnTo>
                  <a:lnTo>
                    <a:pt x="1885048" y="3009684"/>
                  </a:lnTo>
                  <a:lnTo>
                    <a:pt x="1872589" y="2999651"/>
                  </a:lnTo>
                  <a:lnTo>
                    <a:pt x="1860245" y="2990253"/>
                  </a:lnTo>
                  <a:lnTo>
                    <a:pt x="1852117" y="2999346"/>
                  </a:lnTo>
                  <a:lnTo>
                    <a:pt x="1843265" y="3007588"/>
                  </a:lnTo>
                  <a:lnTo>
                    <a:pt x="1801393" y="3031718"/>
                  </a:lnTo>
                  <a:lnTo>
                    <a:pt x="1791462" y="3034741"/>
                  </a:lnTo>
                  <a:lnTo>
                    <a:pt x="1789823" y="3035249"/>
                  </a:lnTo>
                  <a:lnTo>
                    <a:pt x="1777885" y="3037738"/>
                  </a:lnTo>
                  <a:lnTo>
                    <a:pt x="1757616" y="2984868"/>
                  </a:lnTo>
                  <a:lnTo>
                    <a:pt x="1758645" y="2982226"/>
                  </a:lnTo>
                  <a:lnTo>
                    <a:pt x="1755990" y="2980601"/>
                  </a:lnTo>
                  <a:lnTo>
                    <a:pt x="1757387" y="2985439"/>
                  </a:lnTo>
                  <a:lnTo>
                    <a:pt x="1752155" y="2998990"/>
                  </a:lnTo>
                  <a:lnTo>
                    <a:pt x="1747240" y="3016123"/>
                  </a:lnTo>
                  <a:lnTo>
                    <a:pt x="1743913" y="3033636"/>
                  </a:lnTo>
                  <a:lnTo>
                    <a:pt x="1742173" y="3051530"/>
                  </a:lnTo>
                  <a:lnTo>
                    <a:pt x="1742020" y="3069501"/>
                  </a:lnTo>
                  <a:lnTo>
                    <a:pt x="1743494" y="3087268"/>
                  </a:lnTo>
                  <a:lnTo>
                    <a:pt x="1747139" y="3107969"/>
                  </a:lnTo>
                  <a:lnTo>
                    <a:pt x="1751279" y="3122180"/>
                  </a:lnTo>
                  <a:lnTo>
                    <a:pt x="1754454" y="3145104"/>
                  </a:lnTo>
                  <a:lnTo>
                    <a:pt x="1755851" y="3168065"/>
                  </a:lnTo>
                  <a:lnTo>
                    <a:pt x="1755470" y="3191065"/>
                  </a:lnTo>
                  <a:lnTo>
                    <a:pt x="1753311" y="3214103"/>
                  </a:lnTo>
                  <a:lnTo>
                    <a:pt x="1753311" y="3219996"/>
                  </a:lnTo>
                  <a:lnTo>
                    <a:pt x="1758886" y="3225673"/>
                  </a:lnTo>
                  <a:lnTo>
                    <a:pt x="1761972" y="3231819"/>
                  </a:lnTo>
                  <a:lnTo>
                    <a:pt x="1778254" y="3236849"/>
                  </a:lnTo>
                  <a:lnTo>
                    <a:pt x="1794408" y="3242741"/>
                  </a:lnTo>
                  <a:lnTo>
                    <a:pt x="1810219" y="3243592"/>
                  </a:lnTo>
                  <a:lnTo>
                    <a:pt x="1825485" y="3233547"/>
                  </a:lnTo>
                  <a:lnTo>
                    <a:pt x="1781759" y="3083852"/>
                  </a:lnTo>
                  <a:lnTo>
                    <a:pt x="1804847" y="3080537"/>
                  </a:lnTo>
                  <a:lnTo>
                    <a:pt x="1820710" y="3065729"/>
                  </a:lnTo>
                  <a:lnTo>
                    <a:pt x="1837156" y="3052419"/>
                  </a:lnTo>
                  <a:lnTo>
                    <a:pt x="1861972" y="3053651"/>
                  </a:lnTo>
                  <a:lnTo>
                    <a:pt x="1863305" y="3051594"/>
                  </a:lnTo>
                  <a:lnTo>
                    <a:pt x="1888896" y="3047517"/>
                  </a:lnTo>
                  <a:lnTo>
                    <a:pt x="1894801" y="3046819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4669" y="3993128"/>
              <a:ext cx="199660" cy="2508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426" y="7368280"/>
              <a:ext cx="193966" cy="1813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3232" y="5162583"/>
              <a:ext cx="138997" cy="1514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3896" y="7608329"/>
              <a:ext cx="101600" cy="290195"/>
            </a:xfrm>
            <a:custGeom>
              <a:avLst/>
              <a:gdLst/>
              <a:ahLst/>
              <a:cxnLst/>
              <a:rect l="l" t="t" r="r" b="b"/>
              <a:pathLst>
                <a:path w="101600" h="290195">
                  <a:moveTo>
                    <a:pt x="21129" y="287822"/>
                  </a:moveTo>
                  <a:lnTo>
                    <a:pt x="20065" y="289873"/>
                  </a:lnTo>
                  <a:lnTo>
                    <a:pt x="17491" y="288382"/>
                  </a:lnTo>
                  <a:lnTo>
                    <a:pt x="21129" y="287822"/>
                  </a:lnTo>
                  <a:close/>
                </a:path>
                <a:path w="101600" h="290195">
                  <a:moveTo>
                    <a:pt x="80787" y="184708"/>
                  </a:moveTo>
                  <a:lnTo>
                    <a:pt x="90367" y="217503"/>
                  </a:lnTo>
                  <a:lnTo>
                    <a:pt x="96508" y="244686"/>
                  </a:lnTo>
                  <a:lnTo>
                    <a:pt x="101294" y="275481"/>
                  </a:lnTo>
                  <a:lnTo>
                    <a:pt x="21129" y="287822"/>
                  </a:lnTo>
                  <a:lnTo>
                    <a:pt x="25638" y="279137"/>
                  </a:lnTo>
                  <a:lnTo>
                    <a:pt x="30448" y="268100"/>
                  </a:lnTo>
                  <a:lnTo>
                    <a:pt x="41953" y="221360"/>
                  </a:lnTo>
                  <a:lnTo>
                    <a:pt x="42862" y="197255"/>
                  </a:lnTo>
                  <a:lnTo>
                    <a:pt x="42095" y="185183"/>
                  </a:lnTo>
                  <a:lnTo>
                    <a:pt x="40520" y="173246"/>
                  </a:lnTo>
                  <a:lnTo>
                    <a:pt x="39078" y="166115"/>
                  </a:lnTo>
                  <a:lnTo>
                    <a:pt x="483" y="33985"/>
                  </a:lnTo>
                  <a:lnTo>
                    <a:pt x="2824" y="19735"/>
                  </a:lnTo>
                  <a:lnTo>
                    <a:pt x="5863" y="8410"/>
                  </a:lnTo>
                  <a:lnTo>
                    <a:pt x="16599" y="5274"/>
                  </a:lnTo>
                  <a:lnTo>
                    <a:pt x="38574" y="80506"/>
                  </a:lnTo>
                  <a:lnTo>
                    <a:pt x="52056" y="118646"/>
                  </a:lnTo>
                  <a:lnTo>
                    <a:pt x="68794" y="153331"/>
                  </a:lnTo>
                  <a:lnTo>
                    <a:pt x="67957" y="150465"/>
                  </a:lnTo>
                  <a:lnTo>
                    <a:pt x="80787" y="184708"/>
                  </a:lnTo>
                  <a:close/>
                </a:path>
                <a:path w="101600" h="290195">
                  <a:moveTo>
                    <a:pt x="630" y="34490"/>
                  </a:moveTo>
                  <a:lnTo>
                    <a:pt x="30969" y="138353"/>
                  </a:lnTo>
                  <a:lnTo>
                    <a:pt x="26254" y="127274"/>
                  </a:lnTo>
                  <a:lnTo>
                    <a:pt x="20796" y="116542"/>
                  </a:lnTo>
                  <a:lnTo>
                    <a:pt x="2235" y="70608"/>
                  </a:lnTo>
                  <a:lnTo>
                    <a:pt x="0" y="45349"/>
                  </a:lnTo>
                  <a:lnTo>
                    <a:pt x="630" y="34490"/>
                  </a:lnTo>
                  <a:close/>
                </a:path>
                <a:path w="101600" h="290195">
                  <a:moveTo>
                    <a:pt x="6136" y="7391"/>
                  </a:moveTo>
                  <a:lnTo>
                    <a:pt x="5863" y="8410"/>
                  </a:lnTo>
                  <a:lnTo>
                    <a:pt x="4323" y="8860"/>
                  </a:lnTo>
                  <a:lnTo>
                    <a:pt x="6136" y="7391"/>
                  </a:lnTo>
                  <a:close/>
                </a:path>
                <a:path w="101600" h="290195">
                  <a:moveTo>
                    <a:pt x="24842" y="2866"/>
                  </a:moveTo>
                  <a:lnTo>
                    <a:pt x="29407" y="41107"/>
                  </a:lnTo>
                  <a:lnTo>
                    <a:pt x="38574" y="80507"/>
                  </a:lnTo>
                  <a:lnTo>
                    <a:pt x="16599" y="5274"/>
                  </a:lnTo>
                  <a:lnTo>
                    <a:pt x="24842" y="2866"/>
                  </a:lnTo>
                  <a:close/>
                </a:path>
                <a:path w="101600" h="290195">
                  <a:moveTo>
                    <a:pt x="26813" y="2290"/>
                  </a:moveTo>
                  <a:lnTo>
                    <a:pt x="24842" y="2866"/>
                  </a:lnTo>
                  <a:lnTo>
                    <a:pt x="24005" y="0"/>
                  </a:lnTo>
                  <a:lnTo>
                    <a:pt x="26813" y="229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599" y="7578787"/>
              <a:ext cx="73482" cy="1878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814" y="3206958"/>
              <a:ext cx="99557" cy="755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7187" y="6399824"/>
              <a:ext cx="79966" cy="1877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2973526"/>
              <a:ext cx="1870075" cy="5276850"/>
            </a:xfrm>
            <a:custGeom>
              <a:avLst/>
              <a:gdLst/>
              <a:ahLst/>
              <a:cxnLst/>
              <a:rect l="l" t="t" r="r" b="b"/>
              <a:pathLst>
                <a:path w="1870075" h="5276850">
                  <a:moveTo>
                    <a:pt x="12941" y="3491928"/>
                  </a:moveTo>
                  <a:lnTo>
                    <a:pt x="12687" y="3485121"/>
                  </a:lnTo>
                  <a:lnTo>
                    <a:pt x="12166" y="3478326"/>
                  </a:lnTo>
                  <a:lnTo>
                    <a:pt x="11582" y="3476333"/>
                  </a:lnTo>
                  <a:lnTo>
                    <a:pt x="3860" y="3475418"/>
                  </a:lnTo>
                  <a:lnTo>
                    <a:pt x="0" y="3474199"/>
                  </a:lnTo>
                  <a:lnTo>
                    <a:pt x="0" y="3484384"/>
                  </a:lnTo>
                  <a:lnTo>
                    <a:pt x="2552" y="3487902"/>
                  </a:lnTo>
                  <a:lnTo>
                    <a:pt x="12839" y="3501098"/>
                  </a:lnTo>
                  <a:lnTo>
                    <a:pt x="12928" y="3498748"/>
                  </a:lnTo>
                  <a:lnTo>
                    <a:pt x="12941" y="3491928"/>
                  </a:lnTo>
                  <a:close/>
                </a:path>
                <a:path w="1870075" h="5276850">
                  <a:moveTo>
                    <a:pt x="15646" y="3504692"/>
                  </a:moveTo>
                  <a:lnTo>
                    <a:pt x="12839" y="3501098"/>
                  </a:lnTo>
                  <a:lnTo>
                    <a:pt x="12661" y="3505568"/>
                  </a:lnTo>
                  <a:lnTo>
                    <a:pt x="15646" y="3504692"/>
                  </a:lnTo>
                  <a:close/>
                </a:path>
                <a:path w="1870075" h="5276850">
                  <a:moveTo>
                    <a:pt x="24841" y="4956924"/>
                  </a:moveTo>
                  <a:lnTo>
                    <a:pt x="24752" y="4957597"/>
                  </a:lnTo>
                  <a:lnTo>
                    <a:pt x="24714" y="4958270"/>
                  </a:lnTo>
                  <a:lnTo>
                    <a:pt x="24701" y="4958943"/>
                  </a:lnTo>
                  <a:lnTo>
                    <a:pt x="24841" y="4956924"/>
                  </a:lnTo>
                  <a:close/>
                </a:path>
                <a:path w="1870075" h="5276850">
                  <a:moveTo>
                    <a:pt x="74345" y="1333"/>
                  </a:moveTo>
                  <a:lnTo>
                    <a:pt x="71551" y="0"/>
                  </a:lnTo>
                  <a:lnTo>
                    <a:pt x="73774" y="2476"/>
                  </a:lnTo>
                  <a:lnTo>
                    <a:pt x="74345" y="1333"/>
                  </a:lnTo>
                  <a:close/>
                </a:path>
                <a:path w="1870075" h="5276850">
                  <a:moveTo>
                    <a:pt x="91986" y="39344"/>
                  </a:moveTo>
                  <a:lnTo>
                    <a:pt x="73774" y="2476"/>
                  </a:lnTo>
                  <a:lnTo>
                    <a:pt x="70802" y="8407"/>
                  </a:lnTo>
                  <a:lnTo>
                    <a:pt x="67005" y="15443"/>
                  </a:lnTo>
                  <a:lnTo>
                    <a:pt x="63881" y="22491"/>
                  </a:lnTo>
                  <a:lnTo>
                    <a:pt x="62064" y="31229"/>
                  </a:lnTo>
                  <a:lnTo>
                    <a:pt x="65112" y="41656"/>
                  </a:lnTo>
                  <a:lnTo>
                    <a:pt x="69418" y="49250"/>
                  </a:lnTo>
                  <a:lnTo>
                    <a:pt x="76111" y="57556"/>
                  </a:lnTo>
                  <a:lnTo>
                    <a:pt x="90639" y="54622"/>
                  </a:lnTo>
                  <a:lnTo>
                    <a:pt x="91732" y="46901"/>
                  </a:lnTo>
                  <a:lnTo>
                    <a:pt x="91986" y="39344"/>
                  </a:lnTo>
                  <a:close/>
                </a:path>
                <a:path w="1870075" h="5276850">
                  <a:moveTo>
                    <a:pt x="162128" y="4580407"/>
                  </a:moveTo>
                  <a:lnTo>
                    <a:pt x="159905" y="4579569"/>
                  </a:lnTo>
                  <a:lnTo>
                    <a:pt x="160997" y="4583290"/>
                  </a:lnTo>
                  <a:lnTo>
                    <a:pt x="162128" y="4580407"/>
                  </a:lnTo>
                  <a:close/>
                </a:path>
                <a:path w="1870075" h="5276850">
                  <a:moveTo>
                    <a:pt x="176187" y="5258092"/>
                  </a:moveTo>
                  <a:lnTo>
                    <a:pt x="172618" y="5251780"/>
                  </a:lnTo>
                  <a:lnTo>
                    <a:pt x="170256" y="5241366"/>
                  </a:lnTo>
                  <a:lnTo>
                    <a:pt x="164960" y="5246421"/>
                  </a:lnTo>
                  <a:lnTo>
                    <a:pt x="159956" y="5251755"/>
                  </a:lnTo>
                  <a:lnTo>
                    <a:pt x="155270" y="5257343"/>
                  </a:lnTo>
                  <a:lnTo>
                    <a:pt x="150863" y="5263197"/>
                  </a:lnTo>
                  <a:lnTo>
                    <a:pt x="149745" y="5265090"/>
                  </a:lnTo>
                  <a:lnTo>
                    <a:pt x="157543" y="5271935"/>
                  </a:lnTo>
                  <a:lnTo>
                    <a:pt x="161277" y="5276532"/>
                  </a:lnTo>
                  <a:lnTo>
                    <a:pt x="166522" y="5272532"/>
                  </a:lnTo>
                  <a:lnTo>
                    <a:pt x="170942" y="5267769"/>
                  </a:lnTo>
                  <a:lnTo>
                    <a:pt x="174523" y="5262232"/>
                  </a:lnTo>
                  <a:lnTo>
                    <a:pt x="176187" y="5258092"/>
                  </a:lnTo>
                  <a:close/>
                </a:path>
                <a:path w="1870075" h="5276850">
                  <a:moveTo>
                    <a:pt x="177584" y="4640072"/>
                  </a:moveTo>
                  <a:lnTo>
                    <a:pt x="160997" y="4583290"/>
                  </a:lnTo>
                  <a:lnTo>
                    <a:pt x="154622" y="4599406"/>
                  </a:lnTo>
                  <a:lnTo>
                    <a:pt x="155994" y="4615789"/>
                  </a:lnTo>
                  <a:lnTo>
                    <a:pt x="164947" y="4629912"/>
                  </a:lnTo>
                  <a:lnTo>
                    <a:pt x="177584" y="4640072"/>
                  </a:lnTo>
                  <a:close/>
                </a:path>
                <a:path w="1870075" h="5276850">
                  <a:moveTo>
                    <a:pt x="180174" y="4642155"/>
                  </a:moveTo>
                  <a:lnTo>
                    <a:pt x="177584" y="4640072"/>
                  </a:lnTo>
                  <a:lnTo>
                    <a:pt x="178600" y="4643552"/>
                  </a:lnTo>
                  <a:lnTo>
                    <a:pt x="180174" y="4642155"/>
                  </a:lnTo>
                  <a:close/>
                </a:path>
                <a:path w="1870075" h="5276850">
                  <a:moveTo>
                    <a:pt x="246392" y="5143131"/>
                  </a:moveTo>
                  <a:lnTo>
                    <a:pt x="238036" y="5141823"/>
                  </a:lnTo>
                  <a:lnTo>
                    <a:pt x="245224" y="5151082"/>
                  </a:lnTo>
                  <a:lnTo>
                    <a:pt x="246392" y="5143131"/>
                  </a:lnTo>
                  <a:close/>
                </a:path>
                <a:path w="1870075" h="5276850">
                  <a:moveTo>
                    <a:pt x="255193" y="4669904"/>
                  </a:moveTo>
                  <a:lnTo>
                    <a:pt x="240779" y="4658931"/>
                  </a:lnTo>
                  <a:lnTo>
                    <a:pt x="237883" y="4663846"/>
                  </a:lnTo>
                  <a:lnTo>
                    <a:pt x="231355" y="4671492"/>
                  </a:lnTo>
                  <a:lnTo>
                    <a:pt x="232651" y="4673092"/>
                  </a:lnTo>
                  <a:lnTo>
                    <a:pt x="237909" y="4678515"/>
                  </a:lnTo>
                  <a:lnTo>
                    <a:pt x="243801" y="4683137"/>
                  </a:lnTo>
                  <a:lnTo>
                    <a:pt x="250317" y="4686973"/>
                  </a:lnTo>
                  <a:lnTo>
                    <a:pt x="255193" y="4669904"/>
                  </a:lnTo>
                  <a:close/>
                </a:path>
                <a:path w="1870075" h="5276850">
                  <a:moveTo>
                    <a:pt x="800074" y="4507954"/>
                  </a:moveTo>
                  <a:lnTo>
                    <a:pt x="798449" y="4506303"/>
                  </a:lnTo>
                  <a:lnTo>
                    <a:pt x="797064" y="4509262"/>
                  </a:lnTo>
                  <a:lnTo>
                    <a:pt x="800074" y="4507954"/>
                  </a:lnTo>
                  <a:close/>
                </a:path>
                <a:path w="1870075" h="5276850">
                  <a:moveTo>
                    <a:pt x="807313" y="453631"/>
                  </a:moveTo>
                  <a:lnTo>
                    <a:pt x="805370" y="450545"/>
                  </a:lnTo>
                  <a:lnTo>
                    <a:pt x="803719" y="453123"/>
                  </a:lnTo>
                  <a:lnTo>
                    <a:pt x="807313" y="453631"/>
                  </a:lnTo>
                  <a:close/>
                </a:path>
                <a:path w="1870075" h="5276850">
                  <a:moveTo>
                    <a:pt x="836942" y="4521873"/>
                  </a:moveTo>
                  <a:lnTo>
                    <a:pt x="832815" y="4514888"/>
                  </a:lnTo>
                  <a:lnTo>
                    <a:pt x="829335" y="4502950"/>
                  </a:lnTo>
                  <a:lnTo>
                    <a:pt x="824395" y="4502112"/>
                  </a:lnTo>
                  <a:lnTo>
                    <a:pt x="816914" y="4502924"/>
                  </a:lnTo>
                  <a:lnTo>
                    <a:pt x="800074" y="4507954"/>
                  </a:lnTo>
                  <a:lnTo>
                    <a:pt x="803516" y="4511459"/>
                  </a:lnTo>
                  <a:lnTo>
                    <a:pt x="808850" y="4516310"/>
                  </a:lnTo>
                  <a:lnTo>
                    <a:pt x="814425" y="4520870"/>
                  </a:lnTo>
                  <a:lnTo>
                    <a:pt x="820267" y="4525124"/>
                  </a:lnTo>
                  <a:lnTo>
                    <a:pt x="824026" y="4527258"/>
                  </a:lnTo>
                  <a:lnTo>
                    <a:pt x="830630" y="4523473"/>
                  </a:lnTo>
                  <a:lnTo>
                    <a:pt x="836942" y="4521873"/>
                  </a:lnTo>
                  <a:close/>
                </a:path>
                <a:path w="1870075" h="5276850">
                  <a:moveTo>
                    <a:pt x="861390" y="490931"/>
                  </a:moveTo>
                  <a:lnTo>
                    <a:pt x="859777" y="483133"/>
                  </a:lnTo>
                  <a:lnTo>
                    <a:pt x="858456" y="474865"/>
                  </a:lnTo>
                  <a:lnTo>
                    <a:pt x="856297" y="467487"/>
                  </a:lnTo>
                  <a:lnTo>
                    <a:pt x="816381" y="454926"/>
                  </a:lnTo>
                  <a:lnTo>
                    <a:pt x="807313" y="453631"/>
                  </a:lnTo>
                  <a:lnTo>
                    <a:pt x="812330" y="461568"/>
                  </a:lnTo>
                  <a:lnTo>
                    <a:pt x="819721" y="472262"/>
                  </a:lnTo>
                  <a:lnTo>
                    <a:pt x="827557" y="482650"/>
                  </a:lnTo>
                  <a:lnTo>
                    <a:pt x="835825" y="492709"/>
                  </a:lnTo>
                  <a:lnTo>
                    <a:pt x="840219" y="494207"/>
                  </a:lnTo>
                  <a:lnTo>
                    <a:pt x="846772" y="493610"/>
                  </a:lnTo>
                  <a:lnTo>
                    <a:pt x="854240" y="492112"/>
                  </a:lnTo>
                  <a:lnTo>
                    <a:pt x="861390" y="490931"/>
                  </a:lnTo>
                  <a:close/>
                </a:path>
                <a:path w="1870075" h="5276850">
                  <a:moveTo>
                    <a:pt x="862558" y="619734"/>
                  </a:moveTo>
                  <a:lnTo>
                    <a:pt x="860933" y="618642"/>
                  </a:lnTo>
                  <a:lnTo>
                    <a:pt x="861428" y="620331"/>
                  </a:lnTo>
                  <a:lnTo>
                    <a:pt x="862558" y="619734"/>
                  </a:lnTo>
                  <a:close/>
                </a:path>
                <a:path w="1870075" h="5276850">
                  <a:moveTo>
                    <a:pt x="862850" y="619848"/>
                  </a:moveTo>
                  <a:lnTo>
                    <a:pt x="860818" y="617867"/>
                  </a:lnTo>
                  <a:lnTo>
                    <a:pt x="859586" y="608672"/>
                  </a:lnTo>
                  <a:lnTo>
                    <a:pt x="857872" y="598246"/>
                  </a:lnTo>
                  <a:lnTo>
                    <a:pt x="855916" y="588124"/>
                  </a:lnTo>
                  <a:lnTo>
                    <a:pt x="853833" y="578815"/>
                  </a:lnTo>
                  <a:lnTo>
                    <a:pt x="852652" y="574751"/>
                  </a:lnTo>
                  <a:lnTo>
                    <a:pt x="842886" y="574001"/>
                  </a:lnTo>
                  <a:lnTo>
                    <a:pt x="837107" y="572084"/>
                  </a:lnTo>
                  <a:lnTo>
                    <a:pt x="835939" y="578472"/>
                  </a:lnTo>
                  <a:lnTo>
                    <a:pt x="832319" y="586054"/>
                  </a:lnTo>
                  <a:lnTo>
                    <a:pt x="834809" y="589394"/>
                  </a:lnTo>
                  <a:lnTo>
                    <a:pt x="841451" y="597344"/>
                  </a:lnTo>
                  <a:lnTo>
                    <a:pt x="848347" y="605078"/>
                  </a:lnTo>
                  <a:lnTo>
                    <a:pt x="855472" y="612571"/>
                  </a:lnTo>
                  <a:lnTo>
                    <a:pt x="860653" y="617689"/>
                  </a:lnTo>
                  <a:lnTo>
                    <a:pt x="860933" y="618642"/>
                  </a:lnTo>
                  <a:lnTo>
                    <a:pt x="862850" y="619848"/>
                  </a:lnTo>
                  <a:close/>
                </a:path>
                <a:path w="1870075" h="5276850">
                  <a:moveTo>
                    <a:pt x="867410" y="640816"/>
                  </a:moveTo>
                  <a:lnTo>
                    <a:pt x="861428" y="620331"/>
                  </a:lnTo>
                  <a:lnTo>
                    <a:pt x="840676" y="631444"/>
                  </a:lnTo>
                  <a:lnTo>
                    <a:pt x="830630" y="649338"/>
                  </a:lnTo>
                  <a:lnTo>
                    <a:pt x="831837" y="675220"/>
                  </a:lnTo>
                  <a:lnTo>
                    <a:pt x="843762" y="710920"/>
                  </a:lnTo>
                  <a:lnTo>
                    <a:pt x="850163" y="681456"/>
                  </a:lnTo>
                  <a:lnTo>
                    <a:pt x="861072" y="659511"/>
                  </a:lnTo>
                  <a:lnTo>
                    <a:pt x="867410" y="640816"/>
                  </a:lnTo>
                  <a:close/>
                </a:path>
                <a:path w="1870075" h="5276850">
                  <a:moveTo>
                    <a:pt x="945756" y="4572076"/>
                  </a:moveTo>
                  <a:lnTo>
                    <a:pt x="939711" y="4564977"/>
                  </a:lnTo>
                  <a:lnTo>
                    <a:pt x="931456" y="4565612"/>
                  </a:lnTo>
                  <a:lnTo>
                    <a:pt x="925868" y="4564329"/>
                  </a:lnTo>
                  <a:lnTo>
                    <a:pt x="925626" y="4569930"/>
                  </a:lnTo>
                  <a:lnTo>
                    <a:pt x="923112" y="4577753"/>
                  </a:lnTo>
                  <a:lnTo>
                    <a:pt x="925880" y="4580280"/>
                  </a:lnTo>
                  <a:lnTo>
                    <a:pt x="929589" y="4584408"/>
                  </a:lnTo>
                  <a:lnTo>
                    <a:pt x="937412" y="4584052"/>
                  </a:lnTo>
                  <a:lnTo>
                    <a:pt x="943102" y="4585678"/>
                  </a:lnTo>
                  <a:lnTo>
                    <a:pt x="943165" y="4579823"/>
                  </a:lnTo>
                  <a:lnTo>
                    <a:pt x="945756" y="4572076"/>
                  </a:lnTo>
                  <a:close/>
                </a:path>
                <a:path w="1870075" h="5276850">
                  <a:moveTo>
                    <a:pt x="1018438" y="4525911"/>
                  </a:moveTo>
                  <a:lnTo>
                    <a:pt x="1018209" y="4525149"/>
                  </a:lnTo>
                  <a:lnTo>
                    <a:pt x="1017638" y="4522660"/>
                  </a:lnTo>
                  <a:lnTo>
                    <a:pt x="1016317" y="4520692"/>
                  </a:lnTo>
                  <a:lnTo>
                    <a:pt x="1014234" y="4519219"/>
                  </a:lnTo>
                  <a:lnTo>
                    <a:pt x="1013460" y="4518711"/>
                  </a:lnTo>
                  <a:lnTo>
                    <a:pt x="1010729" y="4521327"/>
                  </a:lnTo>
                  <a:lnTo>
                    <a:pt x="1008900" y="4522546"/>
                  </a:lnTo>
                  <a:lnTo>
                    <a:pt x="1010005" y="4524768"/>
                  </a:lnTo>
                  <a:lnTo>
                    <a:pt x="1011466" y="4526724"/>
                  </a:lnTo>
                  <a:lnTo>
                    <a:pt x="1013269" y="4528413"/>
                  </a:lnTo>
                  <a:lnTo>
                    <a:pt x="1014082" y="4528858"/>
                  </a:lnTo>
                  <a:lnTo>
                    <a:pt x="1018438" y="4525911"/>
                  </a:lnTo>
                  <a:close/>
                </a:path>
                <a:path w="1870075" h="5276850">
                  <a:moveTo>
                    <a:pt x="1053668" y="4386377"/>
                  </a:moveTo>
                  <a:lnTo>
                    <a:pt x="1052614" y="4378858"/>
                  </a:lnTo>
                  <a:lnTo>
                    <a:pt x="1046200" y="4382401"/>
                  </a:lnTo>
                  <a:lnTo>
                    <a:pt x="1053668" y="4386377"/>
                  </a:lnTo>
                  <a:close/>
                </a:path>
                <a:path w="1870075" h="5276850">
                  <a:moveTo>
                    <a:pt x="1092174" y="914603"/>
                  </a:moveTo>
                  <a:lnTo>
                    <a:pt x="1091857" y="913511"/>
                  </a:lnTo>
                  <a:lnTo>
                    <a:pt x="1086891" y="909967"/>
                  </a:lnTo>
                  <a:lnTo>
                    <a:pt x="1082319" y="909891"/>
                  </a:lnTo>
                  <a:lnTo>
                    <a:pt x="1078661" y="917994"/>
                  </a:lnTo>
                  <a:lnTo>
                    <a:pt x="1092174" y="914603"/>
                  </a:lnTo>
                  <a:close/>
                </a:path>
                <a:path w="1870075" h="5276850">
                  <a:moveTo>
                    <a:pt x="1096708" y="915860"/>
                  </a:moveTo>
                  <a:lnTo>
                    <a:pt x="1096060" y="913625"/>
                  </a:lnTo>
                  <a:lnTo>
                    <a:pt x="1093431" y="914285"/>
                  </a:lnTo>
                  <a:lnTo>
                    <a:pt x="1096708" y="915860"/>
                  </a:lnTo>
                  <a:close/>
                </a:path>
                <a:path w="1870075" h="5276850">
                  <a:moveTo>
                    <a:pt x="1201089" y="4288447"/>
                  </a:moveTo>
                  <a:lnTo>
                    <a:pt x="1174140" y="4281106"/>
                  </a:lnTo>
                  <a:lnTo>
                    <a:pt x="1156487" y="4283024"/>
                  </a:lnTo>
                  <a:lnTo>
                    <a:pt x="1145209" y="4292320"/>
                  </a:lnTo>
                  <a:lnTo>
                    <a:pt x="1137323" y="4307078"/>
                  </a:lnTo>
                  <a:lnTo>
                    <a:pt x="1201089" y="4288447"/>
                  </a:lnTo>
                  <a:close/>
                </a:path>
                <a:path w="1870075" h="5276850">
                  <a:moveTo>
                    <a:pt x="1243863" y="1108049"/>
                  </a:moveTo>
                  <a:lnTo>
                    <a:pt x="1221435" y="1114666"/>
                  </a:lnTo>
                  <a:lnTo>
                    <a:pt x="1218780" y="1116571"/>
                  </a:lnTo>
                  <a:lnTo>
                    <a:pt x="1216418" y="1118882"/>
                  </a:lnTo>
                  <a:lnTo>
                    <a:pt x="1221613" y="1119708"/>
                  </a:lnTo>
                  <a:lnTo>
                    <a:pt x="1228229" y="1122895"/>
                  </a:lnTo>
                  <a:lnTo>
                    <a:pt x="1231798" y="1120851"/>
                  </a:lnTo>
                  <a:lnTo>
                    <a:pt x="1237145" y="1116558"/>
                  </a:lnTo>
                  <a:lnTo>
                    <a:pt x="1241653" y="1111516"/>
                  </a:lnTo>
                  <a:lnTo>
                    <a:pt x="1243863" y="1108049"/>
                  </a:lnTo>
                  <a:close/>
                </a:path>
                <a:path w="1870075" h="5276850">
                  <a:moveTo>
                    <a:pt x="1252372" y="4043667"/>
                  </a:moveTo>
                  <a:lnTo>
                    <a:pt x="1248130" y="4037761"/>
                  </a:lnTo>
                  <a:lnTo>
                    <a:pt x="1246289" y="4044658"/>
                  </a:lnTo>
                  <a:lnTo>
                    <a:pt x="1252372" y="4043667"/>
                  </a:lnTo>
                  <a:close/>
                </a:path>
                <a:path w="1870075" h="5276850">
                  <a:moveTo>
                    <a:pt x="1281493" y="3965892"/>
                  </a:moveTo>
                  <a:lnTo>
                    <a:pt x="1278496" y="3962958"/>
                  </a:lnTo>
                  <a:lnTo>
                    <a:pt x="1276997" y="3960317"/>
                  </a:lnTo>
                  <a:lnTo>
                    <a:pt x="1274660" y="3962679"/>
                  </a:lnTo>
                  <a:lnTo>
                    <a:pt x="1270723" y="3964762"/>
                  </a:lnTo>
                  <a:lnTo>
                    <a:pt x="1269860" y="3969296"/>
                  </a:lnTo>
                  <a:lnTo>
                    <a:pt x="1273073" y="3972268"/>
                  </a:lnTo>
                  <a:lnTo>
                    <a:pt x="1274686" y="3974922"/>
                  </a:lnTo>
                  <a:lnTo>
                    <a:pt x="1277150" y="3972636"/>
                  </a:lnTo>
                  <a:lnTo>
                    <a:pt x="1280629" y="3970426"/>
                  </a:lnTo>
                  <a:lnTo>
                    <a:pt x="1281493" y="3965892"/>
                  </a:lnTo>
                  <a:close/>
                </a:path>
                <a:path w="1870075" h="5276850">
                  <a:moveTo>
                    <a:pt x="1309789" y="4011142"/>
                  </a:moveTo>
                  <a:lnTo>
                    <a:pt x="1308646" y="4004018"/>
                  </a:lnTo>
                  <a:lnTo>
                    <a:pt x="1307604" y="3998849"/>
                  </a:lnTo>
                  <a:lnTo>
                    <a:pt x="1307401" y="3998696"/>
                  </a:lnTo>
                  <a:lnTo>
                    <a:pt x="1305687" y="3997109"/>
                  </a:lnTo>
                  <a:lnTo>
                    <a:pt x="1309789" y="4011142"/>
                  </a:lnTo>
                  <a:close/>
                </a:path>
                <a:path w="1870075" h="5276850">
                  <a:moveTo>
                    <a:pt x="1369275" y="1326565"/>
                  </a:moveTo>
                  <a:lnTo>
                    <a:pt x="1319199" y="1302029"/>
                  </a:lnTo>
                  <a:lnTo>
                    <a:pt x="1322044" y="1321422"/>
                  </a:lnTo>
                  <a:lnTo>
                    <a:pt x="1324203" y="1340218"/>
                  </a:lnTo>
                  <a:lnTo>
                    <a:pt x="1331264" y="1352956"/>
                  </a:lnTo>
                  <a:lnTo>
                    <a:pt x="1331772" y="1354709"/>
                  </a:lnTo>
                  <a:lnTo>
                    <a:pt x="1353083" y="1361960"/>
                  </a:lnTo>
                  <a:lnTo>
                    <a:pt x="1369275" y="1326565"/>
                  </a:lnTo>
                  <a:close/>
                </a:path>
                <a:path w="1870075" h="5276850">
                  <a:moveTo>
                    <a:pt x="1371485" y="1327645"/>
                  </a:moveTo>
                  <a:lnTo>
                    <a:pt x="1369606" y="1325841"/>
                  </a:lnTo>
                  <a:lnTo>
                    <a:pt x="1369275" y="1326565"/>
                  </a:lnTo>
                  <a:lnTo>
                    <a:pt x="1371485" y="1327645"/>
                  </a:lnTo>
                  <a:close/>
                </a:path>
                <a:path w="1870075" h="5276850">
                  <a:moveTo>
                    <a:pt x="1561477" y="3676675"/>
                  </a:moveTo>
                  <a:lnTo>
                    <a:pt x="1543926" y="3672624"/>
                  </a:lnTo>
                  <a:lnTo>
                    <a:pt x="1529651" y="3691979"/>
                  </a:lnTo>
                  <a:lnTo>
                    <a:pt x="1535366" y="3693858"/>
                  </a:lnTo>
                  <a:lnTo>
                    <a:pt x="1543608" y="3699052"/>
                  </a:lnTo>
                  <a:lnTo>
                    <a:pt x="1546250" y="3697033"/>
                  </a:lnTo>
                  <a:lnTo>
                    <a:pt x="1550619" y="3692360"/>
                  </a:lnTo>
                  <a:lnTo>
                    <a:pt x="1554607" y="3687407"/>
                  </a:lnTo>
                  <a:lnTo>
                    <a:pt x="1558226" y="3682187"/>
                  </a:lnTo>
                  <a:lnTo>
                    <a:pt x="1561477" y="3676675"/>
                  </a:lnTo>
                  <a:close/>
                </a:path>
                <a:path w="1870075" h="5276850">
                  <a:moveTo>
                    <a:pt x="1605699" y="3297936"/>
                  </a:moveTo>
                  <a:lnTo>
                    <a:pt x="1597825" y="3298825"/>
                  </a:lnTo>
                  <a:lnTo>
                    <a:pt x="1603044" y="3306686"/>
                  </a:lnTo>
                  <a:lnTo>
                    <a:pt x="1605699" y="3297936"/>
                  </a:lnTo>
                  <a:close/>
                </a:path>
                <a:path w="1870075" h="5276850">
                  <a:moveTo>
                    <a:pt x="1683219" y="1966671"/>
                  </a:moveTo>
                  <a:lnTo>
                    <a:pt x="1676590" y="1960422"/>
                  </a:lnTo>
                  <a:lnTo>
                    <a:pt x="1674202" y="1961857"/>
                  </a:lnTo>
                  <a:lnTo>
                    <a:pt x="1670697" y="1962200"/>
                  </a:lnTo>
                  <a:lnTo>
                    <a:pt x="1668602" y="1967509"/>
                  </a:lnTo>
                  <a:lnTo>
                    <a:pt x="1670100" y="1971027"/>
                  </a:lnTo>
                  <a:lnTo>
                    <a:pt x="1670545" y="1974189"/>
                  </a:lnTo>
                  <a:lnTo>
                    <a:pt x="1683219" y="1966671"/>
                  </a:lnTo>
                  <a:close/>
                </a:path>
                <a:path w="1870075" h="5276850">
                  <a:moveTo>
                    <a:pt x="1686725" y="3170009"/>
                  </a:moveTo>
                  <a:lnTo>
                    <a:pt x="1685417" y="3165487"/>
                  </a:lnTo>
                  <a:lnTo>
                    <a:pt x="1682788" y="3160420"/>
                  </a:lnTo>
                  <a:lnTo>
                    <a:pt x="1678279" y="3155861"/>
                  </a:lnTo>
                  <a:lnTo>
                    <a:pt x="1672983" y="3151555"/>
                  </a:lnTo>
                  <a:lnTo>
                    <a:pt x="1667929" y="3147225"/>
                  </a:lnTo>
                  <a:lnTo>
                    <a:pt x="1662252" y="3151733"/>
                  </a:lnTo>
                  <a:lnTo>
                    <a:pt x="1656956" y="3156648"/>
                  </a:lnTo>
                  <a:lnTo>
                    <a:pt x="1652054" y="3161982"/>
                  </a:lnTo>
                  <a:lnTo>
                    <a:pt x="1656435" y="3167621"/>
                  </a:lnTo>
                  <a:lnTo>
                    <a:pt x="1661020" y="3173107"/>
                  </a:lnTo>
                  <a:lnTo>
                    <a:pt x="1665782" y="3178429"/>
                  </a:lnTo>
                  <a:lnTo>
                    <a:pt x="1670723" y="3183598"/>
                  </a:lnTo>
                  <a:lnTo>
                    <a:pt x="1676031" y="3177463"/>
                  </a:lnTo>
                  <a:lnTo>
                    <a:pt x="1686725" y="3170009"/>
                  </a:lnTo>
                  <a:close/>
                </a:path>
                <a:path w="1870075" h="5276850">
                  <a:moveTo>
                    <a:pt x="1747469" y="2773032"/>
                  </a:moveTo>
                  <a:lnTo>
                    <a:pt x="1743824" y="2774099"/>
                  </a:lnTo>
                  <a:lnTo>
                    <a:pt x="1746465" y="2775826"/>
                  </a:lnTo>
                  <a:lnTo>
                    <a:pt x="1747469" y="2773032"/>
                  </a:lnTo>
                  <a:close/>
                </a:path>
                <a:path w="1870075" h="5276850">
                  <a:moveTo>
                    <a:pt x="1782089" y="2752953"/>
                  </a:moveTo>
                  <a:lnTo>
                    <a:pt x="1775612" y="2751632"/>
                  </a:lnTo>
                  <a:lnTo>
                    <a:pt x="1768817" y="2750096"/>
                  </a:lnTo>
                  <a:lnTo>
                    <a:pt x="1762658" y="2749435"/>
                  </a:lnTo>
                  <a:lnTo>
                    <a:pt x="1758137" y="2750769"/>
                  </a:lnTo>
                  <a:lnTo>
                    <a:pt x="1754085" y="2755633"/>
                  </a:lnTo>
                  <a:lnTo>
                    <a:pt x="1751241" y="2761983"/>
                  </a:lnTo>
                  <a:lnTo>
                    <a:pt x="1748917" y="2768993"/>
                  </a:lnTo>
                  <a:lnTo>
                    <a:pt x="1747469" y="2773032"/>
                  </a:lnTo>
                  <a:lnTo>
                    <a:pt x="1758213" y="2769755"/>
                  </a:lnTo>
                  <a:lnTo>
                    <a:pt x="1767751" y="2766860"/>
                  </a:lnTo>
                  <a:lnTo>
                    <a:pt x="1773224" y="2765196"/>
                  </a:lnTo>
                  <a:lnTo>
                    <a:pt x="1776082" y="2763837"/>
                  </a:lnTo>
                  <a:lnTo>
                    <a:pt x="1778609" y="2757462"/>
                  </a:lnTo>
                  <a:lnTo>
                    <a:pt x="1782089" y="2752953"/>
                  </a:lnTo>
                  <a:close/>
                </a:path>
                <a:path w="1870075" h="5276850">
                  <a:moveTo>
                    <a:pt x="1869668" y="2718460"/>
                  </a:moveTo>
                  <a:lnTo>
                    <a:pt x="1867458" y="2700705"/>
                  </a:lnTo>
                  <a:lnTo>
                    <a:pt x="1860334" y="2715133"/>
                  </a:lnTo>
                  <a:lnTo>
                    <a:pt x="1869668" y="271846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4280040"/>
              <a:ext cx="97388" cy="751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4028706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3369" y="0"/>
                  </a:moveTo>
                  <a:lnTo>
                    <a:pt x="1874" y="6486"/>
                  </a:lnTo>
                  <a:lnTo>
                    <a:pt x="0" y="4169"/>
                  </a:lnTo>
                  <a:lnTo>
                    <a:pt x="0" y="797"/>
                  </a:lnTo>
                  <a:lnTo>
                    <a:pt x="3369" y="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5988" y="5883944"/>
              <a:ext cx="67165" cy="731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45235" y="4673993"/>
              <a:ext cx="588645" cy="1886585"/>
            </a:xfrm>
            <a:custGeom>
              <a:avLst/>
              <a:gdLst/>
              <a:ahLst/>
              <a:cxnLst/>
              <a:rect l="l" t="t" r="r" b="b"/>
              <a:pathLst>
                <a:path w="588644" h="1886584">
                  <a:moveTo>
                    <a:pt x="9093" y="1733867"/>
                  </a:moveTo>
                  <a:lnTo>
                    <a:pt x="8851" y="1733042"/>
                  </a:lnTo>
                  <a:lnTo>
                    <a:pt x="8039" y="1730603"/>
                  </a:lnTo>
                  <a:lnTo>
                    <a:pt x="6845" y="1728393"/>
                  </a:lnTo>
                  <a:lnTo>
                    <a:pt x="5232" y="1726387"/>
                  </a:lnTo>
                  <a:lnTo>
                    <a:pt x="3454" y="1727784"/>
                  </a:lnTo>
                  <a:lnTo>
                    <a:pt x="0" y="1728800"/>
                  </a:lnTo>
                  <a:lnTo>
                    <a:pt x="165" y="1729905"/>
                  </a:lnTo>
                  <a:lnTo>
                    <a:pt x="927" y="1732330"/>
                  </a:lnTo>
                  <a:lnTo>
                    <a:pt x="2095" y="1734540"/>
                  </a:lnTo>
                  <a:lnTo>
                    <a:pt x="3670" y="1736547"/>
                  </a:lnTo>
                  <a:lnTo>
                    <a:pt x="5511" y="1735378"/>
                  </a:lnTo>
                  <a:lnTo>
                    <a:pt x="9093" y="1733867"/>
                  </a:lnTo>
                  <a:close/>
                </a:path>
                <a:path w="588644" h="1886584">
                  <a:moveTo>
                    <a:pt x="69964" y="1876361"/>
                  </a:moveTo>
                  <a:lnTo>
                    <a:pt x="65646" y="1871776"/>
                  </a:lnTo>
                  <a:lnTo>
                    <a:pt x="59931" y="1862543"/>
                  </a:lnTo>
                  <a:lnTo>
                    <a:pt x="57327" y="1863471"/>
                  </a:lnTo>
                  <a:lnTo>
                    <a:pt x="50126" y="1866836"/>
                  </a:lnTo>
                  <a:lnTo>
                    <a:pt x="43649" y="1871268"/>
                  </a:lnTo>
                  <a:lnTo>
                    <a:pt x="37896" y="1876755"/>
                  </a:lnTo>
                  <a:lnTo>
                    <a:pt x="43472" y="1880133"/>
                  </a:lnTo>
                  <a:lnTo>
                    <a:pt x="49606" y="1885797"/>
                  </a:lnTo>
                  <a:lnTo>
                    <a:pt x="59766" y="1886280"/>
                  </a:lnTo>
                  <a:lnTo>
                    <a:pt x="64884" y="1879879"/>
                  </a:lnTo>
                  <a:lnTo>
                    <a:pt x="69964" y="1876361"/>
                  </a:lnTo>
                  <a:close/>
                </a:path>
                <a:path w="588644" h="1886584">
                  <a:moveTo>
                    <a:pt x="82651" y="1753057"/>
                  </a:moveTo>
                  <a:lnTo>
                    <a:pt x="73888" y="1715350"/>
                  </a:lnTo>
                  <a:lnTo>
                    <a:pt x="65633" y="1714944"/>
                  </a:lnTo>
                  <a:lnTo>
                    <a:pt x="60731" y="1713357"/>
                  </a:lnTo>
                  <a:lnTo>
                    <a:pt x="59677" y="1716532"/>
                  </a:lnTo>
                  <a:lnTo>
                    <a:pt x="57124" y="1720088"/>
                  </a:lnTo>
                  <a:lnTo>
                    <a:pt x="60401" y="1731327"/>
                  </a:lnTo>
                  <a:lnTo>
                    <a:pt x="63119" y="1739811"/>
                  </a:lnTo>
                  <a:lnTo>
                    <a:pt x="68757" y="1756702"/>
                  </a:lnTo>
                  <a:lnTo>
                    <a:pt x="82651" y="1753057"/>
                  </a:lnTo>
                  <a:close/>
                </a:path>
                <a:path w="588644" h="1886584">
                  <a:moveTo>
                    <a:pt x="263385" y="1513649"/>
                  </a:moveTo>
                  <a:lnTo>
                    <a:pt x="253796" y="1503146"/>
                  </a:lnTo>
                  <a:lnTo>
                    <a:pt x="252310" y="1505356"/>
                  </a:lnTo>
                  <a:lnTo>
                    <a:pt x="249135" y="1507896"/>
                  </a:lnTo>
                  <a:lnTo>
                    <a:pt x="249631" y="1509585"/>
                  </a:lnTo>
                  <a:lnTo>
                    <a:pt x="250304" y="1512252"/>
                  </a:lnTo>
                  <a:lnTo>
                    <a:pt x="253365" y="1513967"/>
                  </a:lnTo>
                  <a:lnTo>
                    <a:pt x="255219" y="1516037"/>
                  </a:lnTo>
                  <a:lnTo>
                    <a:pt x="263385" y="1513649"/>
                  </a:lnTo>
                  <a:close/>
                </a:path>
                <a:path w="588644" h="1886584">
                  <a:moveTo>
                    <a:pt x="362292" y="1282801"/>
                  </a:moveTo>
                  <a:lnTo>
                    <a:pt x="356514" y="1276769"/>
                  </a:lnTo>
                  <a:lnTo>
                    <a:pt x="355117" y="1279321"/>
                  </a:lnTo>
                  <a:lnTo>
                    <a:pt x="352399" y="1281785"/>
                  </a:lnTo>
                  <a:lnTo>
                    <a:pt x="353148" y="1286878"/>
                  </a:lnTo>
                  <a:lnTo>
                    <a:pt x="356489" y="1288465"/>
                  </a:lnTo>
                  <a:lnTo>
                    <a:pt x="358495" y="1290535"/>
                  </a:lnTo>
                  <a:lnTo>
                    <a:pt x="362292" y="1282801"/>
                  </a:lnTo>
                  <a:close/>
                </a:path>
                <a:path w="588644" h="1886584">
                  <a:moveTo>
                    <a:pt x="388404" y="1097584"/>
                  </a:moveTo>
                  <a:lnTo>
                    <a:pt x="385775" y="1082700"/>
                  </a:lnTo>
                  <a:lnTo>
                    <a:pt x="376948" y="1082827"/>
                  </a:lnTo>
                  <a:lnTo>
                    <a:pt x="377444" y="1087615"/>
                  </a:lnTo>
                  <a:lnTo>
                    <a:pt x="378447" y="1092301"/>
                  </a:lnTo>
                  <a:lnTo>
                    <a:pt x="379945" y="1096873"/>
                  </a:lnTo>
                  <a:lnTo>
                    <a:pt x="380415" y="1098092"/>
                  </a:lnTo>
                  <a:lnTo>
                    <a:pt x="385432" y="1097407"/>
                  </a:lnTo>
                  <a:lnTo>
                    <a:pt x="388404" y="1097584"/>
                  </a:lnTo>
                  <a:close/>
                </a:path>
                <a:path w="588644" h="1886584">
                  <a:moveTo>
                    <a:pt x="397383" y="65379"/>
                  </a:moveTo>
                  <a:lnTo>
                    <a:pt x="389001" y="64185"/>
                  </a:lnTo>
                  <a:lnTo>
                    <a:pt x="390994" y="71208"/>
                  </a:lnTo>
                  <a:lnTo>
                    <a:pt x="397383" y="65379"/>
                  </a:lnTo>
                  <a:close/>
                </a:path>
                <a:path w="588644" h="1886584">
                  <a:moveTo>
                    <a:pt x="414185" y="15773"/>
                  </a:moveTo>
                  <a:lnTo>
                    <a:pt x="411226" y="990"/>
                  </a:lnTo>
                  <a:lnTo>
                    <a:pt x="402691" y="0"/>
                  </a:lnTo>
                  <a:lnTo>
                    <a:pt x="403428" y="5105"/>
                  </a:lnTo>
                  <a:lnTo>
                    <a:pt x="404583" y="10121"/>
                  </a:lnTo>
                  <a:lnTo>
                    <a:pt x="406146" y="15049"/>
                  </a:lnTo>
                  <a:lnTo>
                    <a:pt x="406577" y="16167"/>
                  </a:lnTo>
                  <a:lnTo>
                    <a:pt x="411416" y="15595"/>
                  </a:lnTo>
                  <a:lnTo>
                    <a:pt x="414185" y="15773"/>
                  </a:lnTo>
                  <a:close/>
                </a:path>
                <a:path w="588644" h="1886584">
                  <a:moveTo>
                    <a:pt x="417436" y="1175207"/>
                  </a:moveTo>
                  <a:lnTo>
                    <a:pt x="410718" y="1176502"/>
                  </a:lnTo>
                  <a:lnTo>
                    <a:pt x="415620" y="1182890"/>
                  </a:lnTo>
                  <a:lnTo>
                    <a:pt x="417436" y="1175207"/>
                  </a:lnTo>
                  <a:close/>
                </a:path>
                <a:path w="588644" h="1886584">
                  <a:moveTo>
                    <a:pt x="446620" y="932446"/>
                  </a:moveTo>
                  <a:lnTo>
                    <a:pt x="439966" y="930376"/>
                  </a:lnTo>
                  <a:lnTo>
                    <a:pt x="440651" y="936332"/>
                  </a:lnTo>
                  <a:lnTo>
                    <a:pt x="446620" y="932446"/>
                  </a:lnTo>
                  <a:close/>
                </a:path>
                <a:path w="588644" h="1886584">
                  <a:moveTo>
                    <a:pt x="465429" y="458698"/>
                  </a:moveTo>
                  <a:lnTo>
                    <a:pt x="459790" y="457936"/>
                  </a:lnTo>
                  <a:lnTo>
                    <a:pt x="448525" y="456539"/>
                  </a:lnTo>
                  <a:lnTo>
                    <a:pt x="449643" y="461797"/>
                  </a:lnTo>
                  <a:lnTo>
                    <a:pt x="451319" y="466864"/>
                  </a:lnTo>
                  <a:lnTo>
                    <a:pt x="453542" y="471766"/>
                  </a:lnTo>
                  <a:lnTo>
                    <a:pt x="454494" y="473417"/>
                  </a:lnTo>
                  <a:lnTo>
                    <a:pt x="461975" y="473633"/>
                  </a:lnTo>
                  <a:lnTo>
                    <a:pt x="462267" y="472859"/>
                  </a:lnTo>
                  <a:lnTo>
                    <a:pt x="463791" y="468249"/>
                  </a:lnTo>
                  <a:lnTo>
                    <a:pt x="464845" y="463524"/>
                  </a:lnTo>
                  <a:lnTo>
                    <a:pt x="465429" y="458698"/>
                  </a:lnTo>
                  <a:close/>
                </a:path>
                <a:path w="588644" h="1886584">
                  <a:moveTo>
                    <a:pt x="485889" y="872794"/>
                  </a:moveTo>
                  <a:lnTo>
                    <a:pt x="480631" y="864628"/>
                  </a:lnTo>
                  <a:lnTo>
                    <a:pt x="480326" y="876236"/>
                  </a:lnTo>
                  <a:lnTo>
                    <a:pt x="485889" y="872794"/>
                  </a:lnTo>
                  <a:close/>
                </a:path>
                <a:path w="588644" h="1886584">
                  <a:moveTo>
                    <a:pt x="513943" y="79629"/>
                  </a:moveTo>
                  <a:lnTo>
                    <a:pt x="513207" y="78841"/>
                  </a:lnTo>
                  <a:lnTo>
                    <a:pt x="513359" y="79362"/>
                  </a:lnTo>
                  <a:lnTo>
                    <a:pt x="513943" y="79629"/>
                  </a:lnTo>
                  <a:close/>
                </a:path>
                <a:path w="588644" h="1886584">
                  <a:moveTo>
                    <a:pt x="516242" y="82143"/>
                  </a:moveTo>
                  <a:lnTo>
                    <a:pt x="515759" y="80505"/>
                  </a:lnTo>
                  <a:lnTo>
                    <a:pt x="513943" y="79629"/>
                  </a:lnTo>
                  <a:lnTo>
                    <a:pt x="516242" y="82143"/>
                  </a:lnTo>
                  <a:close/>
                </a:path>
                <a:path w="588644" h="1886584">
                  <a:moveTo>
                    <a:pt x="521995" y="359702"/>
                  </a:moveTo>
                  <a:lnTo>
                    <a:pt x="508127" y="350405"/>
                  </a:lnTo>
                  <a:lnTo>
                    <a:pt x="506768" y="355600"/>
                  </a:lnTo>
                  <a:lnTo>
                    <a:pt x="505968" y="360883"/>
                  </a:lnTo>
                  <a:lnTo>
                    <a:pt x="505701" y="366242"/>
                  </a:lnTo>
                  <a:lnTo>
                    <a:pt x="505701" y="368376"/>
                  </a:lnTo>
                  <a:lnTo>
                    <a:pt x="509866" y="370293"/>
                  </a:lnTo>
                  <a:lnTo>
                    <a:pt x="512089" y="372364"/>
                  </a:lnTo>
                  <a:lnTo>
                    <a:pt x="521995" y="359702"/>
                  </a:lnTo>
                  <a:close/>
                </a:path>
                <a:path w="588644" h="1886584">
                  <a:moveTo>
                    <a:pt x="534085" y="106451"/>
                  </a:moveTo>
                  <a:lnTo>
                    <a:pt x="516242" y="82143"/>
                  </a:lnTo>
                  <a:lnTo>
                    <a:pt x="515937" y="88176"/>
                  </a:lnTo>
                  <a:lnTo>
                    <a:pt x="515861" y="95580"/>
                  </a:lnTo>
                  <a:lnTo>
                    <a:pt x="516064" y="102971"/>
                  </a:lnTo>
                  <a:lnTo>
                    <a:pt x="516712" y="112687"/>
                  </a:lnTo>
                  <a:lnTo>
                    <a:pt x="517029" y="113779"/>
                  </a:lnTo>
                  <a:lnTo>
                    <a:pt x="524052" y="115938"/>
                  </a:lnTo>
                  <a:lnTo>
                    <a:pt x="526516" y="117335"/>
                  </a:lnTo>
                  <a:lnTo>
                    <a:pt x="528751" y="118770"/>
                  </a:lnTo>
                  <a:lnTo>
                    <a:pt x="530085" y="113665"/>
                  </a:lnTo>
                  <a:lnTo>
                    <a:pt x="534085" y="106451"/>
                  </a:lnTo>
                  <a:close/>
                </a:path>
                <a:path w="588644" h="1886584">
                  <a:moveTo>
                    <a:pt x="569544" y="571550"/>
                  </a:moveTo>
                  <a:lnTo>
                    <a:pt x="562317" y="567880"/>
                  </a:lnTo>
                  <a:lnTo>
                    <a:pt x="561403" y="568718"/>
                  </a:lnTo>
                  <a:lnTo>
                    <a:pt x="557352" y="572782"/>
                  </a:lnTo>
                  <a:lnTo>
                    <a:pt x="553707" y="577189"/>
                  </a:lnTo>
                  <a:lnTo>
                    <a:pt x="550456" y="581926"/>
                  </a:lnTo>
                  <a:lnTo>
                    <a:pt x="565238" y="589508"/>
                  </a:lnTo>
                  <a:lnTo>
                    <a:pt x="567093" y="583946"/>
                  </a:lnTo>
                  <a:lnTo>
                    <a:pt x="568477" y="578269"/>
                  </a:lnTo>
                  <a:lnTo>
                    <a:pt x="569544" y="571550"/>
                  </a:lnTo>
                  <a:close/>
                </a:path>
                <a:path w="588644" h="1886584">
                  <a:moveTo>
                    <a:pt x="588302" y="849337"/>
                  </a:moveTo>
                  <a:lnTo>
                    <a:pt x="581177" y="848702"/>
                  </a:lnTo>
                  <a:lnTo>
                    <a:pt x="580224" y="856132"/>
                  </a:lnTo>
                  <a:lnTo>
                    <a:pt x="588302" y="849337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1413" y="4581728"/>
              <a:ext cx="152160" cy="936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834" y="3614368"/>
              <a:ext cx="1030605" cy="3171825"/>
            </a:xfrm>
            <a:custGeom>
              <a:avLst/>
              <a:gdLst/>
              <a:ahLst/>
              <a:cxnLst/>
              <a:rect l="l" t="t" r="r" b="b"/>
              <a:pathLst>
                <a:path w="1030605" h="3171825">
                  <a:moveTo>
                    <a:pt x="4724" y="4902"/>
                  </a:moveTo>
                  <a:lnTo>
                    <a:pt x="1524" y="0"/>
                  </a:lnTo>
                  <a:lnTo>
                    <a:pt x="0" y="2476"/>
                  </a:lnTo>
                  <a:lnTo>
                    <a:pt x="4724" y="4902"/>
                  </a:lnTo>
                  <a:close/>
                </a:path>
                <a:path w="1030605" h="3171825">
                  <a:moveTo>
                    <a:pt x="16751" y="12496"/>
                  </a:moveTo>
                  <a:lnTo>
                    <a:pt x="15811" y="11785"/>
                  </a:lnTo>
                  <a:lnTo>
                    <a:pt x="10718" y="8369"/>
                  </a:lnTo>
                  <a:lnTo>
                    <a:pt x="5397" y="5245"/>
                  </a:lnTo>
                  <a:lnTo>
                    <a:pt x="4724" y="4902"/>
                  </a:lnTo>
                  <a:lnTo>
                    <a:pt x="5765" y="6477"/>
                  </a:lnTo>
                  <a:lnTo>
                    <a:pt x="10287" y="12877"/>
                  </a:lnTo>
                  <a:lnTo>
                    <a:pt x="14706" y="19253"/>
                  </a:lnTo>
                  <a:lnTo>
                    <a:pt x="15151" y="16675"/>
                  </a:lnTo>
                  <a:lnTo>
                    <a:pt x="16751" y="12496"/>
                  </a:lnTo>
                  <a:close/>
                </a:path>
                <a:path w="1030605" h="3171825">
                  <a:moveTo>
                    <a:pt x="311746" y="303898"/>
                  </a:moveTo>
                  <a:lnTo>
                    <a:pt x="311683" y="301155"/>
                  </a:lnTo>
                  <a:lnTo>
                    <a:pt x="311429" y="302793"/>
                  </a:lnTo>
                  <a:lnTo>
                    <a:pt x="311746" y="303898"/>
                  </a:lnTo>
                  <a:close/>
                </a:path>
                <a:path w="1030605" h="3171825">
                  <a:moveTo>
                    <a:pt x="465823" y="295871"/>
                  </a:moveTo>
                  <a:lnTo>
                    <a:pt x="463219" y="289699"/>
                  </a:lnTo>
                  <a:lnTo>
                    <a:pt x="463181" y="287718"/>
                  </a:lnTo>
                  <a:lnTo>
                    <a:pt x="462343" y="284835"/>
                  </a:lnTo>
                  <a:lnTo>
                    <a:pt x="461365" y="282676"/>
                  </a:lnTo>
                  <a:lnTo>
                    <a:pt x="460438" y="281165"/>
                  </a:lnTo>
                  <a:lnTo>
                    <a:pt x="459968" y="280466"/>
                  </a:lnTo>
                  <a:lnTo>
                    <a:pt x="458647" y="278815"/>
                  </a:lnTo>
                  <a:lnTo>
                    <a:pt x="463003" y="289166"/>
                  </a:lnTo>
                  <a:lnTo>
                    <a:pt x="463232" y="289953"/>
                  </a:lnTo>
                  <a:lnTo>
                    <a:pt x="463257" y="290830"/>
                  </a:lnTo>
                  <a:lnTo>
                    <a:pt x="463931" y="294017"/>
                  </a:lnTo>
                  <a:lnTo>
                    <a:pt x="464591" y="294601"/>
                  </a:lnTo>
                  <a:lnTo>
                    <a:pt x="465226" y="295224"/>
                  </a:lnTo>
                  <a:lnTo>
                    <a:pt x="465823" y="295871"/>
                  </a:lnTo>
                  <a:close/>
                </a:path>
                <a:path w="1030605" h="3171825">
                  <a:moveTo>
                    <a:pt x="679678" y="551091"/>
                  </a:moveTo>
                  <a:lnTo>
                    <a:pt x="674382" y="552577"/>
                  </a:lnTo>
                  <a:lnTo>
                    <a:pt x="678726" y="557987"/>
                  </a:lnTo>
                  <a:lnTo>
                    <a:pt x="679678" y="551091"/>
                  </a:lnTo>
                  <a:close/>
                </a:path>
                <a:path w="1030605" h="3171825">
                  <a:moveTo>
                    <a:pt x="737438" y="1109675"/>
                  </a:moveTo>
                  <a:lnTo>
                    <a:pt x="732574" y="1092987"/>
                  </a:lnTo>
                  <a:lnTo>
                    <a:pt x="725487" y="1094270"/>
                  </a:lnTo>
                  <a:lnTo>
                    <a:pt x="720852" y="1093952"/>
                  </a:lnTo>
                  <a:lnTo>
                    <a:pt x="723138" y="1101788"/>
                  </a:lnTo>
                  <a:lnTo>
                    <a:pt x="724065" y="1102461"/>
                  </a:lnTo>
                  <a:lnTo>
                    <a:pt x="728713" y="1105319"/>
                  </a:lnTo>
                  <a:lnTo>
                    <a:pt x="734695" y="1108481"/>
                  </a:lnTo>
                  <a:lnTo>
                    <a:pt x="737438" y="1109675"/>
                  </a:lnTo>
                  <a:close/>
                </a:path>
                <a:path w="1030605" h="3171825">
                  <a:moveTo>
                    <a:pt x="740308" y="1110907"/>
                  </a:moveTo>
                  <a:lnTo>
                    <a:pt x="737438" y="1109675"/>
                  </a:lnTo>
                  <a:lnTo>
                    <a:pt x="738568" y="1113523"/>
                  </a:lnTo>
                  <a:lnTo>
                    <a:pt x="740308" y="1110907"/>
                  </a:lnTo>
                  <a:close/>
                </a:path>
                <a:path w="1030605" h="3171825">
                  <a:moveTo>
                    <a:pt x="930008" y="3171812"/>
                  </a:moveTo>
                  <a:lnTo>
                    <a:pt x="925576" y="3158934"/>
                  </a:lnTo>
                  <a:lnTo>
                    <a:pt x="924217" y="3164852"/>
                  </a:lnTo>
                  <a:lnTo>
                    <a:pt x="925080" y="3167811"/>
                  </a:lnTo>
                  <a:lnTo>
                    <a:pt x="930008" y="3171812"/>
                  </a:lnTo>
                  <a:close/>
                </a:path>
                <a:path w="1030605" h="3171825">
                  <a:moveTo>
                    <a:pt x="942746" y="3161309"/>
                  </a:moveTo>
                  <a:lnTo>
                    <a:pt x="929995" y="3147669"/>
                  </a:lnTo>
                  <a:lnTo>
                    <a:pt x="927506" y="3153206"/>
                  </a:lnTo>
                  <a:lnTo>
                    <a:pt x="925931" y="3157867"/>
                  </a:lnTo>
                  <a:lnTo>
                    <a:pt x="930541" y="3171660"/>
                  </a:lnTo>
                  <a:lnTo>
                    <a:pt x="934847" y="3168497"/>
                  </a:lnTo>
                  <a:lnTo>
                    <a:pt x="938911" y="3165043"/>
                  </a:lnTo>
                  <a:lnTo>
                    <a:pt x="942746" y="3161309"/>
                  </a:lnTo>
                  <a:close/>
                </a:path>
                <a:path w="1030605" h="3171825">
                  <a:moveTo>
                    <a:pt x="1004976" y="1297038"/>
                  </a:moveTo>
                  <a:lnTo>
                    <a:pt x="1003363" y="1291513"/>
                  </a:lnTo>
                  <a:lnTo>
                    <a:pt x="1002804" y="1297305"/>
                  </a:lnTo>
                  <a:lnTo>
                    <a:pt x="1004976" y="1297038"/>
                  </a:lnTo>
                  <a:close/>
                </a:path>
                <a:path w="1030605" h="3171825">
                  <a:moveTo>
                    <a:pt x="1028192" y="1281023"/>
                  </a:moveTo>
                  <a:lnTo>
                    <a:pt x="1027836" y="1273759"/>
                  </a:lnTo>
                  <a:lnTo>
                    <a:pt x="1027696" y="1268907"/>
                  </a:lnTo>
                  <a:lnTo>
                    <a:pt x="1026553" y="1269365"/>
                  </a:lnTo>
                  <a:lnTo>
                    <a:pt x="1001674" y="1283093"/>
                  </a:lnTo>
                  <a:lnTo>
                    <a:pt x="1005725" y="1296949"/>
                  </a:lnTo>
                  <a:lnTo>
                    <a:pt x="1010958" y="1296289"/>
                  </a:lnTo>
                  <a:lnTo>
                    <a:pt x="1023607" y="1297965"/>
                  </a:lnTo>
                  <a:lnTo>
                    <a:pt x="1025880" y="1293799"/>
                  </a:lnTo>
                  <a:lnTo>
                    <a:pt x="1027836" y="1287894"/>
                  </a:lnTo>
                  <a:lnTo>
                    <a:pt x="1028192" y="1281023"/>
                  </a:lnTo>
                  <a:close/>
                </a:path>
                <a:path w="1030605" h="3171825">
                  <a:moveTo>
                    <a:pt x="1030071" y="1267968"/>
                  </a:moveTo>
                  <a:lnTo>
                    <a:pt x="1027633" y="1266583"/>
                  </a:lnTo>
                  <a:lnTo>
                    <a:pt x="1028242" y="1268691"/>
                  </a:lnTo>
                  <a:lnTo>
                    <a:pt x="1030071" y="1267968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3183381"/>
              <a:ext cx="4362450" cy="3990975"/>
            </a:xfrm>
            <a:custGeom>
              <a:avLst/>
              <a:gdLst/>
              <a:ahLst/>
              <a:cxnLst/>
              <a:rect l="l" t="t" r="r" b="b"/>
              <a:pathLst>
                <a:path w="4362450" h="3990975">
                  <a:moveTo>
                    <a:pt x="22275" y="7835"/>
                  </a:moveTo>
                  <a:lnTo>
                    <a:pt x="4330" y="1587"/>
                  </a:lnTo>
                  <a:lnTo>
                    <a:pt x="0" y="0"/>
                  </a:lnTo>
                  <a:lnTo>
                    <a:pt x="0" y="26238"/>
                  </a:lnTo>
                  <a:lnTo>
                    <a:pt x="11887" y="31229"/>
                  </a:lnTo>
                  <a:lnTo>
                    <a:pt x="22275" y="7835"/>
                  </a:lnTo>
                  <a:close/>
                </a:path>
                <a:path w="4362450" h="3990975">
                  <a:moveTo>
                    <a:pt x="139192" y="57200"/>
                  </a:moveTo>
                  <a:lnTo>
                    <a:pt x="69037" y="26022"/>
                  </a:lnTo>
                  <a:lnTo>
                    <a:pt x="58648" y="52006"/>
                  </a:lnTo>
                  <a:lnTo>
                    <a:pt x="128790" y="83185"/>
                  </a:lnTo>
                  <a:lnTo>
                    <a:pt x="139192" y="57200"/>
                  </a:lnTo>
                  <a:close/>
                </a:path>
                <a:path w="4362450" h="3990975">
                  <a:moveTo>
                    <a:pt x="250901" y="119557"/>
                  </a:moveTo>
                  <a:lnTo>
                    <a:pt x="233768" y="110223"/>
                  </a:lnTo>
                  <a:lnTo>
                    <a:pt x="200482" y="92519"/>
                  </a:lnTo>
                  <a:lnTo>
                    <a:pt x="183349" y="83185"/>
                  </a:lnTo>
                  <a:lnTo>
                    <a:pt x="170357" y="106565"/>
                  </a:lnTo>
                  <a:lnTo>
                    <a:pt x="187490" y="114808"/>
                  </a:lnTo>
                  <a:lnTo>
                    <a:pt x="204139" y="123774"/>
                  </a:lnTo>
                  <a:lnTo>
                    <a:pt x="237909" y="142938"/>
                  </a:lnTo>
                  <a:lnTo>
                    <a:pt x="250901" y="119557"/>
                  </a:lnTo>
                  <a:close/>
                </a:path>
                <a:path w="4362450" h="3990975">
                  <a:moveTo>
                    <a:pt x="360019" y="187109"/>
                  </a:moveTo>
                  <a:lnTo>
                    <a:pt x="344030" y="176961"/>
                  </a:lnTo>
                  <a:lnTo>
                    <a:pt x="311061" y="155689"/>
                  </a:lnTo>
                  <a:lnTo>
                    <a:pt x="295071" y="145542"/>
                  </a:lnTo>
                  <a:lnTo>
                    <a:pt x="282079" y="168922"/>
                  </a:lnTo>
                  <a:lnTo>
                    <a:pt x="299173" y="178701"/>
                  </a:lnTo>
                  <a:lnTo>
                    <a:pt x="315531" y="188734"/>
                  </a:lnTo>
                  <a:lnTo>
                    <a:pt x="331393" y="199237"/>
                  </a:lnTo>
                  <a:lnTo>
                    <a:pt x="347027" y="210489"/>
                  </a:lnTo>
                  <a:lnTo>
                    <a:pt x="360019" y="187109"/>
                  </a:lnTo>
                  <a:close/>
                </a:path>
                <a:path w="4362450" h="3990975">
                  <a:moveTo>
                    <a:pt x="466534" y="262445"/>
                  </a:moveTo>
                  <a:lnTo>
                    <a:pt x="404190" y="215684"/>
                  </a:lnTo>
                  <a:lnTo>
                    <a:pt x="388594" y="236474"/>
                  </a:lnTo>
                  <a:lnTo>
                    <a:pt x="402678" y="248158"/>
                  </a:lnTo>
                  <a:lnTo>
                    <a:pt x="417499" y="259854"/>
                  </a:lnTo>
                  <a:lnTo>
                    <a:pt x="432803" y="271538"/>
                  </a:lnTo>
                  <a:lnTo>
                    <a:pt x="448348" y="283235"/>
                  </a:lnTo>
                  <a:lnTo>
                    <a:pt x="466534" y="262445"/>
                  </a:lnTo>
                  <a:close/>
                </a:path>
                <a:path w="4362450" h="3990975">
                  <a:moveTo>
                    <a:pt x="562660" y="342988"/>
                  </a:moveTo>
                  <a:lnTo>
                    <a:pt x="547484" y="330885"/>
                  </a:lnTo>
                  <a:lnTo>
                    <a:pt x="518096" y="305727"/>
                  </a:lnTo>
                  <a:lnTo>
                    <a:pt x="502907" y="293624"/>
                  </a:lnTo>
                  <a:lnTo>
                    <a:pt x="487324" y="314413"/>
                  </a:lnTo>
                  <a:lnTo>
                    <a:pt x="501370" y="326136"/>
                  </a:lnTo>
                  <a:lnTo>
                    <a:pt x="515899" y="338112"/>
                  </a:lnTo>
                  <a:lnTo>
                    <a:pt x="530428" y="350583"/>
                  </a:lnTo>
                  <a:lnTo>
                    <a:pt x="544474" y="363766"/>
                  </a:lnTo>
                  <a:lnTo>
                    <a:pt x="562660" y="342988"/>
                  </a:lnTo>
                  <a:close/>
                </a:path>
                <a:path w="4362450" h="3990975">
                  <a:moveTo>
                    <a:pt x="656196" y="431317"/>
                  </a:moveTo>
                  <a:lnTo>
                    <a:pt x="642556" y="418084"/>
                  </a:lnTo>
                  <a:lnTo>
                    <a:pt x="615276" y="392595"/>
                  </a:lnTo>
                  <a:lnTo>
                    <a:pt x="601637" y="379361"/>
                  </a:lnTo>
                  <a:lnTo>
                    <a:pt x="583450" y="397548"/>
                  </a:lnTo>
                  <a:lnTo>
                    <a:pt x="597090" y="409689"/>
                  </a:lnTo>
                  <a:lnTo>
                    <a:pt x="610730" y="422554"/>
                  </a:lnTo>
                  <a:lnTo>
                    <a:pt x="624370" y="435902"/>
                  </a:lnTo>
                  <a:lnTo>
                    <a:pt x="638009" y="449503"/>
                  </a:lnTo>
                  <a:lnTo>
                    <a:pt x="656196" y="431317"/>
                  </a:lnTo>
                  <a:close/>
                </a:path>
                <a:path w="4362450" h="3990975">
                  <a:moveTo>
                    <a:pt x="744524" y="524852"/>
                  </a:moveTo>
                  <a:lnTo>
                    <a:pt x="732396" y="509714"/>
                  </a:lnTo>
                  <a:lnTo>
                    <a:pt x="719518" y="495300"/>
                  </a:lnTo>
                  <a:lnTo>
                    <a:pt x="706170" y="481368"/>
                  </a:lnTo>
                  <a:lnTo>
                    <a:pt x="692569" y="467690"/>
                  </a:lnTo>
                  <a:lnTo>
                    <a:pt x="674382" y="485876"/>
                  </a:lnTo>
                  <a:lnTo>
                    <a:pt x="687616" y="499516"/>
                  </a:lnTo>
                  <a:lnTo>
                    <a:pt x="713105" y="526796"/>
                  </a:lnTo>
                  <a:lnTo>
                    <a:pt x="726338" y="540435"/>
                  </a:lnTo>
                  <a:lnTo>
                    <a:pt x="744524" y="524852"/>
                  </a:lnTo>
                  <a:close/>
                </a:path>
                <a:path w="4362450" h="3990975">
                  <a:moveTo>
                    <a:pt x="830262" y="618375"/>
                  </a:moveTo>
                  <a:lnTo>
                    <a:pt x="780897" y="561225"/>
                  </a:lnTo>
                  <a:lnTo>
                    <a:pt x="760120" y="579412"/>
                  </a:lnTo>
                  <a:lnTo>
                    <a:pt x="772210" y="593090"/>
                  </a:lnTo>
                  <a:lnTo>
                    <a:pt x="784796" y="607009"/>
                  </a:lnTo>
                  <a:lnTo>
                    <a:pt x="797382" y="621423"/>
                  </a:lnTo>
                  <a:lnTo>
                    <a:pt x="809472" y="636562"/>
                  </a:lnTo>
                  <a:lnTo>
                    <a:pt x="830262" y="618375"/>
                  </a:lnTo>
                  <a:close/>
                </a:path>
                <a:path w="4362450" h="3990975">
                  <a:moveTo>
                    <a:pt x="908202" y="719709"/>
                  </a:moveTo>
                  <a:lnTo>
                    <a:pt x="896442" y="704443"/>
                  </a:lnTo>
                  <a:lnTo>
                    <a:pt x="873125" y="675132"/>
                  </a:lnTo>
                  <a:lnTo>
                    <a:pt x="861441" y="659942"/>
                  </a:lnTo>
                  <a:lnTo>
                    <a:pt x="840651" y="675538"/>
                  </a:lnTo>
                  <a:lnTo>
                    <a:pt x="852347" y="689622"/>
                  </a:lnTo>
                  <a:lnTo>
                    <a:pt x="864031" y="704443"/>
                  </a:lnTo>
                  <a:lnTo>
                    <a:pt x="875703" y="719709"/>
                  </a:lnTo>
                  <a:lnTo>
                    <a:pt x="887425" y="735291"/>
                  </a:lnTo>
                  <a:lnTo>
                    <a:pt x="908202" y="719709"/>
                  </a:lnTo>
                  <a:close/>
                </a:path>
                <a:path w="4362450" h="3990975">
                  <a:moveTo>
                    <a:pt x="983551" y="823620"/>
                  </a:moveTo>
                  <a:lnTo>
                    <a:pt x="973353" y="808037"/>
                  </a:lnTo>
                  <a:lnTo>
                    <a:pt x="962444" y="792441"/>
                  </a:lnTo>
                  <a:lnTo>
                    <a:pt x="951026" y="776859"/>
                  </a:lnTo>
                  <a:lnTo>
                    <a:pt x="939380" y="761276"/>
                  </a:lnTo>
                  <a:lnTo>
                    <a:pt x="918591" y="776859"/>
                  </a:lnTo>
                  <a:lnTo>
                    <a:pt x="929881" y="792441"/>
                  </a:lnTo>
                  <a:lnTo>
                    <a:pt x="951471" y="823620"/>
                  </a:lnTo>
                  <a:lnTo>
                    <a:pt x="962761" y="839216"/>
                  </a:lnTo>
                  <a:lnTo>
                    <a:pt x="983551" y="823620"/>
                  </a:lnTo>
                  <a:close/>
                </a:path>
                <a:path w="4362450" h="3990975">
                  <a:moveTo>
                    <a:pt x="1053693" y="927544"/>
                  </a:moveTo>
                  <a:lnTo>
                    <a:pt x="1043546" y="910450"/>
                  </a:lnTo>
                  <a:lnTo>
                    <a:pt x="1032903" y="894092"/>
                  </a:lnTo>
                  <a:lnTo>
                    <a:pt x="1022248" y="878179"/>
                  </a:lnTo>
                  <a:lnTo>
                    <a:pt x="1012126" y="862596"/>
                  </a:lnTo>
                  <a:lnTo>
                    <a:pt x="991336" y="878179"/>
                  </a:lnTo>
                  <a:lnTo>
                    <a:pt x="1001433" y="894092"/>
                  </a:lnTo>
                  <a:lnTo>
                    <a:pt x="1022756" y="927138"/>
                  </a:lnTo>
                  <a:lnTo>
                    <a:pt x="1032903" y="943140"/>
                  </a:lnTo>
                  <a:lnTo>
                    <a:pt x="1053693" y="927544"/>
                  </a:lnTo>
                  <a:close/>
                </a:path>
                <a:path w="4362450" h="3990975">
                  <a:moveTo>
                    <a:pt x="1121244" y="1034059"/>
                  </a:moveTo>
                  <a:lnTo>
                    <a:pt x="1079677" y="971715"/>
                  </a:lnTo>
                  <a:lnTo>
                    <a:pt x="1058887" y="984707"/>
                  </a:lnTo>
                  <a:lnTo>
                    <a:pt x="1082268" y="1015873"/>
                  </a:lnTo>
                  <a:lnTo>
                    <a:pt x="1084668" y="1021727"/>
                  </a:lnTo>
                  <a:lnTo>
                    <a:pt x="1087793" y="1027569"/>
                  </a:lnTo>
                  <a:lnTo>
                    <a:pt x="1091399" y="1033411"/>
                  </a:lnTo>
                  <a:lnTo>
                    <a:pt x="1095260" y="1039266"/>
                  </a:lnTo>
                  <a:lnTo>
                    <a:pt x="1100455" y="1049655"/>
                  </a:lnTo>
                  <a:lnTo>
                    <a:pt x="1121244" y="1034059"/>
                  </a:lnTo>
                  <a:close/>
                </a:path>
                <a:path w="4362450" h="3990975">
                  <a:moveTo>
                    <a:pt x="1186192" y="1148372"/>
                  </a:moveTo>
                  <a:lnTo>
                    <a:pt x="1177950" y="1131252"/>
                  </a:lnTo>
                  <a:lnTo>
                    <a:pt x="1168984" y="1114602"/>
                  </a:lnTo>
                  <a:lnTo>
                    <a:pt x="1149819" y="1080833"/>
                  </a:lnTo>
                  <a:lnTo>
                    <a:pt x="1126439" y="1093825"/>
                  </a:lnTo>
                  <a:lnTo>
                    <a:pt x="1135773" y="1110945"/>
                  </a:lnTo>
                  <a:lnTo>
                    <a:pt x="1153477" y="1144231"/>
                  </a:lnTo>
                  <a:lnTo>
                    <a:pt x="1162812" y="1161364"/>
                  </a:lnTo>
                  <a:lnTo>
                    <a:pt x="1186192" y="1148372"/>
                  </a:lnTo>
                  <a:close/>
                </a:path>
                <a:path w="4362450" h="3990975">
                  <a:moveTo>
                    <a:pt x="1243355" y="1262697"/>
                  </a:moveTo>
                  <a:lnTo>
                    <a:pt x="1235519" y="1246657"/>
                  </a:lnTo>
                  <a:lnTo>
                    <a:pt x="1227442" y="1229893"/>
                  </a:lnTo>
                  <a:lnTo>
                    <a:pt x="1218869" y="1212634"/>
                  </a:lnTo>
                  <a:lnTo>
                    <a:pt x="1209573" y="1195146"/>
                  </a:lnTo>
                  <a:lnTo>
                    <a:pt x="1186192" y="1208138"/>
                  </a:lnTo>
                  <a:lnTo>
                    <a:pt x="1194396" y="1224165"/>
                  </a:lnTo>
                  <a:lnTo>
                    <a:pt x="1203083" y="1240929"/>
                  </a:lnTo>
                  <a:lnTo>
                    <a:pt x="1211770" y="1258189"/>
                  </a:lnTo>
                  <a:lnTo>
                    <a:pt x="1219962" y="1275676"/>
                  </a:lnTo>
                  <a:lnTo>
                    <a:pt x="1243355" y="1262697"/>
                  </a:lnTo>
                  <a:close/>
                </a:path>
                <a:path w="4362450" h="3990975">
                  <a:moveTo>
                    <a:pt x="1297914" y="1379601"/>
                  </a:moveTo>
                  <a:lnTo>
                    <a:pt x="1266736" y="1309458"/>
                  </a:lnTo>
                  <a:lnTo>
                    <a:pt x="1243355" y="1319847"/>
                  </a:lnTo>
                  <a:lnTo>
                    <a:pt x="1274521" y="1389989"/>
                  </a:lnTo>
                  <a:lnTo>
                    <a:pt x="1297914" y="1379601"/>
                  </a:lnTo>
                  <a:close/>
                </a:path>
                <a:path w="4362450" h="3990975">
                  <a:moveTo>
                    <a:pt x="1347266" y="1496517"/>
                  </a:moveTo>
                  <a:lnTo>
                    <a:pt x="1340980" y="1478978"/>
                  </a:lnTo>
                  <a:lnTo>
                    <a:pt x="1333957" y="1461439"/>
                  </a:lnTo>
                  <a:lnTo>
                    <a:pt x="1326451" y="1443901"/>
                  </a:lnTo>
                  <a:lnTo>
                    <a:pt x="1318691" y="1426362"/>
                  </a:lnTo>
                  <a:lnTo>
                    <a:pt x="1295311" y="1436763"/>
                  </a:lnTo>
                  <a:lnTo>
                    <a:pt x="1302702" y="1454302"/>
                  </a:lnTo>
                  <a:lnTo>
                    <a:pt x="1316507" y="1489367"/>
                  </a:lnTo>
                  <a:lnTo>
                    <a:pt x="1323886" y="1506905"/>
                  </a:lnTo>
                  <a:lnTo>
                    <a:pt x="1347266" y="1496517"/>
                  </a:lnTo>
                  <a:close/>
                </a:path>
                <a:path w="4362450" h="3990975">
                  <a:moveTo>
                    <a:pt x="1394040" y="1616024"/>
                  </a:moveTo>
                  <a:lnTo>
                    <a:pt x="1386649" y="1596986"/>
                  </a:lnTo>
                  <a:lnTo>
                    <a:pt x="1379740" y="1578673"/>
                  </a:lnTo>
                  <a:lnTo>
                    <a:pt x="1372844" y="1560855"/>
                  </a:lnTo>
                  <a:lnTo>
                    <a:pt x="1365453" y="1543278"/>
                  </a:lnTo>
                  <a:lnTo>
                    <a:pt x="1342072" y="1553667"/>
                  </a:lnTo>
                  <a:lnTo>
                    <a:pt x="1349832" y="1571205"/>
                  </a:lnTo>
                  <a:lnTo>
                    <a:pt x="1357337" y="1588744"/>
                  </a:lnTo>
                  <a:lnTo>
                    <a:pt x="1364361" y="1606283"/>
                  </a:lnTo>
                  <a:lnTo>
                    <a:pt x="1370647" y="1623822"/>
                  </a:lnTo>
                  <a:lnTo>
                    <a:pt x="1394040" y="1616024"/>
                  </a:lnTo>
                  <a:close/>
                </a:path>
                <a:path w="4362450" h="3990975">
                  <a:moveTo>
                    <a:pt x="1435608" y="1735531"/>
                  </a:moveTo>
                  <a:lnTo>
                    <a:pt x="1429346" y="1717586"/>
                  </a:lnTo>
                  <a:lnTo>
                    <a:pt x="1415872" y="1680730"/>
                  </a:lnTo>
                  <a:lnTo>
                    <a:pt x="1409623" y="1662785"/>
                  </a:lnTo>
                  <a:lnTo>
                    <a:pt x="1386243" y="1670583"/>
                  </a:lnTo>
                  <a:lnTo>
                    <a:pt x="1393583" y="1689620"/>
                  </a:lnTo>
                  <a:lnTo>
                    <a:pt x="1400200" y="1707934"/>
                  </a:lnTo>
                  <a:lnTo>
                    <a:pt x="1406334" y="1725752"/>
                  </a:lnTo>
                  <a:lnTo>
                    <a:pt x="1412227" y="1743329"/>
                  </a:lnTo>
                  <a:lnTo>
                    <a:pt x="1435608" y="1735531"/>
                  </a:lnTo>
                  <a:close/>
                </a:path>
                <a:path w="4362450" h="3990975">
                  <a:moveTo>
                    <a:pt x="1477175" y="1857641"/>
                  </a:moveTo>
                  <a:lnTo>
                    <a:pt x="1471333" y="1839696"/>
                  </a:lnTo>
                  <a:lnTo>
                    <a:pt x="1459636" y="1802841"/>
                  </a:lnTo>
                  <a:lnTo>
                    <a:pt x="1453794" y="1784896"/>
                  </a:lnTo>
                  <a:lnTo>
                    <a:pt x="1430413" y="1792693"/>
                  </a:lnTo>
                  <a:lnTo>
                    <a:pt x="1436255" y="1810639"/>
                  </a:lnTo>
                  <a:lnTo>
                    <a:pt x="1447939" y="1847494"/>
                  </a:lnTo>
                  <a:lnTo>
                    <a:pt x="1453794" y="1865439"/>
                  </a:lnTo>
                  <a:lnTo>
                    <a:pt x="1477175" y="1857641"/>
                  </a:lnTo>
                  <a:close/>
                </a:path>
                <a:path w="4362450" h="3990975">
                  <a:moveTo>
                    <a:pt x="1518742" y="1977148"/>
                  </a:moveTo>
                  <a:lnTo>
                    <a:pt x="1512900" y="1959203"/>
                  </a:lnTo>
                  <a:lnTo>
                    <a:pt x="1501203" y="1922348"/>
                  </a:lnTo>
                  <a:lnTo>
                    <a:pt x="1495361" y="1904403"/>
                  </a:lnTo>
                  <a:lnTo>
                    <a:pt x="1469377" y="1912200"/>
                  </a:lnTo>
                  <a:lnTo>
                    <a:pt x="1475219" y="1930146"/>
                  </a:lnTo>
                  <a:lnTo>
                    <a:pt x="1486916" y="1967001"/>
                  </a:lnTo>
                  <a:lnTo>
                    <a:pt x="1492758" y="1984946"/>
                  </a:lnTo>
                  <a:lnTo>
                    <a:pt x="1518742" y="1977148"/>
                  </a:lnTo>
                  <a:close/>
                </a:path>
                <a:path w="4362450" h="3990975">
                  <a:moveTo>
                    <a:pt x="1555115" y="2099259"/>
                  </a:moveTo>
                  <a:lnTo>
                    <a:pt x="1550771" y="2081314"/>
                  </a:lnTo>
                  <a:lnTo>
                    <a:pt x="1545691" y="2062886"/>
                  </a:lnTo>
                  <a:lnTo>
                    <a:pt x="1540129" y="2044458"/>
                  </a:lnTo>
                  <a:lnTo>
                    <a:pt x="1534325" y="2026513"/>
                  </a:lnTo>
                  <a:lnTo>
                    <a:pt x="1508353" y="2034311"/>
                  </a:lnTo>
                  <a:lnTo>
                    <a:pt x="1513789" y="2052243"/>
                  </a:lnTo>
                  <a:lnTo>
                    <a:pt x="1523695" y="2089111"/>
                  </a:lnTo>
                  <a:lnTo>
                    <a:pt x="1529130" y="2107057"/>
                  </a:lnTo>
                  <a:lnTo>
                    <a:pt x="1555115" y="2099259"/>
                  </a:lnTo>
                  <a:close/>
                </a:path>
                <a:path w="4362450" h="3990975">
                  <a:moveTo>
                    <a:pt x="1588884" y="2221369"/>
                  </a:moveTo>
                  <a:lnTo>
                    <a:pt x="1568107" y="2148624"/>
                  </a:lnTo>
                  <a:lnTo>
                    <a:pt x="1542122" y="2156409"/>
                  </a:lnTo>
                  <a:lnTo>
                    <a:pt x="1562912" y="2229154"/>
                  </a:lnTo>
                  <a:lnTo>
                    <a:pt x="1588884" y="2221369"/>
                  </a:lnTo>
                  <a:close/>
                </a:path>
                <a:path w="4362450" h="3990975">
                  <a:moveTo>
                    <a:pt x="1625257" y="2340876"/>
                  </a:moveTo>
                  <a:lnTo>
                    <a:pt x="1622666" y="2335682"/>
                  </a:lnTo>
                  <a:lnTo>
                    <a:pt x="1622666" y="2330488"/>
                  </a:lnTo>
                  <a:lnTo>
                    <a:pt x="1620062" y="2325293"/>
                  </a:lnTo>
                  <a:lnTo>
                    <a:pt x="1620062" y="2317496"/>
                  </a:lnTo>
                  <a:lnTo>
                    <a:pt x="1617472" y="2309698"/>
                  </a:lnTo>
                  <a:lnTo>
                    <a:pt x="1614868" y="2304504"/>
                  </a:lnTo>
                  <a:lnTo>
                    <a:pt x="1612925" y="2298611"/>
                  </a:lnTo>
                  <a:lnTo>
                    <a:pt x="1610969" y="2292489"/>
                  </a:lnTo>
                  <a:lnTo>
                    <a:pt x="1609026" y="2285873"/>
                  </a:lnTo>
                  <a:lnTo>
                    <a:pt x="1607070" y="2278519"/>
                  </a:lnTo>
                  <a:lnTo>
                    <a:pt x="1604479" y="2270734"/>
                  </a:lnTo>
                  <a:lnTo>
                    <a:pt x="1578495" y="2278519"/>
                  </a:lnTo>
                  <a:lnTo>
                    <a:pt x="1581099" y="2286317"/>
                  </a:lnTo>
                  <a:lnTo>
                    <a:pt x="1583042" y="2294064"/>
                  </a:lnTo>
                  <a:lnTo>
                    <a:pt x="1584998" y="2301583"/>
                  </a:lnTo>
                  <a:lnTo>
                    <a:pt x="1586941" y="2308606"/>
                  </a:lnTo>
                  <a:lnTo>
                    <a:pt x="1588884" y="2314892"/>
                  </a:lnTo>
                  <a:lnTo>
                    <a:pt x="1591487" y="2322690"/>
                  </a:lnTo>
                  <a:lnTo>
                    <a:pt x="1591487" y="2327884"/>
                  </a:lnTo>
                  <a:lnTo>
                    <a:pt x="1596682" y="2343467"/>
                  </a:lnTo>
                  <a:lnTo>
                    <a:pt x="1596682" y="2348674"/>
                  </a:lnTo>
                  <a:lnTo>
                    <a:pt x="1599285" y="2353868"/>
                  </a:lnTo>
                  <a:lnTo>
                    <a:pt x="1625257" y="2340876"/>
                  </a:lnTo>
                  <a:close/>
                </a:path>
                <a:path w="4362450" h="3990975">
                  <a:moveTo>
                    <a:pt x="1659039" y="2473375"/>
                  </a:moveTo>
                  <a:lnTo>
                    <a:pt x="1654695" y="2454300"/>
                  </a:lnTo>
                  <a:lnTo>
                    <a:pt x="1649615" y="2435707"/>
                  </a:lnTo>
                  <a:lnTo>
                    <a:pt x="1644053" y="2417114"/>
                  </a:lnTo>
                  <a:lnTo>
                    <a:pt x="1638249" y="2398026"/>
                  </a:lnTo>
                  <a:lnTo>
                    <a:pt x="1612265" y="2405824"/>
                  </a:lnTo>
                  <a:lnTo>
                    <a:pt x="1616608" y="2424900"/>
                  </a:lnTo>
                  <a:lnTo>
                    <a:pt x="1621688" y="2443492"/>
                  </a:lnTo>
                  <a:lnTo>
                    <a:pt x="1627251" y="2462085"/>
                  </a:lnTo>
                  <a:lnTo>
                    <a:pt x="1633054" y="2481173"/>
                  </a:lnTo>
                  <a:lnTo>
                    <a:pt x="1659039" y="2473375"/>
                  </a:lnTo>
                  <a:close/>
                </a:path>
                <a:path w="4362450" h="3990975">
                  <a:moveTo>
                    <a:pt x="1695411" y="2598077"/>
                  </a:moveTo>
                  <a:lnTo>
                    <a:pt x="1689557" y="2579001"/>
                  </a:lnTo>
                  <a:lnTo>
                    <a:pt x="1677873" y="2541816"/>
                  </a:lnTo>
                  <a:lnTo>
                    <a:pt x="1672031" y="2522740"/>
                  </a:lnTo>
                  <a:lnTo>
                    <a:pt x="1646047" y="2530525"/>
                  </a:lnTo>
                  <a:lnTo>
                    <a:pt x="1651889" y="2549614"/>
                  </a:lnTo>
                  <a:lnTo>
                    <a:pt x="1663585" y="2586799"/>
                  </a:lnTo>
                  <a:lnTo>
                    <a:pt x="1669427" y="2605875"/>
                  </a:lnTo>
                  <a:lnTo>
                    <a:pt x="1695411" y="2598077"/>
                  </a:lnTo>
                  <a:close/>
                </a:path>
                <a:path w="4362450" h="3990975">
                  <a:moveTo>
                    <a:pt x="1736979" y="2722791"/>
                  </a:moveTo>
                  <a:lnTo>
                    <a:pt x="1731137" y="2703703"/>
                  </a:lnTo>
                  <a:lnTo>
                    <a:pt x="1719440" y="2666517"/>
                  </a:lnTo>
                  <a:lnTo>
                    <a:pt x="1713598" y="2647442"/>
                  </a:lnTo>
                  <a:lnTo>
                    <a:pt x="1687614" y="2655239"/>
                  </a:lnTo>
                  <a:lnTo>
                    <a:pt x="1693456" y="2674315"/>
                  </a:lnTo>
                  <a:lnTo>
                    <a:pt x="1705152" y="2711500"/>
                  </a:lnTo>
                  <a:lnTo>
                    <a:pt x="1710994" y="2730576"/>
                  </a:lnTo>
                  <a:lnTo>
                    <a:pt x="1736979" y="2722791"/>
                  </a:lnTo>
                  <a:close/>
                </a:path>
                <a:path w="4362450" h="3990975">
                  <a:moveTo>
                    <a:pt x="1775942" y="2844889"/>
                  </a:moveTo>
                  <a:lnTo>
                    <a:pt x="1769694" y="2827312"/>
                  </a:lnTo>
                  <a:lnTo>
                    <a:pt x="1762963" y="2809494"/>
                  </a:lnTo>
                  <a:lnTo>
                    <a:pt x="1756219" y="2791193"/>
                  </a:lnTo>
                  <a:lnTo>
                    <a:pt x="1749971" y="2772143"/>
                  </a:lnTo>
                  <a:lnTo>
                    <a:pt x="1726590" y="2779941"/>
                  </a:lnTo>
                  <a:lnTo>
                    <a:pt x="1732838" y="2799384"/>
                  </a:lnTo>
                  <a:lnTo>
                    <a:pt x="1739569" y="2818587"/>
                  </a:lnTo>
                  <a:lnTo>
                    <a:pt x="1746313" y="2837307"/>
                  </a:lnTo>
                  <a:lnTo>
                    <a:pt x="1752561" y="2855290"/>
                  </a:lnTo>
                  <a:lnTo>
                    <a:pt x="1775942" y="2844889"/>
                  </a:lnTo>
                  <a:close/>
                </a:path>
                <a:path w="4362450" h="3990975">
                  <a:moveTo>
                    <a:pt x="1822716" y="2966999"/>
                  </a:moveTo>
                  <a:lnTo>
                    <a:pt x="1815325" y="2949054"/>
                  </a:lnTo>
                  <a:lnTo>
                    <a:pt x="1801520" y="2912199"/>
                  </a:lnTo>
                  <a:lnTo>
                    <a:pt x="1794129" y="2894253"/>
                  </a:lnTo>
                  <a:lnTo>
                    <a:pt x="1770748" y="2904642"/>
                  </a:lnTo>
                  <a:lnTo>
                    <a:pt x="1778139" y="2922587"/>
                  </a:lnTo>
                  <a:lnTo>
                    <a:pt x="1791944" y="2959455"/>
                  </a:lnTo>
                  <a:lnTo>
                    <a:pt x="1799323" y="2977388"/>
                  </a:lnTo>
                  <a:lnTo>
                    <a:pt x="1822716" y="2966999"/>
                  </a:lnTo>
                  <a:close/>
                </a:path>
                <a:path w="4362450" h="3990975">
                  <a:moveTo>
                    <a:pt x="1874672" y="3086506"/>
                  </a:moveTo>
                  <a:lnTo>
                    <a:pt x="1843493" y="3016364"/>
                  </a:lnTo>
                  <a:lnTo>
                    <a:pt x="1820113" y="3026753"/>
                  </a:lnTo>
                  <a:lnTo>
                    <a:pt x="1827911" y="3045790"/>
                  </a:lnTo>
                  <a:lnTo>
                    <a:pt x="1835696" y="3064103"/>
                  </a:lnTo>
                  <a:lnTo>
                    <a:pt x="1843493" y="3081921"/>
                  </a:lnTo>
                  <a:lnTo>
                    <a:pt x="1851291" y="3099498"/>
                  </a:lnTo>
                  <a:lnTo>
                    <a:pt x="1874672" y="3086506"/>
                  </a:lnTo>
                  <a:close/>
                </a:path>
                <a:path w="4362450" h="3990975">
                  <a:moveTo>
                    <a:pt x="1934425" y="3206026"/>
                  </a:moveTo>
                  <a:lnTo>
                    <a:pt x="1924723" y="3188487"/>
                  </a:lnTo>
                  <a:lnTo>
                    <a:pt x="1915261" y="3170948"/>
                  </a:lnTo>
                  <a:lnTo>
                    <a:pt x="1906295" y="3153410"/>
                  </a:lnTo>
                  <a:lnTo>
                    <a:pt x="1898053" y="3135871"/>
                  </a:lnTo>
                  <a:lnTo>
                    <a:pt x="1874672" y="3146260"/>
                  </a:lnTo>
                  <a:lnTo>
                    <a:pt x="1882914" y="3163798"/>
                  </a:lnTo>
                  <a:lnTo>
                    <a:pt x="1891880" y="3181337"/>
                  </a:lnTo>
                  <a:lnTo>
                    <a:pt x="1901342" y="3198876"/>
                  </a:lnTo>
                  <a:lnTo>
                    <a:pt x="1911045" y="3216414"/>
                  </a:lnTo>
                  <a:lnTo>
                    <a:pt x="1934425" y="3206026"/>
                  </a:lnTo>
                  <a:close/>
                </a:path>
                <a:path w="4362450" h="3990975">
                  <a:moveTo>
                    <a:pt x="2004568" y="3312541"/>
                  </a:moveTo>
                  <a:lnTo>
                    <a:pt x="1994420" y="3296907"/>
                  </a:lnTo>
                  <a:lnTo>
                    <a:pt x="1983790" y="3281032"/>
                  </a:lnTo>
                  <a:lnTo>
                    <a:pt x="1973148" y="3264674"/>
                  </a:lnTo>
                  <a:lnTo>
                    <a:pt x="1963000" y="3247593"/>
                  </a:lnTo>
                  <a:lnTo>
                    <a:pt x="1939620" y="3260585"/>
                  </a:lnTo>
                  <a:lnTo>
                    <a:pt x="1949767" y="3278073"/>
                  </a:lnTo>
                  <a:lnTo>
                    <a:pt x="1960410" y="3295332"/>
                  </a:lnTo>
                  <a:lnTo>
                    <a:pt x="1981187" y="3328124"/>
                  </a:lnTo>
                  <a:lnTo>
                    <a:pt x="2004568" y="3312541"/>
                  </a:lnTo>
                  <a:close/>
                </a:path>
                <a:path w="4362450" h="3990975">
                  <a:moveTo>
                    <a:pt x="2077313" y="3419056"/>
                  </a:moveTo>
                  <a:lnTo>
                    <a:pt x="2030552" y="3356711"/>
                  </a:lnTo>
                  <a:lnTo>
                    <a:pt x="2009775" y="3372294"/>
                  </a:lnTo>
                  <a:lnTo>
                    <a:pt x="2056536" y="3434651"/>
                  </a:lnTo>
                  <a:lnTo>
                    <a:pt x="2077313" y="3419056"/>
                  </a:lnTo>
                  <a:close/>
                </a:path>
                <a:path w="4362450" h="3990975">
                  <a:moveTo>
                    <a:pt x="2163051" y="3515182"/>
                  </a:moveTo>
                  <a:lnTo>
                    <a:pt x="2149818" y="3501136"/>
                  </a:lnTo>
                  <a:lnTo>
                    <a:pt x="2124329" y="3472078"/>
                  </a:lnTo>
                  <a:lnTo>
                    <a:pt x="2111095" y="3458032"/>
                  </a:lnTo>
                  <a:lnTo>
                    <a:pt x="2090305" y="3476218"/>
                  </a:lnTo>
                  <a:lnTo>
                    <a:pt x="2103945" y="3490264"/>
                  </a:lnTo>
                  <a:lnTo>
                    <a:pt x="2131225" y="3519322"/>
                  </a:lnTo>
                  <a:lnTo>
                    <a:pt x="2144865" y="3533368"/>
                  </a:lnTo>
                  <a:lnTo>
                    <a:pt x="2163051" y="3515182"/>
                  </a:lnTo>
                  <a:close/>
                </a:path>
                <a:path w="4362450" h="3990975">
                  <a:moveTo>
                    <a:pt x="2259177" y="3606114"/>
                  </a:moveTo>
                  <a:lnTo>
                    <a:pt x="2245131" y="3592880"/>
                  </a:lnTo>
                  <a:lnTo>
                    <a:pt x="2216073" y="3567392"/>
                  </a:lnTo>
                  <a:lnTo>
                    <a:pt x="2202027" y="3554158"/>
                  </a:lnTo>
                  <a:lnTo>
                    <a:pt x="2183841" y="3572345"/>
                  </a:lnTo>
                  <a:lnTo>
                    <a:pt x="2199017" y="3585946"/>
                  </a:lnTo>
                  <a:lnTo>
                    <a:pt x="2213711" y="3599294"/>
                  </a:lnTo>
                  <a:lnTo>
                    <a:pt x="2228405" y="3612172"/>
                  </a:lnTo>
                  <a:lnTo>
                    <a:pt x="2243594" y="3624300"/>
                  </a:lnTo>
                  <a:lnTo>
                    <a:pt x="2259177" y="3606114"/>
                  </a:lnTo>
                  <a:close/>
                </a:path>
                <a:path w="4362450" h="3990975">
                  <a:moveTo>
                    <a:pt x="2363101" y="3678859"/>
                  </a:moveTo>
                  <a:lnTo>
                    <a:pt x="2347518" y="3668674"/>
                  </a:lnTo>
                  <a:lnTo>
                    <a:pt x="2331923" y="3657752"/>
                  </a:lnTo>
                  <a:lnTo>
                    <a:pt x="2316340" y="3646347"/>
                  </a:lnTo>
                  <a:lnTo>
                    <a:pt x="2300744" y="3634702"/>
                  </a:lnTo>
                  <a:lnTo>
                    <a:pt x="2285161" y="3655479"/>
                  </a:lnTo>
                  <a:lnTo>
                    <a:pt x="2301151" y="3668268"/>
                  </a:lnTo>
                  <a:lnTo>
                    <a:pt x="2317635" y="3679837"/>
                  </a:lnTo>
                  <a:lnTo>
                    <a:pt x="2334120" y="3690924"/>
                  </a:lnTo>
                  <a:lnTo>
                    <a:pt x="2350109" y="3702240"/>
                  </a:lnTo>
                  <a:lnTo>
                    <a:pt x="2363101" y="3678859"/>
                  </a:lnTo>
                  <a:close/>
                </a:path>
                <a:path w="4362450" h="3990975">
                  <a:moveTo>
                    <a:pt x="2474823" y="3746411"/>
                  </a:moveTo>
                  <a:lnTo>
                    <a:pt x="2440063" y="3726929"/>
                  </a:lnTo>
                  <a:lnTo>
                    <a:pt x="2423299" y="3717188"/>
                  </a:lnTo>
                  <a:lnTo>
                    <a:pt x="2407272" y="3707447"/>
                  </a:lnTo>
                  <a:lnTo>
                    <a:pt x="2394280" y="3730828"/>
                  </a:lnTo>
                  <a:lnTo>
                    <a:pt x="2410307" y="3740569"/>
                  </a:lnTo>
                  <a:lnTo>
                    <a:pt x="2427084" y="3750310"/>
                  </a:lnTo>
                  <a:lnTo>
                    <a:pt x="2461831" y="3769791"/>
                  </a:lnTo>
                  <a:lnTo>
                    <a:pt x="2474823" y="3746411"/>
                  </a:lnTo>
                  <a:close/>
                </a:path>
                <a:path w="4362450" h="3990975">
                  <a:moveTo>
                    <a:pt x="2589136" y="3798366"/>
                  </a:moveTo>
                  <a:lnTo>
                    <a:pt x="2518981" y="3767201"/>
                  </a:lnTo>
                  <a:lnTo>
                    <a:pt x="2508593" y="3790581"/>
                  </a:lnTo>
                  <a:lnTo>
                    <a:pt x="2526538" y="3799878"/>
                  </a:lnTo>
                  <a:lnTo>
                    <a:pt x="2544965" y="3808438"/>
                  </a:lnTo>
                  <a:lnTo>
                    <a:pt x="2581338" y="3824351"/>
                  </a:lnTo>
                  <a:lnTo>
                    <a:pt x="2589136" y="3798366"/>
                  </a:lnTo>
                  <a:close/>
                </a:path>
                <a:path w="4362450" h="3990975">
                  <a:moveTo>
                    <a:pt x="2713837" y="3847731"/>
                  </a:moveTo>
                  <a:lnTo>
                    <a:pt x="2677464" y="3835717"/>
                  </a:lnTo>
                  <a:lnTo>
                    <a:pt x="2659037" y="3829100"/>
                  </a:lnTo>
                  <a:lnTo>
                    <a:pt x="2641092" y="3821760"/>
                  </a:lnTo>
                  <a:lnTo>
                    <a:pt x="2630703" y="3845141"/>
                  </a:lnTo>
                  <a:lnTo>
                    <a:pt x="2649778" y="3851389"/>
                  </a:lnTo>
                  <a:lnTo>
                    <a:pt x="2686964" y="3864864"/>
                  </a:lnTo>
                  <a:lnTo>
                    <a:pt x="2706039" y="3871112"/>
                  </a:lnTo>
                  <a:lnTo>
                    <a:pt x="2713837" y="3847731"/>
                  </a:lnTo>
                  <a:close/>
                </a:path>
                <a:path w="4362450" h="3990975">
                  <a:moveTo>
                    <a:pt x="2838539" y="3881513"/>
                  </a:moveTo>
                  <a:lnTo>
                    <a:pt x="2819095" y="3876065"/>
                  </a:lnTo>
                  <a:lnTo>
                    <a:pt x="2781185" y="3866159"/>
                  </a:lnTo>
                  <a:lnTo>
                    <a:pt x="2763202" y="3860723"/>
                  </a:lnTo>
                  <a:lnTo>
                    <a:pt x="2755404" y="3886708"/>
                  </a:lnTo>
                  <a:lnTo>
                    <a:pt x="2773388" y="3892143"/>
                  </a:lnTo>
                  <a:lnTo>
                    <a:pt x="2811310" y="3902049"/>
                  </a:lnTo>
                  <a:lnTo>
                    <a:pt x="2830753" y="3907485"/>
                  </a:lnTo>
                  <a:lnTo>
                    <a:pt x="2838539" y="3881513"/>
                  </a:lnTo>
                  <a:close/>
                </a:path>
                <a:path w="4362450" h="3990975">
                  <a:moveTo>
                    <a:pt x="2963253" y="3912679"/>
                  </a:moveTo>
                  <a:lnTo>
                    <a:pt x="2887903" y="3897096"/>
                  </a:lnTo>
                  <a:lnTo>
                    <a:pt x="2882709" y="3923080"/>
                  </a:lnTo>
                  <a:lnTo>
                    <a:pt x="2960649" y="3938663"/>
                  </a:lnTo>
                  <a:lnTo>
                    <a:pt x="2963253" y="3912679"/>
                  </a:lnTo>
                  <a:close/>
                </a:path>
                <a:path w="4362450" h="3990975">
                  <a:moveTo>
                    <a:pt x="3095752" y="3933469"/>
                  </a:moveTo>
                  <a:lnTo>
                    <a:pt x="3076257" y="3929977"/>
                  </a:lnTo>
                  <a:lnTo>
                    <a:pt x="3037294" y="3923969"/>
                  </a:lnTo>
                  <a:lnTo>
                    <a:pt x="3017812" y="3920477"/>
                  </a:lnTo>
                  <a:lnTo>
                    <a:pt x="3051581" y="3953929"/>
                  </a:lnTo>
                  <a:lnTo>
                    <a:pt x="3090557" y="3959453"/>
                  </a:lnTo>
                  <a:lnTo>
                    <a:pt x="3095752" y="3933469"/>
                  </a:lnTo>
                  <a:close/>
                </a:path>
                <a:path w="4362450" h="3990975">
                  <a:moveTo>
                    <a:pt x="3223056" y="3949052"/>
                  </a:moveTo>
                  <a:lnTo>
                    <a:pt x="3145117" y="3941267"/>
                  </a:lnTo>
                  <a:lnTo>
                    <a:pt x="3142513" y="3967238"/>
                  </a:lnTo>
                  <a:lnTo>
                    <a:pt x="3220453" y="3975036"/>
                  </a:lnTo>
                  <a:lnTo>
                    <a:pt x="3223056" y="3949052"/>
                  </a:lnTo>
                  <a:close/>
                </a:path>
                <a:path w="4362450" h="3990975">
                  <a:moveTo>
                    <a:pt x="3352952" y="3959453"/>
                  </a:moveTo>
                  <a:lnTo>
                    <a:pt x="3333470" y="3957904"/>
                  </a:lnTo>
                  <a:lnTo>
                    <a:pt x="3294494" y="3955796"/>
                  </a:lnTo>
                  <a:lnTo>
                    <a:pt x="3275012" y="3954259"/>
                  </a:lnTo>
                  <a:lnTo>
                    <a:pt x="3272409" y="3980230"/>
                  </a:lnTo>
                  <a:lnTo>
                    <a:pt x="3291903" y="3981780"/>
                  </a:lnTo>
                  <a:lnTo>
                    <a:pt x="3330867" y="3983888"/>
                  </a:lnTo>
                  <a:lnTo>
                    <a:pt x="3350361" y="3985425"/>
                  </a:lnTo>
                  <a:lnTo>
                    <a:pt x="3352952" y="3959453"/>
                  </a:lnTo>
                  <a:close/>
                </a:path>
                <a:path w="4362450" h="3990975">
                  <a:moveTo>
                    <a:pt x="3482860" y="3964648"/>
                  </a:moveTo>
                  <a:lnTo>
                    <a:pt x="3463366" y="3964241"/>
                  </a:lnTo>
                  <a:lnTo>
                    <a:pt x="3424402" y="3962450"/>
                  </a:lnTo>
                  <a:lnTo>
                    <a:pt x="3404908" y="3962044"/>
                  </a:lnTo>
                  <a:lnTo>
                    <a:pt x="3404908" y="3988028"/>
                  </a:lnTo>
                  <a:lnTo>
                    <a:pt x="3424402" y="3988435"/>
                  </a:lnTo>
                  <a:lnTo>
                    <a:pt x="3463366" y="3990225"/>
                  </a:lnTo>
                  <a:lnTo>
                    <a:pt x="3482860" y="3990632"/>
                  </a:lnTo>
                  <a:lnTo>
                    <a:pt x="3482860" y="3964648"/>
                  </a:lnTo>
                  <a:close/>
                </a:path>
                <a:path w="4362450" h="3990975">
                  <a:moveTo>
                    <a:pt x="3612756" y="3964648"/>
                  </a:moveTo>
                  <a:lnTo>
                    <a:pt x="3534816" y="3964648"/>
                  </a:lnTo>
                  <a:lnTo>
                    <a:pt x="3534816" y="3990632"/>
                  </a:lnTo>
                  <a:lnTo>
                    <a:pt x="3612756" y="3990632"/>
                  </a:lnTo>
                  <a:lnTo>
                    <a:pt x="3612756" y="3964648"/>
                  </a:lnTo>
                  <a:close/>
                </a:path>
                <a:path w="4362450" h="3990975">
                  <a:moveTo>
                    <a:pt x="3745255" y="3962044"/>
                  </a:moveTo>
                  <a:lnTo>
                    <a:pt x="3725773" y="3963555"/>
                  </a:lnTo>
                  <a:lnTo>
                    <a:pt x="3706291" y="3964317"/>
                  </a:lnTo>
                  <a:lnTo>
                    <a:pt x="3686797" y="3964609"/>
                  </a:lnTo>
                  <a:lnTo>
                    <a:pt x="3667315" y="3964609"/>
                  </a:lnTo>
                  <a:lnTo>
                    <a:pt x="3667315" y="3990581"/>
                  </a:lnTo>
                  <a:lnTo>
                    <a:pt x="3686797" y="3990581"/>
                  </a:lnTo>
                  <a:lnTo>
                    <a:pt x="3706291" y="3990302"/>
                  </a:lnTo>
                  <a:lnTo>
                    <a:pt x="3725773" y="3989527"/>
                  </a:lnTo>
                  <a:lnTo>
                    <a:pt x="3745255" y="3988028"/>
                  </a:lnTo>
                  <a:lnTo>
                    <a:pt x="3745255" y="3962044"/>
                  </a:lnTo>
                  <a:close/>
                </a:path>
                <a:path w="4362450" h="3990975">
                  <a:moveTo>
                    <a:pt x="3877754" y="3985425"/>
                  </a:moveTo>
                  <a:lnTo>
                    <a:pt x="3875163" y="3959453"/>
                  </a:lnTo>
                  <a:lnTo>
                    <a:pt x="3855669" y="3959860"/>
                  </a:lnTo>
                  <a:lnTo>
                    <a:pt x="3816705" y="3961638"/>
                  </a:lnTo>
                  <a:lnTo>
                    <a:pt x="3797211" y="3962044"/>
                  </a:lnTo>
                  <a:lnTo>
                    <a:pt x="3797211" y="3988028"/>
                  </a:lnTo>
                  <a:lnTo>
                    <a:pt x="3816743" y="3986530"/>
                  </a:lnTo>
                  <a:lnTo>
                    <a:pt x="3836517" y="3985755"/>
                  </a:lnTo>
                  <a:lnTo>
                    <a:pt x="3859657" y="3985425"/>
                  </a:lnTo>
                  <a:lnTo>
                    <a:pt x="3877754" y="3985425"/>
                  </a:lnTo>
                  <a:close/>
                </a:path>
                <a:path w="4362450" h="3990975">
                  <a:moveTo>
                    <a:pt x="4005059" y="3975036"/>
                  </a:moveTo>
                  <a:lnTo>
                    <a:pt x="4002455" y="3949052"/>
                  </a:lnTo>
                  <a:lnTo>
                    <a:pt x="3982974" y="3950601"/>
                  </a:lnTo>
                  <a:lnTo>
                    <a:pt x="3944010" y="3952710"/>
                  </a:lnTo>
                  <a:lnTo>
                    <a:pt x="3924516" y="3954259"/>
                  </a:lnTo>
                  <a:lnTo>
                    <a:pt x="3927119" y="3980230"/>
                  </a:lnTo>
                  <a:lnTo>
                    <a:pt x="3946601" y="3978694"/>
                  </a:lnTo>
                  <a:lnTo>
                    <a:pt x="3985577" y="3976586"/>
                  </a:lnTo>
                  <a:lnTo>
                    <a:pt x="4005059" y="3975036"/>
                  </a:lnTo>
                  <a:close/>
                </a:path>
                <a:path w="4362450" h="3990975">
                  <a:moveTo>
                    <a:pt x="4137558" y="3962044"/>
                  </a:moveTo>
                  <a:lnTo>
                    <a:pt x="4134967" y="3936073"/>
                  </a:lnTo>
                  <a:lnTo>
                    <a:pt x="4057015" y="3943858"/>
                  </a:lnTo>
                  <a:lnTo>
                    <a:pt x="4059618" y="3969842"/>
                  </a:lnTo>
                  <a:lnTo>
                    <a:pt x="4079100" y="3969359"/>
                  </a:lnTo>
                  <a:lnTo>
                    <a:pt x="4098594" y="3967899"/>
                  </a:lnTo>
                  <a:lnTo>
                    <a:pt x="4118076" y="3965460"/>
                  </a:lnTo>
                  <a:lnTo>
                    <a:pt x="4137558" y="3962044"/>
                  </a:lnTo>
                  <a:close/>
                </a:path>
                <a:path w="4362450" h="3990975">
                  <a:moveTo>
                    <a:pt x="4267466" y="3951655"/>
                  </a:moveTo>
                  <a:lnTo>
                    <a:pt x="4264863" y="3925671"/>
                  </a:lnTo>
                  <a:lnTo>
                    <a:pt x="4186923" y="3933469"/>
                  </a:lnTo>
                  <a:lnTo>
                    <a:pt x="4189526" y="3959453"/>
                  </a:lnTo>
                  <a:lnTo>
                    <a:pt x="4267466" y="3951655"/>
                  </a:lnTo>
                  <a:close/>
                </a:path>
                <a:path w="4362450" h="3990975">
                  <a:moveTo>
                    <a:pt x="4362450" y="3912844"/>
                  </a:moveTo>
                  <a:lnTo>
                    <a:pt x="4324616" y="3917886"/>
                  </a:lnTo>
                  <a:lnTo>
                    <a:pt x="4327220" y="3943858"/>
                  </a:lnTo>
                  <a:lnTo>
                    <a:pt x="4362450" y="3939171"/>
                  </a:lnTo>
                  <a:lnTo>
                    <a:pt x="4362450" y="3912844"/>
                  </a:lnTo>
                  <a:close/>
                </a:path>
              </a:pathLst>
            </a:custGeom>
            <a:solidFill>
              <a:srgbClr val="5DB0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54468" y="8098601"/>
              <a:ext cx="4464868" cy="2188398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9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Challenges</a:t>
            </a:r>
            <a:r>
              <a:rPr spc="-55" dirty="0"/>
              <a:t> </a:t>
            </a:r>
            <a:r>
              <a:rPr spc="170" dirty="0"/>
              <a:t>Faced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983096" y="2371350"/>
            <a:ext cx="11883390" cy="584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55904">
              <a:lnSpc>
                <a:spcPct val="100000"/>
              </a:lnSpc>
              <a:spcBef>
                <a:spcPts val="100"/>
              </a:spcBef>
              <a:buSzPct val="86597"/>
              <a:buChar char="•"/>
              <a:tabLst>
                <a:tab pos="256540" algn="l"/>
              </a:tabLst>
            </a:pPr>
            <a:r>
              <a:rPr sz="4850" spc="110" dirty="0">
                <a:solidFill>
                  <a:srgbClr val="293C62"/>
                </a:solidFill>
                <a:latin typeface="Tahoma"/>
                <a:cs typeface="Tahoma"/>
              </a:rPr>
              <a:t>UI</a:t>
            </a:r>
            <a:r>
              <a:rPr sz="4850" spc="-3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65" dirty="0">
                <a:solidFill>
                  <a:srgbClr val="293C62"/>
                </a:solidFill>
                <a:latin typeface="Tahoma"/>
                <a:cs typeface="Tahoma"/>
              </a:rPr>
              <a:t>layout</a:t>
            </a:r>
            <a:r>
              <a:rPr sz="4850" spc="-3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7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50" spc="-3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responsiveness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400685" indent="-387985">
              <a:lnSpc>
                <a:spcPct val="100000"/>
              </a:lnSpc>
              <a:buSzPct val="86597"/>
              <a:buChar char="•"/>
              <a:tabLst>
                <a:tab pos="400685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Data</a:t>
            </a:r>
            <a:r>
              <a:rPr sz="4850" spc="-3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100" dirty="0">
                <a:solidFill>
                  <a:srgbClr val="293C62"/>
                </a:solidFill>
                <a:latin typeface="Tahoma"/>
                <a:cs typeface="Tahoma"/>
              </a:rPr>
              <a:t>persistence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256540" indent="-255904">
              <a:lnSpc>
                <a:spcPct val="100000"/>
              </a:lnSpc>
              <a:spcBef>
                <a:spcPts val="5"/>
              </a:spcBef>
              <a:buSzPct val="86597"/>
              <a:buChar char="•"/>
              <a:tabLst>
                <a:tab pos="256540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Error</a:t>
            </a:r>
            <a:r>
              <a:rPr sz="485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45" dirty="0">
                <a:solidFill>
                  <a:srgbClr val="293C62"/>
                </a:solidFill>
                <a:latin typeface="Tahoma"/>
                <a:cs typeface="Tahoma"/>
              </a:rPr>
              <a:t>handling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256540" indent="-255904">
              <a:lnSpc>
                <a:spcPct val="100000"/>
              </a:lnSpc>
              <a:buSzPct val="86597"/>
              <a:buChar char="•"/>
              <a:tabLst>
                <a:tab pos="256540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Learning</a:t>
            </a:r>
            <a:r>
              <a:rPr sz="4850" spc="-31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85" dirty="0">
                <a:solidFill>
                  <a:srgbClr val="293C62"/>
                </a:solidFill>
                <a:latin typeface="Tahoma"/>
                <a:cs typeface="Tahoma"/>
              </a:rPr>
              <a:t>curves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80" dirty="0">
                <a:solidFill>
                  <a:srgbClr val="293C62"/>
                </a:solidFill>
                <a:latin typeface="Tahoma"/>
                <a:cs typeface="Tahoma"/>
              </a:rPr>
              <a:t>with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Android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components</a:t>
            </a:r>
            <a:endParaRPr sz="4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90609" cy="102887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Gained</a:t>
            </a:r>
            <a:r>
              <a:rPr spc="-225" dirty="0"/>
              <a:t> </a:t>
            </a:r>
            <a:r>
              <a:rPr spc="65" dirty="0"/>
              <a:t>hands-</a:t>
            </a:r>
            <a:r>
              <a:rPr dirty="0"/>
              <a:t>on</a:t>
            </a:r>
            <a:r>
              <a:rPr spc="-220" dirty="0"/>
              <a:t> </a:t>
            </a:r>
            <a:r>
              <a:rPr spc="60" dirty="0"/>
              <a:t>experience</a:t>
            </a:r>
            <a:r>
              <a:rPr spc="-220" dirty="0"/>
              <a:t> </a:t>
            </a:r>
            <a:r>
              <a:rPr spc="50" dirty="0"/>
              <a:t>with</a:t>
            </a:r>
            <a:r>
              <a:rPr spc="-225" dirty="0"/>
              <a:t> </a:t>
            </a:r>
            <a:r>
              <a:rPr spc="75" dirty="0"/>
              <a:t>Java</a:t>
            </a:r>
            <a:r>
              <a:rPr spc="-22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60" dirty="0"/>
              <a:t>Android</a:t>
            </a:r>
            <a:r>
              <a:rPr spc="-220" dirty="0"/>
              <a:t> </a:t>
            </a:r>
            <a:r>
              <a:rPr spc="-10" dirty="0"/>
              <a:t>Studio.</a:t>
            </a:r>
          </a:p>
          <a:p>
            <a:pPr marL="12700" marR="5080">
              <a:lnSpc>
                <a:spcPct val="231000"/>
              </a:lnSpc>
            </a:pPr>
            <a:r>
              <a:rPr dirty="0"/>
              <a:t>Learned</a:t>
            </a:r>
            <a:r>
              <a:rPr spc="-150" dirty="0"/>
              <a:t> </a:t>
            </a:r>
            <a:r>
              <a:rPr dirty="0"/>
              <a:t>how</a:t>
            </a:r>
            <a:r>
              <a:rPr spc="-150" dirty="0"/>
              <a:t> </a:t>
            </a:r>
            <a:r>
              <a:rPr dirty="0"/>
              <a:t>to</a:t>
            </a:r>
            <a:r>
              <a:rPr spc="-150" dirty="0"/>
              <a:t> </a:t>
            </a:r>
            <a:r>
              <a:rPr dirty="0"/>
              <a:t>design</a:t>
            </a:r>
            <a:r>
              <a:rPr spc="-145" dirty="0"/>
              <a:t> </a:t>
            </a:r>
            <a:r>
              <a:rPr spc="55" dirty="0"/>
              <a:t>responsive</a:t>
            </a:r>
            <a:r>
              <a:rPr spc="-15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65" dirty="0"/>
              <a:t>user-</a:t>
            </a:r>
            <a:r>
              <a:rPr spc="50" dirty="0"/>
              <a:t>friendly</a:t>
            </a:r>
            <a:r>
              <a:rPr spc="-145" dirty="0"/>
              <a:t> </a:t>
            </a:r>
            <a:r>
              <a:rPr spc="75" dirty="0"/>
              <a:t>mobile</a:t>
            </a:r>
            <a:r>
              <a:rPr spc="-150" dirty="0"/>
              <a:t> </a:t>
            </a:r>
            <a:r>
              <a:rPr spc="85" dirty="0"/>
              <a:t>UIs</a:t>
            </a:r>
            <a:r>
              <a:rPr spc="-150" dirty="0"/>
              <a:t> </a:t>
            </a:r>
            <a:r>
              <a:rPr dirty="0"/>
              <a:t>using</a:t>
            </a:r>
            <a:r>
              <a:rPr spc="-145" dirty="0"/>
              <a:t> </a:t>
            </a:r>
            <a:r>
              <a:rPr spc="-20" dirty="0"/>
              <a:t>XML. </a:t>
            </a:r>
            <a:r>
              <a:rPr spc="55" dirty="0"/>
              <a:t>Understood</a:t>
            </a:r>
            <a:r>
              <a:rPr spc="-165" dirty="0"/>
              <a:t> </a:t>
            </a:r>
            <a:r>
              <a:rPr dirty="0"/>
              <a:t>activity</a:t>
            </a:r>
            <a:r>
              <a:rPr spc="-160" dirty="0"/>
              <a:t> </a:t>
            </a:r>
            <a:r>
              <a:rPr spc="80" dirty="0"/>
              <a:t>lifecycle</a:t>
            </a:r>
            <a:r>
              <a:rPr spc="-160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dirty="0"/>
              <a:t>how</a:t>
            </a:r>
            <a:r>
              <a:rPr spc="-160" dirty="0"/>
              <a:t> </a:t>
            </a:r>
            <a:r>
              <a:rPr dirty="0"/>
              <a:t>to</a:t>
            </a:r>
            <a:r>
              <a:rPr spc="-160" dirty="0"/>
              <a:t> </a:t>
            </a:r>
            <a:r>
              <a:rPr dirty="0"/>
              <a:t>manage</a:t>
            </a:r>
            <a:r>
              <a:rPr spc="-160" dirty="0"/>
              <a:t> </a:t>
            </a:r>
            <a:r>
              <a:rPr spc="55" dirty="0"/>
              <a:t>user</a:t>
            </a:r>
            <a:r>
              <a:rPr spc="-160" dirty="0"/>
              <a:t> </a:t>
            </a:r>
            <a:r>
              <a:rPr spc="50" dirty="0"/>
              <a:t>interactions</a:t>
            </a:r>
            <a:r>
              <a:rPr spc="-160" dirty="0"/>
              <a:t> </a:t>
            </a:r>
            <a:r>
              <a:rPr spc="-10" dirty="0"/>
              <a:t>effectively.</a:t>
            </a: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pc="-10" dirty="0"/>
          </a:p>
          <a:p>
            <a:pPr marL="12700" marR="5080">
              <a:lnSpc>
                <a:spcPct val="115500"/>
              </a:lnSpc>
              <a:spcBef>
                <a:spcPts val="5"/>
              </a:spcBef>
            </a:pPr>
            <a:r>
              <a:rPr spc="50" dirty="0"/>
              <a:t>Improved</a:t>
            </a:r>
            <a:r>
              <a:rPr spc="-155" dirty="0"/>
              <a:t> </a:t>
            </a:r>
            <a:r>
              <a:rPr spc="75" dirty="0"/>
              <a:t>problem-</a:t>
            </a:r>
            <a:r>
              <a:rPr dirty="0"/>
              <a:t>solving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debugging</a:t>
            </a:r>
            <a:r>
              <a:rPr spc="-155" dirty="0"/>
              <a:t> </a:t>
            </a:r>
            <a:r>
              <a:rPr spc="110" dirty="0"/>
              <a:t>skills</a:t>
            </a:r>
            <a:r>
              <a:rPr spc="-150" dirty="0"/>
              <a:t> </a:t>
            </a:r>
            <a:r>
              <a:rPr spc="75" dirty="0"/>
              <a:t>while</a:t>
            </a:r>
            <a:r>
              <a:rPr spc="-155" dirty="0"/>
              <a:t> </a:t>
            </a:r>
            <a:r>
              <a:rPr spc="50" dirty="0"/>
              <a:t>building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testing</a:t>
            </a:r>
            <a:r>
              <a:rPr spc="-150" dirty="0"/>
              <a:t> </a:t>
            </a:r>
            <a:r>
              <a:rPr spc="-25" dirty="0"/>
              <a:t>the </a:t>
            </a:r>
            <a:r>
              <a:rPr spc="-20" dirty="0"/>
              <a:t>app.</a:t>
            </a: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dirty="0"/>
              <a:t>Learned</a:t>
            </a:r>
            <a:r>
              <a:rPr spc="-180" dirty="0"/>
              <a:t> </a:t>
            </a:r>
            <a:r>
              <a:rPr dirty="0"/>
              <a:t>how</a:t>
            </a:r>
            <a:r>
              <a:rPr spc="-180" dirty="0"/>
              <a:t> </a:t>
            </a:r>
            <a:r>
              <a:rPr dirty="0"/>
              <a:t>to</a:t>
            </a:r>
            <a:r>
              <a:rPr spc="-180" dirty="0"/>
              <a:t> </a:t>
            </a:r>
            <a:r>
              <a:rPr spc="50" dirty="0"/>
              <a:t>structure</a:t>
            </a:r>
            <a:r>
              <a:rPr spc="-175" dirty="0"/>
              <a:t> </a:t>
            </a:r>
            <a:r>
              <a:rPr dirty="0"/>
              <a:t>a</a:t>
            </a:r>
            <a:r>
              <a:rPr spc="-180" dirty="0"/>
              <a:t> </a:t>
            </a:r>
            <a:r>
              <a:rPr spc="75" dirty="0"/>
              <a:t>mobile</a:t>
            </a:r>
            <a:r>
              <a:rPr spc="-180" dirty="0"/>
              <a:t> </a:t>
            </a:r>
            <a:r>
              <a:rPr spc="60" dirty="0"/>
              <a:t>app</a:t>
            </a:r>
            <a:r>
              <a:rPr spc="-175" dirty="0"/>
              <a:t> </a:t>
            </a:r>
            <a:r>
              <a:rPr dirty="0"/>
              <a:t>using</a:t>
            </a:r>
            <a:r>
              <a:rPr spc="-180" dirty="0"/>
              <a:t> </a:t>
            </a:r>
            <a:r>
              <a:rPr spc="55" dirty="0"/>
              <a:t>modular</a:t>
            </a:r>
            <a:r>
              <a:rPr spc="-180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spc="50" dirty="0"/>
              <a:t>maintainable</a:t>
            </a:r>
            <a:r>
              <a:rPr spc="-175" dirty="0"/>
              <a:t> </a:t>
            </a:r>
            <a:r>
              <a:rPr spc="-20" dirty="0"/>
              <a:t>code.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216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114"/>
              </a:spcBef>
            </a:pPr>
            <a:r>
              <a:rPr sz="6900" i="0" spc="1789" dirty="0">
                <a:latin typeface="Times New Roman"/>
                <a:cs typeface="Times New Roman"/>
              </a:rPr>
              <a:t>🧠</a:t>
            </a:r>
            <a:r>
              <a:rPr sz="6900" i="0" spc="-285" dirty="0">
                <a:latin typeface="Times New Roman"/>
                <a:cs typeface="Times New Roman"/>
              </a:rPr>
              <a:t> </a:t>
            </a:r>
            <a:r>
              <a:rPr spc="120" dirty="0"/>
              <a:t>What</a:t>
            </a:r>
            <a:r>
              <a:rPr spc="-100" dirty="0"/>
              <a:t> </a:t>
            </a:r>
            <a:r>
              <a:rPr spc="409" dirty="0"/>
              <a:t>I</a:t>
            </a:r>
            <a:r>
              <a:rPr spc="-95" dirty="0"/>
              <a:t> </a:t>
            </a:r>
            <a:r>
              <a:rPr spc="160" dirty="0"/>
              <a:t>Have</a:t>
            </a:r>
            <a:r>
              <a:rPr spc="-100" dirty="0"/>
              <a:t> </a:t>
            </a:r>
            <a:r>
              <a:rPr spc="-10" dirty="0"/>
              <a:t>Learned</a:t>
            </a:r>
            <a:endParaRPr sz="6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16289"/>
            <a:ext cx="3584283" cy="25707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66057" y="73447"/>
            <a:ext cx="3021965" cy="10221595"/>
            <a:chOff x="15266057" y="73447"/>
            <a:chExt cx="3021965" cy="102215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7472" y="9054149"/>
              <a:ext cx="2610120" cy="12403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6057" y="73447"/>
              <a:ext cx="3019283" cy="3345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90609" cy="102887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99096" y="3268697"/>
            <a:ext cx="15436215" cy="4989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54075">
              <a:lnSpc>
                <a:spcPct val="114900"/>
              </a:lnSpc>
              <a:spcBef>
                <a:spcPts val="95"/>
              </a:spcBef>
            </a:pP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serves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as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digital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notebook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45" dirty="0">
                <a:solidFill>
                  <a:srgbClr val="293C62"/>
                </a:solidFill>
                <a:latin typeface="Tahoma"/>
                <a:cs typeface="Tahoma"/>
              </a:rPr>
              <a:t>students,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professionals,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anyone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25" dirty="0">
                <a:solidFill>
                  <a:srgbClr val="293C62"/>
                </a:solidFill>
                <a:latin typeface="Tahoma"/>
                <a:cs typeface="Tahoma"/>
              </a:rPr>
              <a:t>who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needs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jot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down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293C62"/>
                </a:solidFill>
                <a:latin typeface="Tahoma"/>
                <a:cs typeface="Tahoma"/>
              </a:rPr>
              <a:t>quick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thoughts,</a:t>
            </a:r>
            <a:r>
              <a:rPr sz="315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tasks,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or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reminders.</a:t>
            </a:r>
            <a:endParaRPr sz="3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15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</a:pP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can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293C62"/>
                </a:solidFill>
                <a:latin typeface="Tahoma"/>
                <a:cs typeface="Tahoma"/>
              </a:rPr>
              <a:t>replace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physical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notepads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improve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by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keeping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organized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easily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accessible.</a:t>
            </a:r>
            <a:endParaRPr sz="3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150">
              <a:latin typeface="Tahoma"/>
              <a:cs typeface="Tahoma"/>
            </a:endParaRPr>
          </a:p>
          <a:p>
            <a:pPr marL="12700" marR="574675">
              <a:lnSpc>
                <a:spcPct val="114900"/>
              </a:lnSpc>
            </a:pP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With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future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enhancements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like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cloud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sync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reminders,</a:t>
            </a:r>
            <a:r>
              <a:rPr sz="315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can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evolve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into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full-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featured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personal</a:t>
            </a:r>
            <a:r>
              <a:rPr sz="3150" spc="-1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tool,</a:t>
            </a:r>
            <a:r>
              <a:rPr sz="3150" spc="-1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similar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Google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85" dirty="0">
                <a:solidFill>
                  <a:srgbClr val="293C62"/>
                </a:solidFill>
                <a:latin typeface="Tahoma"/>
                <a:cs typeface="Tahoma"/>
              </a:rPr>
              <a:t>Keep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or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Microsoft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OneNote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455" dirty="0">
                <a:solidFill>
                  <a:srgbClr val="293C62"/>
                </a:solidFill>
                <a:latin typeface="Tahoma"/>
                <a:cs typeface="Tahoma"/>
              </a:rPr>
              <a:t>—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but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simpler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lighter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everyday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20" dirty="0">
                <a:solidFill>
                  <a:srgbClr val="293C62"/>
                </a:solidFill>
                <a:latin typeface="Tahoma"/>
                <a:cs typeface="Tahoma"/>
              </a:rPr>
              <a:t>use.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471551"/>
            <a:ext cx="12623800" cy="1698554"/>
          </a:xfrm>
          <a:prstGeom prst="rect">
            <a:avLst/>
          </a:prstGeom>
        </p:spPr>
        <p:txBody>
          <a:bodyPr vert="horz" wrap="square" lIns="0" tIns="516267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100"/>
              </a:spcBef>
            </a:pPr>
            <a:r>
              <a:rPr sz="7650" i="0" spc="5890" dirty="0">
                <a:latin typeface="Webdings"/>
                <a:cs typeface="Webdings"/>
              </a:rPr>
              <a:t>🌍</a:t>
            </a:r>
            <a:r>
              <a:rPr sz="7650" i="0" spc="-480" dirty="0">
                <a:latin typeface="Times New Roman"/>
                <a:cs typeface="Times New Roman"/>
              </a:rPr>
              <a:t> </a:t>
            </a:r>
            <a:r>
              <a:rPr spc="225" dirty="0"/>
              <a:t>Real-</a:t>
            </a:r>
            <a:r>
              <a:rPr spc="185" dirty="0"/>
              <a:t>World</a:t>
            </a:r>
            <a:r>
              <a:rPr spc="-204" dirty="0"/>
              <a:t> </a:t>
            </a:r>
            <a:r>
              <a:rPr dirty="0"/>
              <a:t>Use</a:t>
            </a:r>
            <a:r>
              <a:rPr spc="-155" dirty="0"/>
              <a:t> </a:t>
            </a:r>
            <a:r>
              <a:rPr lang="en-IN" spc="-1635" dirty="0"/>
              <a:t>Cases</a:t>
            </a:r>
            <a:endParaRPr sz="76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16289"/>
            <a:ext cx="3584283" cy="25707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66057" y="73447"/>
            <a:ext cx="3021965" cy="10221595"/>
            <a:chOff x="15266057" y="73447"/>
            <a:chExt cx="3021965" cy="102215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7472" y="9054149"/>
              <a:ext cx="2610120" cy="12403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6057" y="73447"/>
              <a:ext cx="3019283" cy="3345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73519"/>
            <a:ext cx="4012342" cy="331348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887037" y="7230546"/>
            <a:ext cx="7401559" cy="3056890"/>
            <a:chOff x="10887037" y="7230546"/>
            <a:chExt cx="7401559" cy="30568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27040" y="7230546"/>
              <a:ext cx="2860959" cy="30564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7037" y="9303283"/>
              <a:ext cx="6916291" cy="98371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" y="9516448"/>
            <a:ext cx="5644970" cy="7705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67062" y="4337081"/>
            <a:ext cx="59309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580" dirty="0">
                <a:solidFill>
                  <a:srgbClr val="FDF6F1"/>
                </a:solidFill>
              </a:rPr>
              <a:t>Thank</a:t>
            </a:r>
            <a:r>
              <a:rPr sz="10000" spc="-135" dirty="0">
                <a:solidFill>
                  <a:srgbClr val="FDF6F1"/>
                </a:solidFill>
              </a:rPr>
              <a:t> </a:t>
            </a:r>
            <a:r>
              <a:rPr sz="10000" spc="380" dirty="0">
                <a:solidFill>
                  <a:srgbClr val="FDF6F1"/>
                </a:solidFill>
              </a:rPr>
              <a:t>You</a:t>
            </a:r>
            <a:endParaRPr sz="1000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8906" y="5938537"/>
            <a:ext cx="4836840" cy="27629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386535" y="9269523"/>
            <a:ext cx="2562860" cy="1017905"/>
          </a:xfrm>
          <a:custGeom>
            <a:avLst/>
            <a:gdLst/>
            <a:ahLst/>
            <a:cxnLst/>
            <a:rect l="l" t="t" r="r" b="b"/>
            <a:pathLst>
              <a:path w="2562859" h="1017904">
                <a:moveTo>
                  <a:pt x="134559" y="574611"/>
                </a:moveTo>
                <a:lnTo>
                  <a:pt x="156096" y="529046"/>
                </a:lnTo>
                <a:lnTo>
                  <a:pt x="178952" y="484673"/>
                </a:lnTo>
                <a:lnTo>
                  <a:pt x="203134" y="441588"/>
                </a:lnTo>
                <a:lnTo>
                  <a:pt x="228647" y="399882"/>
                </a:lnTo>
                <a:lnTo>
                  <a:pt x="255499" y="359649"/>
                </a:lnTo>
                <a:lnTo>
                  <a:pt x="283697" y="320983"/>
                </a:lnTo>
                <a:lnTo>
                  <a:pt x="313248" y="283977"/>
                </a:lnTo>
                <a:lnTo>
                  <a:pt x="344158" y="248725"/>
                </a:lnTo>
                <a:lnTo>
                  <a:pt x="378832" y="213027"/>
                </a:lnTo>
                <a:lnTo>
                  <a:pt x="415144" y="179618"/>
                </a:lnTo>
                <a:lnTo>
                  <a:pt x="453077" y="148627"/>
                </a:lnTo>
                <a:lnTo>
                  <a:pt x="492609" y="120185"/>
                </a:lnTo>
                <a:lnTo>
                  <a:pt x="533723" y="94421"/>
                </a:lnTo>
                <a:lnTo>
                  <a:pt x="576399" y="71466"/>
                </a:lnTo>
                <a:lnTo>
                  <a:pt x="620618" y="51449"/>
                </a:lnTo>
                <a:lnTo>
                  <a:pt x="666360" y="34502"/>
                </a:lnTo>
                <a:lnTo>
                  <a:pt x="713608" y="20753"/>
                </a:lnTo>
                <a:lnTo>
                  <a:pt x="762340" y="10333"/>
                </a:lnTo>
                <a:lnTo>
                  <a:pt x="812539" y="3372"/>
                </a:lnTo>
                <a:lnTo>
                  <a:pt x="864184" y="0"/>
                </a:lnTo>
                <a:lnTo>
                  <a:pt x="917258" y="347"/>
                </a:lnTo>
                <a:lnTo>
                  <a:pt x="971740" y="4543"/>
                </a:lnTo>
                <a:lnTo>
                  <a:pt x="1023556" y="14606"/>
                </a:lnTo>
                <a:lnTo>
                  <a:pt x="1069448" y="31928"/>
                </a:lnTo>
                <a:lnTo>
                  <a:pt x="1109613" y="55586"/>
                </a:lnTo>
                <a:lnTo>
                  <a:pt x="1144245" y="84657"/>
                </a:lnTo>
                <a:lnTo>
                  <a:pt x="1173540" y="118221"/>
                </a:lnTo>
                <a:lnTo>
                  <a:pt x="1203575" y="164886"/>
                </a:lnTo>
                <a:lnTo>
                  <a:pt x="1227931" y="215303"/>
                </a:lnTo>
                <a:lnTo>
                  <a:pt x="1248090" y="268235"/>
                </a:lnTo>
                <a:lnTo>
                  <a:pt x="1265527" y="322444"/>
                </a:lnTo>
                <a:lnTo>
                  <a:pt x="1297505" y="430037"/>
                </a:lnTo>
                <a:lnTo>
                  <a:pt x="1314182" y="480988"/>
                </a:lnTo>
                <a:lnTo>
                  <a:pt x="1332705" y="528364"/>
                </a:lnTo>
                <a:lnTo>
                  <a:pt x="1353854" y="570740"/>
                </a:lnTo>
                <a:lnTo>
                  <a:pt x="1378371" y="607188"/>
                </a:lnTo>
                <a:lnTo>
                  <a:pt x="1407238" y="637192"/>
                </a:lnTo>
                <a:lnTo>
                  <a:pt x="1441440" y="660237"/>
                </a:lnTo>
                <a:lnTo>
                  <a:pt x="1479887" y="675768"/>
                </a:lnTo>
                <a:lnTo>
                  <a:pt x="1480598" y="676055"/>
                </a:lnTo>
                <a:lnTo>
                  <a:pt x="1523481" y="685180"/>
                </a:lnTo>
                <a:lnTo>
                  <a:pt x="1569752" y="688278"/>
                </a:lnTo>
                <a:lnTo>
                  <a:pt x="1618914" y="686024"/>
                </a:lnTo>
                <a:lnTo>
                  <a:pt x="1671106" y="679064"/>
                </a:lnTo>
                <a:lnTo>
                  <a:pt x="1716131" y="670228"/>
                </a:lnTo>
                <a:lnTo>
                  <a:pt x="1762218" y="659225"/>
                </a:lnTo>
                <a:lnTo>
                  <a:pt x="1809075" y="646614"/>
                </a:lnTo>
                <a:lnTo>
                  <a:pt x="1856411" y="632958"/>
                </a:lnTo>
                <a:lnTo>
                  <a:pt x="1951347" y="604753"/>
                </a:lnTo>
                <a:lnTo>
                  <a:pt x="2007713" y="588736"/>
                </a:lnTo>
                <a:lnTo>
                  <a:pt x="2063197" y="574652"/>
                </a:lnTo>
                <a:lnTo>
                  <a:pt x="2117528" y="563630"/>
                </a:lnTo>
                <a:lnTo>
                  <a:pt x="2170433" y="556798"/>
                </a:lnTo>
                <a:lnTo>
                  <a:pt x="2221642" y="555287"/>
                </a:lnTo>
                <a:lnTo>
                  <a:pt x="2271049" y="560868"/>
                </a:lnTo>
                <a:lnTo>
                  <a:pt x="2317819" y="575061"/>
                </a:lnTo>
                <a:lnTo>
                  <a:pt x="2360582" y="598623"/>
                </a:lnTo>
                <a:lnTo>
                  <a:pt x="2397968" y="632306"/>
                </a:lnTo>
                <a:lnTo>
                  <a:pt x="2428610" y="676866"/>
                </a:lnTo>
                <a:lnTo>
                  <a:pt x="2448623" y="715907"/>
                </a:lnTo>
                <a:lnTo>
                  <a:pt x="2468021" y="756851"/>
                </a:lnTo>
                <a:lnTo>
                  <a:pt x="2486732" y="799549"/>
                </a:lnTo>
                <a:lnTo>
                  <a:pt x="2504685" y="843854"/>
                </a:lnTo>
                <a:lnTo>
                  <a:pt x="2521808" y="889619"/>
                </a:lnTo>
                <a:lnTo>
                  <a:pt x="2538032" y="936697"/>
                </a:lnTo>
                <a:lnTo>
                  <a:pt x="2553284" y="984940"/>
                </a:lnTo>
                <a:lnTo>
                  <a:pt x="2562670" y="1017475"/>
                </a:lnTo>
                <a:lnTo>
                  <a:pt x="2491170" y="1017475"/>
                </a:lnTo>
                <a:lnTo>
                  <a:pt x="2478739" y="976551"/>
                </a:lnTo>
                <a:lnTo>
                  <a:pt x="2462433" y="927628"/>
                </a:lnTo>
                <a:lnTo>
                  <a:pt x="2445161" y="880177"/>
                </a:lnTo>
                <a:lnTo>
                  <a:pt x="2427015" y="834397"/>
                </a:lnTo>
                <a:lnTo>
                  <a:pt x="2408087" y="790485"/>
                </a:lnTo>
                <a:lnTo>
                  <a:pt x="2388470" y="748638"/>
                </a:lnTo>
                <a:lnTo>
                  <a:pt x="2368256" y="709054"/>
                </a:lnTo>
                <a:lnTo>
                  <a:pt x="2340368" y="669247"/>
                </a:lnTo>
                <a:lnTo>
                  <a:pt x="2306881" y="643359"/>
                </a:lnTo>
                <a:lnTo>
                  <a:pt x="2266912" y="628976"/>
                </a:lnTo>
                <a:lnTo>
                  <a:pt x="2219576" y="623680"/>
                </a:lnTo>
                <a:lnTo>
                  <a:pt x="2176344" y="625125"/>
                </a:lnTo>
                <a:lnTo>
                  <a:pt x="2129180" y="631380"/>
                </a:lnTo>
                <a:lnTo>
                  <a:pt x="2078731" y="641584"/>
                </a:lnTo>
                <a:lnTo>
                  <a:pt x="2025643" y="654879"/>
                </a:lnTo>
                <a:lnTo>
                  <a:pt x="1970563" y="670406"/>
                </a:lnTo>
                <a:lnTo>
                  <a:pt x="1875867" y="698615"/>
                </a:lnTo>
                <a:lnTo>
                  <a:pt x="1827679" y="712542"/>
                </a:lnTo>
                <a:lnTo>
                  <a:pt x="1779247" y="725560"/>
                </a:lnTo>
                <a:lnTo>
                  <a:pt x="1730809" y="737078"/>
                </a:lnTo>
                <a:lnTo>
                  <a:pt x="1682601" y="746503"/>
                </a:lnTo>
                <a:lnTo>
                  <a:pt x="1634733" y="753248"/>
                </a:lnTo>
                <a:lnTo>
                  <a:pt x="1587539" y="756599"/>
                </a:lnTo>
                <a:lnTo>
                  <a:pt x="1587378" y="756610"/>
                </a:lnTo>
                <a:lnTo>
                  <a:pt x="1540874" y="755822"/>
                </a:lnTo>
                <a:lnTo>
                  <a:pt x="1495555" y="750117"/>
                </a:lnTo>
                <a:lnTo>
                  <a:pt x="1451759" y="738726"/>
                </a:lnTo>
                <a:lnTo>
                  <a:pt x="1413622" y="722501"/>
                </a:lnTo>
                <a:lnTo>
                  <a:pt x="1409819" y="720883"/>
                </a:lnTo>
                <a:lnTo>
                  <a:pt x="1363415" y="689631"/>
                </a:lnTo>
                <a:lnTo>
                  <a:pt x="1325531" y="650431"/>
                </a:lnTo>
                <a:lnTo>
                  <a:pt x="1294855" y="605189"/>
                </a:lnTo>
                <a:lnTo>
                  <a:pt x="1270077" y="555809"/>
                </a:lnTo>
                <a:lnTo>
                  <a:pt x="1249635" y="503778"/>
                </a:lnTo>
                <a:lnTo>
                  <a:pt x="1232000" y="450086"/>
                </a:lnTo>
                <a:lnTo>
                  <a:pt x="1200104" y="342339"/>
                </a:lnTo>
                <a:lnTo>
                  <a:pt x="1183373" y="290687"/>
                </a:lnTo>
                <a:lnTo>
                  <a:pt x="1164803" y="242187"/>
                </a:lnTo>
                <a:lnTo>
                  <a:pt x="1143575" y="198013"/>
                </a:lnTo>
                <a:lnTo>
                  <a:pt x="1118871" y="159339"/>
                </a:lnTo>
                <a:lnTo>
                  <a:pt x="1090127" y="126953"/>
                </a:lnTo>
                <a:lnTo>
                  <a:pt x="1056042" y="101272"/>
                </a:lnTo>
                <a:lnTo>
                  <a:pt x="1014689" y="82916"/>
                </a:lnTo>
                <a:lnTo>
                  <a:pt x="964142" y="72505"/>
                </a:lnTo>
                <a:lnTo>
                  <a:pt x="910511" y="68451"/>
                </a:lnTo>
                <a:lnTo>
                  <a:pt x="858610" y="68385"/>
                </a:lnTo>
                <a:lnTo>
                  <a:pt x="808412" y="72180"/>
                </a:lnTo>
                <a:lnTo>
                  <a:pt x="759892" y="79712"/>
                </a:lnTo>
                <a:lnTo>
                  <a:pt x="713025" y="90855"/>
                </a:lnTo>
                <a:lnTo>
                  <a:pt x="667785" y="105485"/>
                </a:lnTo>
                <a:lnTo>
                  <a:pt x="624146" y="123477"/>
                </a:lnTo>
                <a:lnTo>
                  <a:pt x="582084" y="144704"/>
                </a:lnTo>
                <a:lnTo>
                  <a:pt x="541573" y="169044"/>
                </a:lnTo>
                <a:lnTo>
                  <a:pt x="502587" y="196369"/>
                </a:lnTo>
                <a:lnTo>
                  <a:pt x="465100" y="226556"/>
                </a:lnTo>
                <a:lnTo>
                  <a:pt x="429088" y="259479"/>
                </a:lnTo>
                <a:lnTo>
                  <a:pt x="394524" y="295013"/>
                </a:lnTo>
                <a:lnTo>
                  <a:pt x="363754" y="330254"/>
                </a:lnTo>
                <a:lnTo>
                  <a:pt x="334307" y="367564"/>
                </a:lnTo>
                <a:lnTo>
                  <a:pt x="306191" y="406826"/>
                </a:lnTo>
                <a:lnTo>
                  <a:pt x="279413" y="447925"/>
                </a:lnTo>
                <a:lnTo>
                  <a:pt x="253981" y="490745"/>
                </a:lnTo>
                <a:lnTo>
                  <a:pt x="229901" y="535171"/>
                </a:lnTo>
                <a:lnTo>
                  <a:pt x="207181" y="581087"/>
                </a:lnTo>
                <a:lnTo>
                  <a:pt x="11989" y="1017475"/>
                </a:lnTo>
                <a:lnTo>
                  <a:pt x="0" y="1017475"/>
                </a:lnTo>
                <a:lnTo>
                  <a:pt x="8903" y="970905"/>
                </a:lnTo>
                <a:lnTo>
                  <a:pt x="20136" y="919147"/>
                </a:lnTo>
                <a:lnTo>
                  <a:pt x="32636" y="867841"/>
                </a:lnTo>
                <a:lnTo>
                  <a:pt x="46407" y="817075"/>
                </a:lnTo>
                <a:lnTo>
                  <a:pt x="61455" y="766942"/>
                </a:lnTo>
                <a:lnTo>
                  <a:pt x="77787" y="717536"/>
                </a:lnTo>
                <a:lnTo>
                  <a:pt x="95411" y="668950"/>
                </a:lnTo>
                <a:lnTo>
                  <a:pt x="114332" y="621277"/>
                </a:lnTo>
                <a:lnTo>
                  <a:pt x="134559" y="574611"/>
                </a:lnTo>
                <a:close/>
              </a:path>
              <a:path w="2562859" h="1017904">
                <a:moveTo>
                  <a:pt x="11989" y="1017475"/>
                </a:moveTo>
                <a:lnTo>
                  <a:pt x="185827" y="628377"/>
                </a:lnTo>
                <a:lnTo>
                  <a:pt x="165847" y="676927"/>
                </a:lnTo>
                <a:lnTo>
                  <a:pt x="147248" y="726619"/>
                </a:lnTo>
                <a:lnTo>
                  <a:pt x="130037" y="777339"/>
                </a:lnTo>
                <a:lnTo>
                  <a:pt x="114221" y="828972"/>
                </a:lnTo>
                <a:lnTo>
                  <a:pt x="99808" y="881401"/>
                </a:lnTo>
                <a:lnTo>
                  <a:pt x="86804" y="934511"/>
                </a:lnTo>
                <a:lnTo>
                  <a:pt x="75941" y="984589"/>
                </a:lnTo>
                <a:lnTo>
                  <a:pt x="69663" y="1017475"/>
                </a:lnTo>
                <a:lnTo>
                  <a:pt x="12214" y="1017475"/>
                </a:lnTo>
                <a:lnTo>
                  <a:pt x="11989" y="1017475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7326" y="8555774"/>
            <a:ext cx="299720" cy="617220"/>
          </a:xfrm>
          <a:custGeom>
            <a:avLst/>
            <a:gdLst/>
            <a:ahLst/>
            <a:cxnLst/>
            <a:rect l="l" t="t" r="r" b="b"/>
            <a:pathLst>
              <a:path w="299719" h="617220">
                <a:moveTo>
                  <a:pt x="90055" y="616876"/>
                </a:moveTo>
                <a:lnTo>
                  <a:pt x="81770" y="608406"/>
                </a:lnTo>
                <a:lnTo>
                  <a:pt x="77718" y="583877"/>
                </a:lnTo>
                <a:lnTo>
                  <a:pt x="84124" y="526377"/>
                </a:lnTo>
                <a:lnTo>
                  <a:pt x="82856" y="474907"/>
                </a:lnTo>
                <a:lnTo>
                  <a:pt x="73992" y="429091"/>
                </a:lnTo>
                <a:lnTo>
                  <a:pt x="57610" y="388552"/>
                </a:lnTo>
                <a:lnTo>
                  <a:pt x="33788" y="352912"/>
                </a:lnTo>
                <a:lnTo>
                  <a:pt x="2605" y="321796"/>
                </a:lnTo>
                <a:lnTo>
                  <a:pt x="39" y="319393"/>
                </a:lnTo>
                <a:lnTo>
                  <a:pt x="854" y="313691"/>
                </a:lnTo>
                <a:lnTo>
                  <a:pt x="0" y="309496"/>
                </a:lnTo>
                <a:lnTo>
                  <a:pt x="22267" y="298235"/>
                </a:lnTo>
                <a:lnTo>
                  <a:pt x="51519" y="293682"/>
                </a:lnTo>
                <a:lnTo>
                  <a:pt x="84692" y="284217"/>
                </a:lnTo>
                <a:lnTo>
                  <a:pt x="118350" y="258274"/>
                </a:lnTo>
                <a:lnTo>
                  <a:pt x="149149" y="204275"/>
                </a:lnTo>
                <a:lnTo>
                  <a:pt x="158656" y="187898"/>
                </a:lnTo>
                <a:lnTo>
                  <a:pt x="174985" y="141165"/>
                </a:lnTo>
                <a:lnTo>
                  <a:pt x="182168" y="97724"/>
                </a:lnTo>
                <a:lnTo>
                  <a:pt x="194416" y="11767"/>
                </a:lnTo>
                <a:lnTo>
                  <a:pt x="201650" y="4020"/>
                </a:lnTo>
                <a:lnTo>
                  <a:pt x="215880" y="0"/>
                </a:lnTo>
                <a:lnTo>
                  <a:pt x="227999" y="13787"/>
                </a:lnTo>
                <a:lnTo>
                  <a:pt x="228906" y="59461"/>
                </a:lnTo>
                <a:lnTo>
                  <a:pt x="222247" y="130102"/>
                </a:lnTo>
                <a:lnTo>
                  <a:pt x="222922" y="196808"/>
                </a:lnTo>
                <a:lnTo>
                  <a:pt x="222924" y="197086"/>
                </a:lnTo>
                <a:lnTo>
                  <a:pt x="227065" y="247414"/>
                </a:lnTo>
                <a:lnTo>
                  <a:pt x="183152" y="241136"/>
                </a:lnTo>
                <a:lnTo>
                  <a:pt x="171117" y="255274"/>
                </a:lnTo>
                <a:lnTo>
                  <a:pt x="161167" y="271047"/>
                </a:lnTo>
                <a:lnTo>
                  <a:pt x="150469" y="286331"/>
                </a:lnTo>
                <a:lnTo>
                  <a:pt x="136189" y="299003"/>
                </a:lnTo>
                <a:lnTo>
                  <a:pt x="123035" y="307582"/>
                </a:lnTo>
                <a:lnTo>
                  <a:pt x="112948" y="314553"/>
                </a:lnTo>
                <a:lnTo>
                  <a:pt x="103158" y="321731"/>
                </a:lnTo>
                <a:lnTo>
                  <a:pt x="90898" y="330928"/>
                </a:lnTo>
                <a:lnTo>
                  <a:pt x="94717" y="348823"/>
                </a:lnTo>
                <a:lnTo>
                  <a:pt x="99162" y="365963"/>
                </a:lnTo>
                <a:lnTo>
                  <a:pt x="106265" y="381683"/>
                </a:lnTo>
                <a:lnTo>
                  <a:pt x="118056" y="395319"/>
                </a:lnTo>
                <a:lnTo>
                  <a:pt x="118020" y="395567"/>
                </a:lnTo>
                <a:lnTo>
                  <a:pt x="185059" y="405151"/>
                </a:lnTo>
                <a:lnTo>
                  <a:pt x="156403" y="440466"/>
                </a:lnTo>
                <a:lnTo>
                  <a:pt x="135913" y="483473"/>
                </a:lnTo>
                <a:lnTo>
                  <a:pt x="121963" y="529298"/>
                </a:lnTo>
                <a:lnTo>
                  <a:pt x="112921" y="573066"/>
                </a:lnTo>
                <a:lnTo>
                  <a:pt x="107160" y="609904"/>
                </a:lnTo>
                <a:lnTo>
                  <a:pt x="107405" y="610229"/>
                </a:lnTo>
                <a:lnTo>
                  <a:pt x="99592" y="615435"/>
                </a:lnTo>
                <a:lnTo>
                  <a:pt x="90055" y="616876"/>
                </a:lnTo>
                <a:close/>
              </a:path>
              <a:path w="299719" h="617220">
                <a:moveTo>
                  <a:pt x="185059" y="405151"/>
                </a:moveTo>
                <a:lnTo>
                  <a:pt x="118058" y="395572"/>
                </a:lnTo>
                <a:lnTo>
                  <a:pt x="125345" y="390242"/>
                </a:lnTo>
                <a:lnTo>
                  <a:pt x="130071" y="387073"/>
                </a:lnTo>
                <a:lnTo>
                  <a:pt x="134888" y="384025"/>
                </a:lnTo>
                <a:lnTo>
                  <a:pt x="142493" y="379030"/>
                </a:lnTo>
                <a:lnTo>
                  <a:pt x="150156" y="373603"/>
                </a:lnTo>
                <a:lnTo>
                  <a:pt x="157879" y="368321"/>
                </a:lnTo>
                <a:lnTo>
                  <a:pt x="166595" y="364108"/>
                </a:lnTo>
                <a:lnTo>
                  <a:pt x="177234" y="361888"/>
                </a:lnTo>
                <a:lnTo>
                  <a:pt x="187150" y="358724"/>
                </a:lnTo>
                <a:lnTo>
                  <a:pt x="196754" y="352024"/>
                </a:lnTo>
                <a:lnTo>
                  <a:pt x="206250" y="343782"/>
                </a:lnTo>
                <a:lnTo>
                  <a:pt x="215846" y="335990"/>
                </a:lnTo>
                <a:lnTo>
                  <a:pt x="203138" y="315665"/>
                </a:lnTo>
                <a:lnTo>
                  <a:pt x="194229" y="295664"/>
                </a:lnTo>
                <a:lnTo>
                  <a:pt x="187955" y="272113"/>
                </a:lnTo>
                <a:lnTo>
                  <a:pt x="183152" y="241136"/>
                </a:lnTo>
                <a:lnTo>
                  <a:pt x="227065" y="247414"/>
                </a:lnTo>
                <a:lnTo>
                  <a:pt x="227593" y="253833"/>
                </a:lnTo>
                <a:lnTo>
                  <a:pt x="232907" y="293763"/>
                </a:lnTo>
                <a:lnTo>
                  <a:pt x="235519" y="310294"/>
                </a:lnTo>
                <a:lnTo>
                  <a:pt x="235559" y="312045"/>
                </a:lnTo>
                <a:lnTo>
                  <a:pt x="237921" y="313838"/>
                </a:lnTo>
                <a:lnTo>
                  <a:pt x="241342" y="318399"/>
                </a:lnTo>
                <a:lnTo>
                  <a:pt x="296362" y="326265"/>
                </a:lnTo>
                <a:lnTo>
                  <a:pt x="299450" y="337861"/>
                </a:lnTo>
                <a:lnTo>
                  <a:pt x="298716" y="347838"/>
                </a:lnTo>
                <a:lnTo>
                  <a:pt x="298581" y="349668"/>
                </a:lnTo>
                <a:lnTo>
                  <a:pt x="298467" y="351220"/>
                </a:lnTo>
                <a:lnTo>
                  <a:pt x="290688" y="364808"/>
                </a:lnTo>
                <a:lnTo>
                  <a:pt x="273387" y="377089"/>
                </a:lnTo>
                <a:lnTo>
                  <a:pt x="223511" y="382401"/>
                </a:lnTo>
                <a:lnTo>
                  <a:pt x="185059" y="405151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71497" y="7451275"/>
            <a:ext cx="300990" cy="594995"/>
          </a:xfrm>
          <a:custGeom>
            <a:avLst/>
            <a:gdLst/>
            <a:ahLst/>
            <a:cxnLst/>
            <a:rect l="l" t="t" r="r" b="b"/>
            <a:pathLst>
              <a:path w="300989" h="594995">
                <a:moveTo>
                  <a:pt x="138372" y="289482"/>
                </a:moveTo>
                <a:lnTo>
                  <a:pt x="59562" y="278216"/>
                </a:lnTo>
                <a:lnTo>
                  <a:pt x="92041" y="279314"/>
                </a:lnTo>
                <a:lnTo>
                  <a:pt x="102984" y="272910"/>
                </a:lnTo>
                <a:lnTo>
                  <a:pt x="107890" y="268670"/>
                </a:lnTo>
                <a:lnTo>
                  <a:pt x="110879" y="264866"/>
                </a:lnTo>
                <a:lnTo>
                  <a:pt x="116072" y="259767"/>
                </a:lnTo>
                <a:lnTo>
                  <a:pt x="152792" y="2911"/>
                </a:lnTo>
                <a:lnTo>
                  <a:pt x="160977" y="0"/>
                </a:lnTo>
                <a:lnTo>
                  <a:pt x="167988" y="138"/>
                </a:lnTo>
                <a:lnTo>
                  <a:pt x="174275" y="3446"/>
                </a:lnTo>
                <a:lnTo>
                  <a:pt x="180282" y="10041"/>
                </a:lnTo>
                <a:lnTo>
                  <a:pt x="174390" y="105810"/>
                </a:lnTo>
                <a:lnTo>
                  <a:pt x="171367" y="172406"/>
                </a:lnTo>
                <a:lnTo>
                  <a:pt x="171963" y="216522"/>
                </a:lnTo>
                <a:lnTo>
                  <a:pt x="176924" y="244850"/>
                </a:lnTo>
                <a:lnTo>
                  <a:pt x="187000" y="264083"/>
                </a:lnTo>
                <a:lnTo>
                  <a:pt x="202939" y="280913"/>
                </a:lnTo>
                <a:lnTo>
                  <a:pt x="203183" y="281239"/>
                </a:lnTo>
                <a:lnTo>
                  <a:pt x="205160" y="281813"/>
                </a:lnTo>
                <a:lnTo>
                  <a:pt x="162091" y="275655"/>
                </a:lnTo>
                <a:lnTo>
                  <a:pt x="149334" y="275068"/>
                </a:lnTo>
                <a:lnTo>
                  <a:pt x="142995" y="279762"/>
                </a:lnTo>
                <a:lnTo>
                  <a:pt x="139756" y="286844"/>
                </a:lnTo>
                <a:lnTo>
                  <a:pt x="138372" y="289482"/>
                </a:lnTo>
                <a:close/>
              </a:path>
              <a:path w="300989" h="594995">
                <a:moveTo>
                  <a:pt x="180640" y="372270"/>
                </a:moveTo>
                <a:lnTo>
                  <a:pt x="134103" y="365617"/>
                </a:lnTo>
                <a:lnTo>
                  <a:pt x="144750" y="356603"/>
                </a:lnTo>
                <a:lnTo>
                  <a:pt x="172226" y="332958"/>
                </a:lnTo>
                <a:lnTo>
                  <a:pt x="190507" y="334299"/>
                </a:lnTo>
                <a:lnTo>
                  <a:pt x="196663" y="333138"/>
                </a:lnTo>
                <a:lnTo>
                  <a:pt x="201915" y="328766"/>
                </a:lnTo>
                <a:lnTo>
                  <a:pt x="162091" y="275655"/>
                </a:lnTo>
                <a:lnTo>
                  <a:pt x="205160" y="281813"/>
                </a:lnTo>
                <a:lnTo>
                  <a:pt x="218938" y="285810"/>
                </a:lnTo>
                <a:lnTo>
                  <a:pt x="246331" y="294826"/>
                </a:lnTo>
                <a:lnTo>
                  <a:pt x="275434" y="304086"/>
                </a:lnTo>
                <a:lnTo>
                  <a:pt x="296321" y="309390"/>
                </a:lnTo>
                <a:lnTo>
                  <a:pt x="299742" y="309879"/>
                </a:lnTo>
                <a:lnTo>
                  <a:pt x="298841" y="311223"/>
                </a:lnTo>
                <a:lnTo>
                  <a:pt x="300719" y="315255"/>
                </a:lnTo>
                <a:lnTo>
                  <a:pt x="297458" y="338062"/>
                </a:lnTo>
                <a:lnTo>
                  <a:pt x="276482" y="360662"/>
                </a:lnTo>
                <a:lnTo>
                  <a:pt x="236001" y="354875"/>
                </a:lnTo>
                <a:lnTo>
                  <a:pt x="196943" y="359188"/>
                </a:lnTo>
                <a:lnTo>
                  <a:pt x="180640" y="372270"/>
                </a:lnTo>
                <a:close/>
              </a:path>
              <a:path w="300989" h="594995">
                <a:moveTo>
                  <a:pt x="299742" y="309879"/>
                </a:moveTo>
                <a:lnTo>
                  <a:pt x="296321" y="309390"/>
                </a:lnTo>
                <a:lnTo>
                  <a:pt x="300032" y="309757"/>
                </a:lnTo>
                <a:lnTo>
                  <a:pt x="299742" y="309879"/>
                </a:lnTo>
                <a:close/>
              </a:path>
              <a:path w="300989" h="594995">
                <a:moveTo>
                  <a:pt x="99299" y="594820"/>
                </a:moveTo>
                <a:lnTo>
                  <a:pt x="83826" y="572826"/>
                </a:lnTo>
                <a:lnTo>
                  <a:pt x="88352" y="526856"/>
                </a:lnTo>
                <a:lnTo>
                  <a:pt x="92827" y="464078"/>
                </a:lnTo>
                <a:lnTo>
                  <a:pt x="96797" y="404828"/>
                </a:lnTo>
                <a:lnTo>
                  <a:pt x="99640" y="371453"/>
                </a:lnTo>
                <a:lnTo>
                  <a:pt x="99811" y="369441"/>
                </a:lnTo>
                <a:lnTo>
                  <a:pt x="94524" y="348368"/>
                </a:lnTo>
                <a:lnTo>
                  <a:pt x="89053" y="334304"/>
                </a:lnTo>
                <a:lnTo>
                  <a:pt x="80481" y="324379"/>
                </a:lnTo>
                <a:lnTo>
                  <a:pt x="65891" y="315720"/>
                </a:lnTo>
                <a:lnTo>
                  <a:pt x="53316" y="313322"/>
                </a:lnTo>
                <a:lnTo>
                  <a:pt x="30287" y="307358"/>
                </a:lnTo>
                <a:lnTo>
                  <a:pt x="8588" y="298201"/>
                </a:lnTo>
                <a:lnTo>
                  <a:pt x="0" y="286228"/>
                </a:lnTo>
                <a:lnTo>
                  <a:pt x="10121" y="272020"/>
                </a:lnTo>
                <a:lnTo>
                  <a:pt x="31116" y="272567"/>
                </a:lnTo>
                <a:lnTo>
                  <a:pt x="59562" y="278216"/>
                </a:lnTo>
                <a:lnTo>
                  <a:pt x="138372" y="289482"/>
                </a:lnTo>
                <a:lnTo>
                  <a:pt x="136268" y="293491"/>
                </a:lnTo>
                <a:lnTo>
                  <a:pt x="130226" y="299322"/>
                </a:lnTo>
                <a:lnTo>
                  <a:pt x="123087" y="304806"/>
                </a:lnTo>
                <a:lnTo>
                  <a:pt x="114933" y="310527"/>
                </a:lnTo>
                <a:lnTo>
                  <a:pt x="105844" y="317068"/>
                </a:lnTo>
                <a:lnTo>
                  <a:pt x="129951" y="339714"/>
                </a:lnTo>
                <a:lnTo>
                  <a:pt x="129987" y="348624"/>
                </a:lnTo>
                <a:lnTo>
                  <a:pt x="129877" y="349601"/>
                </a:lnTo>
                <a:lnTo>
                  <a:pt x="129456" y="353362"/>
                </a:lnTo>
                <a:lnTo>
                  <a:pt x="129201" y="355643"/>
                </a:lnTo>
                <a:lnTo>
                  <a:pt x="129829" y="361174"/>
                </a:lnTo>
                <a:lnTo>
                  <a:pt x="134103" y="365617"/>
                </a:lnTo>
                <a:lnTo>
                  <a:pt x="180640" y="372270"/>
                </a:lnTo>
                <a:lnTo>
                  <a:pt x="169254" y="381405"/>
                </a:lnTo>
                <a:lnTo>
                  <a:pt x="150809" y="415951"/>
                </a:lnTo>
                <a:lnTo>
                  <a:pt x="139484" y="457249"/>
                </a:lnTo>
                <a:lnTo>
                  <a:pt x="133157" y="499725"/>
                </a:lnTo>
                <a:lnTo>
                  <a:pt x="129702" y="537803"/>
                </a:lnTo>
                <a:lnTo>
                  <a:pt x="126996" y="565907"/>
                </a:lnTo>
                <a:lnTo>
                  <a:pt x="126344" y="570469"/>
                </a:lnTo>
                <a:lnTo>
                  <a:pt x="125977" y="575071"/>
                </a:lnTo>
                <a:lnTo>
                  <a:pt x="125200" y="578741"/>
                </a:lnTo>
                <a:lnTo>
                  <a:pt x="124836" y="581016"/>
                </a:lnTo>
                <a:lnTo>
                  <a:pt x="122026" y="582360"/>
                </a:lnTo>
                <a:lnTo>
                  <a:pt x="118971" y="585414"/>
                </a:lnTo>
                <a:lnTo>
                  <a:pt x="114448" y="587004"/>
                </a:lnTo>
                <a:lnTo>
                  <a:pt x="110617" y="591202"/>
                </a:lnTo>
                <a:lnTo>
                  <a:pt x="106044" y="594857"/>
                </a:lnTo>
                <a:lnTo>
                  <a:pt x="99299" y="594820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8867" y="7558473"/>
            <a:ext cx="160415" cy="18579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356433" y="7908990"/>
            <a:ext cx="627380" cy="1066800"/>
            <a:chOff x="1356433" y="7908990"/>
            <a:chExt cx="627380" cy="1066800"/>
          </a:xfrm>
        </p:grpSpPr>
        <p:sp>
          <p:nvSpPr>
            <p:cNvPr id="15" name="object 15"/>
            <p:cNvSpPr/>
            <p:nvPr/>
          </p:nvSpPr>
          <p:spPr>
            <a:xfrm>
              <a:off x="1356433" y="7908990"/>
              <a:ext cx="492125" cy="1066800"/>
            </a:xfrm>
            <a:custGeom>
              <a:avLst/>
              <a:gdLst/>
              <a:ahLst/>
              <a:cxnLst/>
              <a:rect l="l" t="t" r="r" b="b"/>
              <a:pathLst>
                <a:path w="492125" h="1066800">
                  <a:moveTo>
                    <a:pt x="169143" y="1064446"/>
                  </a:moveTo>
                  <a:lnTo>
                    <a:pt x="164633" y="1049860"/>
                  </a:lnTo>
                  <a:lnTo>
                    <a:pt x="161582" y="1035183"/>
                  </a:lnTo>
                  <a:lnTo>
                    <a:pt x="156926" y="1021423"/>
                  </a:lnTo>
                  <a:lnTo>
                    <a:pt x="147605" y="1009586"/>
                  </a:lnTo>
                  <a:lnTo>
                    <a:pt x="176093" y="810315"/>
                  </a:lnTo>
                  <a:lnTo>
                    <a:pt x="169730" y="740743"/>
                  </a:lnTo>
                  <a:lnTo>
                    <a:pt x="163546" y="696913"/>
                  </a:lnTo>
                  <a:lnTo>
                    <a:pt x="152762" y="651491"/>
                  </a:lnTo>
                  <a:lnTo>
                    <a:pt x="135431" y="607806"/>
                  </a:lnTo>
                  <a:lnTo>
                    <a:pt x="109602" y="569185"/>
                  </a:lnTo>
                  <a:lnTo>
                    <a:pt x="73329" y="538958"/>
                  </a:lnTo>
                  <a:lnTo>
                    <a:pt x="24661" y="520452"/>
                  </a:lnTo>
                  <a:lnTo>
                    <a:pt x="2122" y="510139"/>
                  </a:lnTo>
                  <a:lnTo>
                    <a:pt x="0" y="492272"/>
                  </a:lnTo>
                  <a:lnTo>
                    <a:pt x="11339" y="476002"/>
                  </a:lnTo>
                  <a:lnTo>
                    <a:pt x="29187" y="470481"/>
                  </a:lnTo>
                  <a:lnTo>
                    <a:pt x="112145" y="482341"/>
                  </a:lnTo>
                  <a:lnTo>
                    <a:pt x="191201" y="419753"/>
                  </a:lnTo>
                  <a:lnTo>
                    <a:pt x="201663" y="385522"/>
                  </a:lnTo>
                  <a:lnTo>
                    <a:pt x="210974" y="339555"/>
                  </a:lnTo>
                  <a:lnTo>
                    <a:pt x="219647" y="285607"/>
                  </a:lnTo>
                  <a:lnTo>
                    <a:pt x="228190" y="227434"/>
                  </a:lnTo>
                  <a:lnTo>
                    <a:pt x="237115" y="168792"/>
                  </a:lnTo>
                  <a:lnTo>
                    <a:pt x="246931" y="113437"/>
                  </a:lnTo>
                  <a:lnTo>
                    <a:pt x="258149" y="65124"/>
                  </a:lnTo>
                  <a:lnTo>
                    <a:pt x="271279" y="27610"/>
                  </a:lnTo>
                  <a:lnTo>
                    <a:pt x="305318" y="0"/>
                  </a:lnTo>
                  <a:lnTo>
                    <a:pt x="308046" y="5335"/>
                  </a:lnTo>
                  <a:lnTo>
                    <a:pt x="310784" y="8074"/>
                  </a:lnTo>
                  <a:lnTo>
                    <a:pt x="311138" y="8125"/>
                  </a:lnTo>
                  <a:lnTo>
                    <a:pt x="259300" y="370725"/>
                  </a:lnTo>
                  <a:lnTo>
                    <a:pt x="278392" y="430840"/>
                  </a:lnTo>
                  <a:lnTo>
                    <a:pt x="290951" y="446522"/>
                  </a:lnTo>
                  <a:lnTo>
                    <a:pt x="239907" y="439225"/>
                  </a:lnTo>
                  <a:lnTo>
                    <a:pt x="231803" y="438939"/>
                  </a:lnTo>
                  <a:lnTo>
                    <a:pt x="213299" y="481893"/>
                  </a:lnTo>
                  <a:lnTo>
                    <a:pt x="189848" y="510613"/>
                  </a:lnTo>
                  <a:lnTo>
                    <a:pt x="178888" y="525627"/>
                  </a:lnTo>
                  <a:lnTo>
                    <a:pt x="173132" y="540295"/>
                  </a:lnTo>
                  <a:lnTo>
                    <a:pt x="172576" y="555597"/>
                  </a:lnTo>
                  <a:lnTo>
                    <a:pt x="177216" y="572515"/>
                  </a:lnTo>
                  <a:lnTo>
                    <a:pt x="185329" y="594329"/>
                  </a:lnTo>
                  <a:lnTo>
                    <a:pt x="192862" y="616016"/>
                  </a:lnTo>
                  <a:lnTo>
                    <a:pt x="200410" y="638339"/>
                  </a:lnTo>
                  <a:lnTo>
                    <a:pt x="207996" y="660405"/>
                  </a:lnTo>
                  <a:lnTo>
                    <a:pt x="302058" y="673852"/>
                  </a:lnTo>
                  <a:lnTo>
                    <a:pt x="301543" y="674450"/>
                  </a:lnTo>
                  <a:lnTo>
                    <a:pt x="265113" y="741903"/>
                  </a:lnTo>
                  <a:lnTo>
                    <a:pt x="251566" y="781621"/>
                  </a:lnTo>
                  <a:lnTo>
                    <a:pt x="240242" y="825592"/>
                  </a:lnTo>
                  <a:lnTo>
                    <a:pt x="230472" y="874009"/>
                  </a:lnTo>
                  <a:lnTo>
                    <a:pt x="221587" y="927065"/>
                  </a:lnTo>
                  <a:lnTo>
                    <a:pt x="212920" y="984956"/>
                  </a:lnTo>
                  <a:lnTo>
                    <a:pt x="203314" y="1051295"/>
                  </a:lnTo>
                  <a:lnTo>
                    <a:pt x="203680" y="1054838"/>
                  </a:lnTo>
                  <a:lnTo>
                    <a:pt x="202377" y="1057852"/>
                  </a:lnTo>
                  <a:lnTo>
                    <a:pt x="201114" y="1060580"/>
                  </a:lnTo>
                  <a:lnTo>
                    <a:pt x="198222" y="1062494"/>
                  </a:lnTo>
                  <a:lnTo>
                    <a:pt x="194149" y="1066566"/>
                  </a:lnTo>
                  <a:lnTo>
                    <a:pt x="169143" y="1064446"/>
                  </a:lnTo>
                  <a:close/>
                </a:path>
                <a:path w="492125" h="1066800">
                  <a:moveTo>
                    <a:pt x="345972" y="629222"/>
                  </a:moveTo>
                  <a:lnTo>
                    <a:pt x="265303" y="617690"/>
                  </a:lnTo>
                  <a:lnTo>
                    <a:pt x="265823" y="601841"/>
                  </a:lnTo>
                  <a:lnTo>
                    <a:pt x="276113" y="590908"/>
                  </a:lnTo>
                  <a:lnTo>
                    <a:pt x="287739" y="579784"/>
                  </a:lnTo>
                  <a:lnTo>
                    <a:pt x="292269" y="563364"/>
                  </a:lnTo>
                  <a:lnTo>
                    <a:pt x="284353" y="545068"/>
                  </a:lnTo>
                  <a:lnTo>
                    <a:pt x="256119" y="509760"/>
                  </a:lnTo>
                  <a:lnTo>
                    <a:pt x="244423" y="486997"/>
                  </a:lnTo>
                  <a:lnTo>
                    <a:pt x="245113" y="458705"/>
                  </a:lnTo>
                  <a:lnTo>
                    <a:pt x="245323" y="448144"/>
                  </a:lnTo>
                  <a:lnTo>
                    <a:pt x="239907" y="439225"/>
                  </a:lnTo>
                  <a:lnTo>
                    <a:pt x="290951" y="446522"/>
                  </a:lnTo>
                  <a:lnTo>
                    <a:pt x="314728" y="476212"/>
                  </a:lnTo>
                  <a:lnTo>
                    <a:pt x="353188" y="506341"/>
                  </a:lnTo>
                  <a:lnTo>
                    <a:pt x="377964" y="520342"/>
                  </a:lnTo>
                  <a:lnTo>
                    <a:pt x="490814" y="536475"/>
                  </a:lnTo>
                  <a:lnTo>
                    <a:pt x="491962" y="541262"/>
                  </a:lnTo>
                  <a:lnTo>
                    <a:pt x="491568" y="552474"/>
                  </a:lnTo>
                  <a:lnTo>
                    <a:pt x="487120" y="560761"/>
                  </a:lnTo>
                  <a:lnTo>
                    <a:pt x="478346" y="566111"/>
                  </a:lnTo>
                  <a:lnTo>
                    <a:pt x="478265" y="566681"/>
                  </a:lnTo>
                  <a:lnTo>
                    <a:pt x="430460" y="582054"/>
                  </a:lnTo>
                  <a:lnTo>
                    <a:pt x="389554" y="600324"/>
                  </a:lnTo>
                  <a:lnTo>
                    <a:pt x="354878" y="621684"/>
                  </a:lnTo>
                  <a:lnTo>
                    <a:pt x="345972" y="629222"/>
                  </a:lnTo>
                  <a:close/>
                </a:path>
                <a:path w="492125" h="1066800">
                  <a:moveTo>
                    <a:pt x="490814" y="536475"/>
                  </a:moveTo>
                  <a:lnTo>
                    <a:pt x="421641" y="526587"/>
                  </a:lnTo>
                  <a:lnTo>
                    <a:pt x="446228" y="527265"/>
                  </a:lnTo>
                  <a:lnTo>
                    <a:pt x="469313" y="526411"/>
                  </a:lnTo>
                  <a:lnTo>
                    <a:pt x="488573" y="527137"/>
                  </a:lnTo>
                  <a:lnTo>
                    <a:pt x="490814" y="536475"/>
                  </a:lnTo>
                  <a:close/>
                </a:path>
                <a:path w="492125" h="1066800">
                  <a:moveTo>
                    <a:pt x="302058" y="673852"/>
                  </a:moveTo>
                  <a:lnTo>
                    <a:pt x="207996" y="660405"/>
                  </a:lnTo>
                  <a:lnTo>
                    <a:pt x="265343" y="617404"/>
                  </a:lnTo>
                  <a:lnTo>
                    <a:pt x="265303" y="617690"/>
                  </a:lnTo>
                  <a:lnTo>
                    <a:pt x="345972" y="629222"/>
                  </a:lnTo>
                  <a:lnTo>
                    <a:pt x="325764" y="646328"/>
                  </a:lnTo>
                  <a:lnTo>
                    <a:pt x="302058" y="673852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4996" y="8006597"/>
              <a:ext cx="118554" cy="16274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4191701" y="5032669"/>
            <a:ext cx="4057650" cy="4708525"/>
            <a:chOff x="14191701" y="5032669"/>
            <a:chExt cx="4057650" cy="470852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91701" y="5573617"/>
              <a:ext cx="2144583" cy="41671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732405" y="5032679"/>
              <a:ext cx="2517140" cy="1341755"/>
            </a:xfrm>
            <a:custGeom>
              <a:avLst/>
              <a:gdLst/>
              <a:ahLst/>
              <a:cxnLst/>
              <a:rect l="l" t="t" r="r" b="b"/>
              <a:pathLst>
                <a:path w="2517140" h="1341754">
                  <a:moveTo>
                    <a:pt x="63792" y="1340472"/>
                  </a:moveTo>
                  <a:lnTo>
                    <a:pt x="59753" y="1298994"/>
                  </a:lnTo>
                  <a:lnTo>
                    <a:pt x="34175" y="1301216"/>
                  </a:lnTo>
                  <a:lnTo>
                    <a:pt x="15443" y="1302346"/>
                  </a:lnTo>
                  <a:lnTo>
                    <a:pt x="3924" y="1302766"/>
                  </a:lnTo>
                  <a:lnTo>
                    <a:pt x="0" y="1302766"/>
                  </a:lnTo>
                  <a:lnTo>
                    <a:pt x="0" y="1341602"/>
                  </a:lnTo>
                  <a:lnTo>
                    <a:pt x="52565" y="1341602"/>
                  </a:lnTo>
                  <a:lnTo>
                    <a:pt x="63792" y="1340472"/>
                  </a:lnTo>
                  <a:close/>
                </a:path>
                <a:path w="2517140" h="1341754">
                  <a:moveTo>
                    <a:pt x="268160" y="1307719"/>
                  </a:moveTo>
                  <a:lnTo>
                    <a:pt x="258813" y="1266253"/>
                  </a:lnTo>
                  <a:lnTo>
                    <a:pt x="228523" y="1272705"/>
                  </a:lnTo>
                  <a:lnTo>
                    <a:pt x="198361" y="1278636"/>
                  </a:lnTo>
                  <a:lnTo>
                    <a:pt x="168427" y="1284008"/>
                  </a:lnTo>
                  <a:lnTo>
                    <a:pt x="138861" y="1288796"/>
                  </a:lnTo>
                  <a:lnTo>
                    <a:pt x="145249" y="1331328"/>
                  </a:lnTo>
                  <a:lnTo>
                    <a:pt x="175602" y="1326375"/>
                  </a:lnTo>
                  <a:lnTo>
                    <a:pt x="206311" y="1320800"/>
                  </a:lnTo>
                  <a:lnTo>
                    <a:pt x="237210" y="1314577"/>
                  </a:lnTo>
                  <a:lnTo>
                    <a:pt x="268160" y="1307719"/>
                  </a:lnTo>
                  <a:close/>
                </a:path>
                <a:path w="2517140" h="1341754">
                  <a:moveTo>
                    <a:pt x="467423" y="1252639"/>
                  </a:moveTo>
                  <a:lnTo>
                    <a:pt x="453821" y="1212240"/>
                  </a:lnTo>
                  <a:lnTo>
                    <a:pt x="424561" y="1222209"/>
                  </a:lnTo>
                  <a:lnTo>
                    <a:pt x="395236" y="1231239"/>
                  </a:lnTo>
                  <a:lnTo>
                    <a:pt x="365899" y="1239596"/>
                  </a:lnTo>
                  <a:lnTo>
                    <a:pt x="336638" y="1247533"/>
                  </a:lnTo>
                  <a:lnTo>
                    <a:pt x="345427" y="1280299"/>
                  </a:lnTo>
                  <a:lnTo>
                    <a:pt x="347700" y="1288580"/>
                  </a:lnTo>
                  <a:lnTo>
                    <a:pt x="377596" y="1280299"/>
                  </a:lnTo>
                  <a:lnTo>
                    <a:pt x="407568" y="1271485"/>
                  </a:lnTo>
                  <a:lnTo>
                    <a:pt x="437540" y="1262227"/>
                  </a:lnTo>
                  <a:lnTo>
                    <a:pt x="467423" y="1252639"/>
                  </a:lnTo>
                  <a:close/>
                </a:path>
                <a:path w="2517140" h="1341754">
                  <a:moveTo>
                    <a:pt x="659244" y="1176934"/>
                  </a:moveTo>
                  <a:lnTo>
                    <a:pt x="642239" y="1138224"/>
                  </a:lnTo>
                  <a:lnTo>
                    <a:pt x="614311" y="1150620"/>
                  </a:lnTo>
                  <a:lnTo>
                    <a:pt x="586092" y="1162608"/>
                  </a:lnTo>
                  <a:lnTo>
                    <a:pt x="557720" y="1174140"/>
                  </a:lnTo>
                  <a:lnTo>
                    <a:pt x="529310" y="1185227"/>
                  </a:lnTo>
                  <a:lnTo>
                    <a:pt x="540054" y="1213510"/>
                  </a:lnTo>
                  <a:lnTo>
                    <a:pt x="544410" y="1224775"/>
                  </a:lnTo>
                  <a:lnTo>
                    <a:pt x="573417" y="1213510"/>
                  </a:lnTo>
                  <a:lnTo>
                    <a:pt x="602310" y="1201737"/>
                  </a:lnTo>
                  <a:lnTo>
                    <a:pt x="630961" y="1189520"/>
                  </a:lnTo>
                  <a:lnTo>
                    <a:pt x="659244" y="1176934"/>
                  </a:lnTo>
                  <a:close/>
                </a:path>
                <a:path w="2517140" h="1341754">
                  <a:moveTo>
                    <a:pt x="843838" y="1082725"/>
                  </a:moveTo>
                  <a:lnTo>
                    <a:pt x="822579" y="1045933"/>
                  </a:lnTo>
                  <a:lnTo>
                    <a:pt x="795769" y="1060894"/>
                  </a:lnTo>
                  <a:lnTo>
                    <a:pt x="768908" y="1075524"/>
                  </a:lnTo>
                  <a:lnTo>
                    <a:pt x="741921" y="1089863"/>
                  </a:lnTo>
                  <a:lnTo>
                    <a:pt x="714756" y="1103985"/>
                  </a:lnTo>
                  <a:lnTo>
                    <a:pt x="726694" y="1127607"/>
                  </a:lnTo>
                  <a:lnTo>
                    <a:pt x="733894" y="1141628"/>
                  </a:lnTo>
                  <a:lnTo>
                    <a:pt x="761657" y="1127607"/>
                  </a:lnTo>
                  <a:lnTo>
                    <a:pt x="789343" y="1113053"/>
                  </a:lnTo>
                  <a:lnTo>
                    <a:pt x="816787" y="1098054"/>
                  </a:lnTo>
                  <a:lnTo>
                    <a:pt x="843838" y="1082725"/>
                  </a:lnTo>
                  <a:close/>
                </a:path>
                <a:path w="2517140" h="1341754">
                  <a:moveTo>
                    <a:pt x="1018222" y="971283"/>
                  </a:moveTo>
                  <a:lnTo>
                    <a:pt x="993559" y="936625"/>
                  </a:lnTo>
                  <a:lnTo>
                    <a:pt x="968489" y="954189"/>
                  </a:lnTo>
                  <a:lnTo>
                    <a:pt x="943127" y="971423"/>
                  </a:lnTo>
                  <a:lnTo>
                    <a:pt x="917562" y="988212"/>
                  </a:lnTo>
                  <a:lnTo>
                    <a:pt x="891908" y="1004468"/>
                  </a:lnTo>
                  <a:lnTo>
                    <a:pt x="914450" y="1040612"/>
                  </a:lnTo>
                  <a:lnTo>
                    <a:pt x="940346" y="1023950"/>
                  </a:lnTo>
                  <a:lnTo>
                    <a:pt x="966330" y="1006830"/>
                  </a:lnTo>
                  <a:lnTo>
                    <a:pt x="992314" y="989266"/>
                  </a:lnTo>
                  <a:lnTo>
                    <a:pt x="1018222" y="971283"/>
                  </a:lnTo>
                  <a:close/>
                </a:path>
                <a:path w="2517140" h="1341754">
                  <a:moveTo>
                    <a:pt x="1181125" y="843686"/>
                  </a:moveTo>
                  <a:lnTo>
                    <a:pt x="1153477" y="811580"/>
                  </a:lnTo>
                  <a:lnTo>
                    <a:pt x="1130071" y="831392"/>
                  </a:lnTo>
                  <a:lnTo>
                    <a:pt x="1106449" y="850925"/>
                  </a:lnTo>
                  <a:lnTo>
                    <a:pt x="1082636" y="870140"/>
                  </a:lnTo>
                  <a:lnTo>
                    <a:pt x="1058633" y="888987"/>
                  </a:lnTo>
                  <a:lnTo>
                    <a:pt x="1084580" y="922591"/>
                  </a:lnTo>
                  <a:lnTo>
                    <a:pt x="1108506" y="903503"/>
                  </a:lnTo>
                  <a:lnTo>
                    <a:pt x="1132535" y="883932"/>
                  </a:lnTo>
                  <a:lnTo>
                    <a:pt x="1181125" y="843686"/>
                  </a:lnTo>
                  <a:close/>
                </a:path>
                <a:path w="2517140" h="1341754">
                  <a:moveTo>
                    <a:pt x="1242161" y="789254"/>
                  </a:moveTo>
                  <a:lnTo>
                    <a:pt x="1241755" y="788822"/>
                  </a:lnTo>
                  <a:lnTo>
                    <a:pt x="1241310" y="789254"/>
                  </a:lnTo>
                  <a:lnTo>
                    <a:pt x="1242161" y="789254"/>
                  </a:lnTo>
                  <a:close/>
                </a:path>
                <a:path w="2517140" h="1341754">
                  <a:moveTo>
                    <a:pt x="1330198" y="702487"/>
                  </a:moveTo>
                  <a:lnTo>
                    <a:pt x="1299362" y="672922"/>
                  </a:lnTo>
                  <a:lnTo>
                    <a:pt x="1277937" y="694474"/>
                  </a:lnTo>
                  <a:lnTo>
                    <a:pt x="1256169" y="715937"/>
                  </a:lnTo>
                  <a:lnTo>
                    <a:pt x="1234198" y="737158"/>
                  </a:lnTo>
                  <a:lnTo>
                    <a:pt x="1212176" y="757986"/>
                  </a:lnTo>
                  <a:lnTo>
                    <a:pt x="1241755" y="788822"/>
                  </a:lnTo>
                  <a:lnTo>
                    <a:pt x="1263777" y="767981"/>
                  </a:lnTo>
                  <a:lnTo>
                    <a:pt x="1286154" y="746340"/>
                  </a:lnTo>
                  <a:lnTo>
                    <a:pt x="1308328" y="724471"/>
                  </a:lnTo>
                  <a:lnTo>
                    <a:pt x="1330198" y="702487"/>
                  </a:lnTo>
                  <a:close/>
                </a:path>
                <a:path w="2517140" h="1341754">
                  <a:moveTo>
                    <a:pt x="1467370" y="548944"/>
                  </a:moveTo>
                  <a:lnTo>
                    <a:pt x="1435684" y="520661"/>
                  </a:lnTo>
                  <a:lnTo>
                    <a:pt x="1425409" y="532155"/>
                  </a:lnTo>
                  <a:lnTo>
                    <a:pt x="1415072" y="543890"/>
                  </a:lnTo>
                  <a:lnTo>
                    <a:pt x="1374533" y="590651"/>
                  </a:lnTo>
                  <a:lnTo>
                    <a:pt x="1364488" y="602107"/>
                  </a:lnTo>
                  <a:lnTo>
                    <a:pt x="1354442" y="613371"/>
                  </a:lnTo>
                  <a:lnTo>
                    <a:pt x="1385912" y="641870"/>
                  </a:lnTo>
                  <a:lnTo>
                    <a:pt x="1396250" y="630339"/>
                  </a:lnTo>
                  <a:lnTo>
                    <a:pt x="1406512" y="618693"/>
                  </a:lnTo>
                  <a:lnTo>
                    <a:pt x="1416748" y="606882"/>
                  </a:lnTo>
                  <a:lnTo>
                    <a:pt x="1426959" y="594880"/>
                  </a:lnTo>
                  <a:lnTo>
                    <a:pt x="1467370" y="548944"/>
                  </a:lnTo>
                  <a:close/>
                </a:path>
                <a:path w="2517140" h="1341754">
                  <a:moveTo>
                    <a:pt x="1609001" y="404761"/>
                  </a:moveTo>
                  <a:lnTo>
                    <a:pt x="1580286" y="373278"/>
                  </a:lnTo>
                  <a:lnTo>
                    <a:pt x="1557820" y="394195"/>
                  </a:lnTo>
                  <a:lnTo>
                    <a:pt x="1535417" y="415734"/>
                  </a:lnTo>
                  <a:lnTo>
                    <a:pt x="1513179" y="437794"/>
                  </a:lnTo>
                  <a:lnTo>
                    <a:pt x="1491183" y="460260"/>
                  </a:lnTo>
                  <a:lnTo>
                    <a:pt x="1521802" y="489826"/>
                  </a:lnTo>
                  <a:lnTo>
                    <a:pt x="1543329" y="468096"/>
                  </a:lnTo>
                  <a:lnTo>
                    <a:pt x="1565084" y="446646"/>
                  </a:lnTo>
                  <a:lnTo>
                    <a:pt x="1587004" y="425526"/>
                  </a:lnTo>
                  <a:lnTo>
                    <a:pt x="1609001" y="404761"/>
                  </a:lnTo>
                  <a:close/>
                </a:path>
                <a:path w="2517140" h="1341754">
                  <a:moveTo>
                    <a:pt x="1765096" y="277164"/>
                  </a:moveTo>
                  <a:lnTo>
                    <a:pt x="1739785" y="243128"/>
                  </a:lnTo>
                  <a:lnTo>
                    <a:pt x="1715046" y="261340"/>
                  </a:lnTo>
                  <a:lnTo>
                    <a:pt x="1690344" y="280212"/>
                  </a:lnTo>
                  <a:lnTo>
                    <a:pt x="1665795" y="299681"/>
                  </a:lnTo>
                  <a:lnTo>
                    <a:pt x="1641538" y="319697"/>
                  </a:lnTo>
                  <a:lnTo>
                    <a:pt x="1668970" y="352018"/>
                  </a:lnTo>
                  <a:lnTo>
                    <a:pt x="1668970" y="352653"/>
                  </a:lnTo>
                  <a:lnTo>
                    <a:pt x="1693049" y="333108"/>
                  </a:lnTo>
                  <a:lnTo>
                    <a:pt x="1716951" y="314032"/>
                  </a:lnTo>
                  <a:lnTo>
                    <a:pt x="1740890" y="295389"/>
                  </a:lnTo>
                  <a:lnTo>
                    <a:pt x="1765096" y="277164"/>
                  </a:lnTo>
                  <a:close/>
                </a:path>
                <a:path w="2517140" h="1341754">
                  <a:moveTo>
                    <a:pt x="1935226" y="172110"/>
                  </a:moveTo>
                  <a:lnTo>
                    <a:pt x="1915439" y="133616"/>
                  </a:lnTo>
                  <a:lnTo>
                    <a:pt x="1888337" y="148691"/>
                  </a:lnTo>
                  <a:lnTo>
                    <a:pt x="1861299" y="164312"/>
                  </a:lnTo>
                  <a:lnTo>
                    <a:pt x="1834375" y="180530"/>
                  </a:lnTo>
                  <a:lnTo>
                    <a:pt x="1807629" y="197408"/>
                  </a:lnTo>
                  <a:lnTo>
                    <a:pt x="1830374" y="232498"/>
                  </a:lnTo>
                  <a:lnTo>
                    <a:pt x="1830374" y="233133"/>
                  </a:lnTo>
                  <a:lnTo>
                    <a:pt x="1856333" y="216839"/>
                  </a:lnTo>
                  <a:lnTo>
                    <a:pt x="1882482" y="201180"/>
                  </a:lnTo>
                  <a:lnTo>
                    <a:pt x="1908797" y="186245"/>
                  </a:lnTo>
                  <a:lnTo>
                    <a:pt x="1935226" y="172110"/>
                  </a:lnTo>
                  <a:close/>
                </a:path>
                <a:path w="2517140" h="1341754">
                  <a:moveTo>
                    <a:pt x="2118537" y="93840"/>
                  </a:moveTo>
                  <a:lnTo>
                    <a:pt x="2105355" y="53441"/>
                  </a:lnTo>
                  <a:lnTo>
                    <a:pt x="2075827" y="63588"/>
                  </a:lnTo>
                  <a:lnTo>
                    <a:pt x="2046605" y="74485"/>
                  </a:lnTo>
                  <a:lnTo>
                    <a:pt x="2017674" y="86131"/>
                  </a:lnTo>
                  <a:lnTo>
                    <a:pt x="1989023" y="98526"/>
                  </a:lnTo>
                  <a:lnTo>
                    <a:pt x="2006257" y="136804"/>
                  </a:lnTo>
                  <a:lnTo>
                    <a:pt x="2006257" y="137439"/>
                  </a:lnTo>
                  <a:lnTo>
                    <a:pt x="2033917" y="125488"/>
                  </a:lnTo>
                  <a:lnTo>
                    <a:pt x="2061845" y="114236"/>
                  </a:lnTo>
                  <a:lnTo>
                    <a:pt x="2090051" y="103695"/>
                  </a:lnTo>
                  <a:lnTo>
                    <a:pt x="2118537" y="93840"/>
                  </a:lnTo>
                  <a:close/>
                </a:path>
                <a:path w="2517140" h="1341754">
                  <a:moveTo>
                    <a:pt x="2313546" y="50457"/>
                  </a:moveTo>
                  <a:lnTo>
                    <a:pt x="2308441" y="7924"/>
                  </a:lnTo>
                  <a:lnTo>
                    <a:pt x="2277313" y="12141"/>
                  </a:lnTo>
                  <a:lnTo>
                    <a:pt x="2246350" y="17233"/>
                  </a:lnTo>
                  <a:lnTo>
                    <a:pt x="2215540" y="23202"/>
                  </a:lnTo>
                  <a:lnTo>
                    <a:pt x="2184882" y="30048"/>
                  </a:lnTo>
                  <a:lnTo>
                    <a:pt x="2195093" y="71513"/>
                  </a:lnTo>
                  <a:lnTo>
                    <a:pt x="2195093" y="72148"/>
                  </a:lnTo>
                  <a:lnTo>
                    <a:pt x="2224455" y="65354"/>
                  </a:lnTo>
                  <a:lnTo>
                    <a:pt x="2253983" y="59474"/>
                  </a:lnTo>
                  <a:lnTo>
                    <a:pt x="2283688" y="54508"/>
                  </a:lnTo>
                  <a:lnTo>
                    <a:pt x="2313546" y="50457"/>
                  </a:lnTo>
                  <a:close/>
                </a:path>
                <a:path w="2517140" h="1341754">
                  <a:moveTo>
                    <a:pt x="2516644" y="4737"/>
                  </a:moveTo>
                  <a:lnTo>
                    <a:pt x="2485174" y="2019"/>
                  </a:lnTo>
                  <a:lnTo>
                    <a:pt x="2453652" y="431"/>
                  </a:lnTo>
                  <a:lnTo>
                    <a:pt x="2422118" y="0"/>
                  </a:lnTo>
                  <a:lnTo>
                    <a:pt x="2390533" y="698"/>
                  </a:lnTo>
                  <a:lnTo>
                    <a:pt x="2390584" y="2019"/>
                  </a:lnTo>
                  <a:lnTo>
                    <a:pt x="2390698" y="4737"/>
                  </a:lnTo>
                  <a:lnTo>
                    <a:pt x="2392235" y="43230"/>
                  </a:lnTo>
                  <a:lnTo>
                    <a:pt x="2422271" y="42595"/>
                  </a:lnTo>
                  <a:lnTo>
                    <a:pt x="2452268" y="43027"/>
                  </a:lnTo>
                  <a:lnTo>
                    <a:pt x="2482240" y="44513"/>
                  </a:lnTo>
                  <a:lnTo>
                    <a:pt x="2512174" y="47053"/>
                  </a:lnTo>
                  <a:lnTo>
                    <a:pt x="2512644" y="42595"/>
                  </a:lnTo>
                  <a:lnTo>
                    <a:pt x="2516644" y="4737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40214" y="2198599"/>
            <a:ext cx="233710" cy="90805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639498" y="1794438"/>
            <a:ext cx="1715770" cy="1523365"/>
            <a:chOff x="2639498" y="1794438"/>
            <a:chExt cx="1715770" cy="152336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8558" y="1850464"/>
              <a:ext cx="1476374" cy="14668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46352" y="1794438"/>
              <a:ext cx="108490" cy="21419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39498" y="1941993"/>
              <a:ext cx="181028" cy="1523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320</Words>
  <Application>Microsoft Office PowerPoint</Application>
  <PresentationFormat>Custom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Cambria</vt:lpstr>
      <vt:lpstr>Tahoma</vt:lpstr>
      <vt:lpstr>Times New Roman</vt:lpstr>
      <vt:lpstr>Webdings</vt:lpstr>
      <vt:lpstr>Office Theme</vt:lpstr>
      <vt:lpstr>Notes App</vt:lpstr>
      <vt:lpstr>Introduction</vt:lpstr>
      <vt:lpstr>Technologies Used</vt:lpstr>
      <vt:lpstr>Key Features</vt:lpstr>
      <vt:lpstr>User Interface</vt:lpstr>
      <vt:lpstr>User Interface</vt:lpstr>
      <vt:lpstr>Challenges Faced</vt:lpstr>
      <vt:lpstr>🧠 What I Have Learned</vt:lpstr>
      <vt:lpstr>🌍 Real-World Use Cases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NoteAppJava</dc:title>
  <dc:creator>Sai Rishika Kotnani</dc:creator>
  <cp:keywords>DAGk9hTZYgY,BAEiLPOXte0,0</cp:keywords>
  <cp:lastModifiedBy>vidyasai.vimal@gmail.com</cp:lastModifiedBy>
  <cp:revision>3</cp:revision>
  <dcterms:created xsi:type="dcterms:W3CDTF">2025-04-30T08:46:25Z</dcterms:created>
  <dcterms:modified xsi:type="dcterms:W3CDTF">2025-04-30T09:44:19Z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2025-04-30T00:00:00Z</vt:filetime>
  </property>
  <property fmtid="{D5CDD505-2E9C-101B-9397-08002B2CF9AE}" pid="5" name="Producer">
    <vt:lpwstr>Canva</vt:lpwstr>
  </property>
</Properties>
</file>